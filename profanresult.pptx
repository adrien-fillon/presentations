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theme/theme7.xml" ContentType="application/vnd.openxmlformats-officedocument.theme+xml"/>
  <Override PartName="/ppt/slideLayouts/slideLayout8.xml" ContentType="application/vnd.openxmlformats-officedocument.presentationml.slideLayout+xml"/>
  <Override PartName="/ppt/theme/theme8.xml" ContentType="application/vnd.openxmlformats-officedocument.theme+xml"/>
  <Override PartName="/ppt/slideLayouts/slideLayout9.xml" ContentType="application/vnd.openxmlformats-officedocument.presentationml.slideLayout+xml"/>
  <Override PartName="/ppt/theme/theme9.xml" ContentType="application/vnd.openxmlformats-officedocument.theme+xml"/>
  <Override PartName="/ppt/slideLayouts/slideLayout10.xml" ContentType="application/vnd.openxmlformats-officedocument.presentationml.slideLayout+xml"/>
  <Override PartName="/ppt/theme/theme10.xml" ContentType="application/vnd.openxmlformats-officedocument.theme+xml"/>
  <Override PartName="/ppt/slideLayouts/slideLayout11.xml" ContentType="application/vnd.openxmlformats-officedocument.presentationml.slideLayout+xml"/>
  <Override PartName="/ppt/theme/theme11.xml" ContentType="application/vnd.openxmlformats-officedocument.theme+xml"/>
  <Override PartName="/ppt/slideLayouts/slideLayout12.xml" ContentType="application/vnd.openxmlformats-officedocument.presentationml.slideLayout+xml"/>
  <Override PartName="/ppt/theme/theme12.xml" ContentType="application/vnd.openxmlformats-officedocument.theme+xml"/>
  <Override PartName="/ppt/theme/theme1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6" r:id="rId5"/>
    <p:sldMasterId id="2147483658" r:id="rId6"/>
    <p:sldMasterId id="2147483660" r:id="rId7"/>
    <p:sldMasterId id="2147483662" r:id="rId8"/>
    <p:sldMasterId id="2147483664" r:id="rId9"/>
    <p:sldMasterId id="2147483666" r:id="rId10"/>
    <p:sldMasterId id="2147483668" r:id="rId11"/>
    <p:sldMasterId id="2147483670" r:id="rId12"/>
  </p:sldMasterIdLst>
  <p:notesMasterIdLst>
    <p:notesMasterId r:id="rId30"/>
  </p:notes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slide" Target="slides/slide14.xml"/><Relationship Id="rId3" Type="http://schemas.openxmlformats.org/officeDocument/2006/relationships/slideMaster" Target="slideMasters/slideMaster3.xml"/><Relationship Id="rId21" Type="http://schemas.openxmlformats.org/officeDocument/2006/relationships/slide" Target="slides/slide9.xml"/><Relationship Id="rId34" Type="http://schemas.openxmlformats.org/officeDocument/2006/relationships/tableStyles" Target="tableStyles.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4.xml"/><Relationship Id="rId20" Type="http://schemas.openxmlformats.org/officeDocument/2006/relationships/slide" Target="slides/slide8.xml"/><Relationship Id="rId29"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12.xml"/><Relationship Id="rId32"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10" Type="http://schemas.openxmlformats.org/officeDocument/2006/relationships/slideMaster" Target="slideMasters/slideMaster10.xml"/><Relationship Id="rId19" Type="http://schemas.openxmlformats.org/officeDocument/2006/relationships/slide" Target="slides/slide7.xml"/><Relationship Id="rId31"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notesMaster" Target="notesMasters/notesMaster1.xml"/><Relationship Id="rId8" Type="http://schemas.openxmlformats.org/officeDocument/2006/relationships/slideMaster" Target="slideMasters/slideMaster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2"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en-US" sz="1800" b="0" strike="noStrike" spc="-1">
                <a:solidFill>
                  <a:schemeClr val="dk1"/>
                </a:solidFill>
                <a:latin typeface="Calibri"/>
              </a:rPr>
              <a:t>Cliquez pour déplacer la diapo</a:t>
            </a:r>
          </a:p>
        </p:txBody>
      </p:sp>
      <p:sp>
        <p:nvSpPr>
          <p:cNvPr id="73"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216000">
              <a:buNone/>
            </a:pPr>
            <a:r>
              <a:rPr lang="fr-FR" sz="2000" b="0" strike="noStrike" spc="-1">
                <a:solidFill>
                  <a:srgbClr val="000000"/>
                </a:solidFill>
                <a:latin typeface="Arial"/>
              </a:rPr>
              <a:t>Cliquez pour modifier le format des notes</a:t>
            </a:r>
          </a:p>
        </p:txBody>
      </p:sp>
      <p:sp>
        <p:nvSpPr>
          <p:cNvPr id="74"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fr-FR" sz="1400" b="0" strike="noStrike" spc="-1">
                <a:solidFill>
                  <a:srgbClr val="000000"/>
                </a:solidFill>
                <a:latin typeface="Times New Roman"/>
              </a:rPr>
              <a:t>&lt;en-tête&gt;</a:t>
            </a:r>
          </a:p>
        </p:txBody>
      </p:sp>
      <p:sp>
        <p:nvSpPr>
          <p:cNvPr id="75" name="PlaceHolder 4"/>
          <p:cNvSpPr>
            <a:spLocks noGrp="1"/>
          </p:cNvSpPr>
          <p:nvPr>
            <p:ph type="dt" idx="37"/>
          </p:nvPr>
        </p:nvSpPr>
        <p:spPr>
          <a:xfrm>
            <a:off x="4278960" y="0"/>
            <a:ext cx="3280680" cy="534240"/>
          </a:xfrm>
          <a:prstGeom prst="rect">
            <a:avLst/>
          </a:prstGeom>
          <a:noFill/>
          <a:ln w="0">
            <a:noFill/>
          </a:ln>
        </p:spPr>
        <p:txBody>
          <a:bodyPr lIns="0" tIns="0" rIns="0" bIns="0" anchor="t">
            <a:noAutofit/>
          </a:bodyPr>
          <a:lstStyle>
            <a:lvl1pPr indent="0" algn="r">
              <a:buNone/>
              <a:defRPr lang="fr-FR" sz="1400" b="0" strike="noStrike" spc="-1">
                <a:solidFill>
                  <a:srgbClr val="000000"/>
                </a:solidFill>
                <a:latin typeface="Times New Roman"/>
              </a:defRPr>
            </a:lvl1pPr>
          </a:lstStyle>
          <a:p>
            <a:pPr indent="0" algn="r">
              <a:buNone/>
            </a:pPr>
            <a:r>
              <a:rPr lang="fr-FR" sz="1400" b="0" strike="noStrike" spc="-1">
                <a:solidFill>
                  <a:srgbClr val="000000"/>
                </a:solidFill>
                <a:latin typeface="Times New Roman"/>
              </a:rPr>
              <a:t>&lt;date/heure&gt;</a:t>
            </a:r>
          </a:p>
        </p:txBody>
      </p:sp>
      <p:sp>
        <p:nvSpPr>
          <p:cNvPr id="76" name="PlaceHolder 5"/>
          <p:cNvSpPr>
            <a:spLocks noGrp="1"/>
          </p:cNvSpPr>
          <p:nvPr>
            <p:ph type="ftr" idx="38"/>
          </p:nvPr>
        </p:nvSpPr>
        <p:spPr>
          <a:xfrm>
            <a:off x="0" y="10157400"/>
            <a:ext cx="3280680" cy="534240"/>
          </a:xfrm>
          <a:prstGeom prst="rect">
            <a:avLst/>
          </a:prstGeom>
          <a:noFill/>
          <a:ln w="0">
            <a:noFill/>
          </a:ln>
        </p:spPr>
        <p:txBody>
          <a:bodyPr lIns="0" tIns="0" rIns="0" bIns="0" anchor="b">
            <a:noAutofit/>
          </a:bodyPr>
          <a:lstStyle>
            <a:lvl1pPr indent="0">
              <a:buNone/>
              <a:defRPr lang="fr-FR" sz="1400" b="0" strike="noStrike" spc="-1">
                <a:solidFill>
                  <a:srgbClr val="000000"/>
                </a:solidFill>
                <a:latin typeface="Times New Roman"/>
              </a:defRPr>
            </a:lvl1pPr>
          </a:lstStyle>
          <a:p>
            <a:pPr indent="0">
              <a:buNone/>
            </a:pPr>
            <a:r>
              <a:rPr lang="fr-FR" sz="1400" b="0" strike="noStrike" spc="-1">
                <a:solidFill>
                  <a:srgbClr val="000000"/>
                </a:solidFill>
                <a:latin typeface="Times New Roman"/>
              </a:rPr>
              <a:t>&lt;pied de page&gt;</a:t>
            </a:r>
          </a:p>
        </p:txBody>
      </p:sp>
      <p:sp>
        <p:nvSpPr>
          <p:cNvPr id="77" name="PlaceHolder 6"/>
          <p:cNvSpPr>
            <a:spLocks noGrp="1"/>
          </p:cNvSpPr>
          <p:nvPr>
            <p:ph type="sldNum" idx="39"/>
          </p:nvPr>
        </p:nvSpPr>
        <p:spPr>
          <a:xfrm>
            <a:off x="4278960" y="10157400"/>
            <a:ext cx="3280680" cy="534240"/>
          </a:xfrm>
          <a:prstGeom prst="rect">
            <a:avLst/>
          </a:prstGeom>
          <a:noFill/>
          <a:ln w="0">
            <a:noFill/>
          </a:ln>
        </p:spPr>
        <p:txBody>
          <a:bodyPr lIns="0" tIns="0" rIns="0" bIns="0" anchor="b">
            <a:noAutofit/>
          </a:bodyPr>
          <a:lstStyle>
            <a:lvl1pPr indent="0" algn="r">
              <a:buNone/>
              <a:defRPr lang="fr-FR" sz="1400" b="0" strike="noStrike" spc="-1">
                <a:solidFill>
                  <a:srgbClr val="000000"/>
                </a:solidFill>
                <a:latin typeface="Times New Roman"/>
              </a:defRPr>
            </a:lvl1pPr>
          </a:lstStyle>
          <a:p>
            <a:pPr indent="0" algn="r">
              <a:buNone/>
            </a:pPr>
            <a:fld id="{D6D659F5-58EC-4614-A781-E93311C02A92}" type="slidenum">
              <a:rPr lang="fr-FR" sz="1400" b="0" strike="noStrike" spc="-1">
                <a:solidFill>
                  <a:srgbClr val="000000"/>
                </a:solidFill>
                <a:latin typeface="Times New Roman"/>
              </a:rPr>
              <a:t>‹N°›</a:t>
            </a:fld>
            <a:endParaRPr lang="fr-FR"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PlaceHolder 1"/>
          <p:cNvSpPr>
            <a:spLocks noGrp="1" noRot="1" noChangeAspect="1"/>
          </p:cNvSpPr>
          <p:nvPr>
            <p:ph type="sldImg"/>
          </p:nvPr>
        </p:nvSpPr>
        <p:spPr>
          <a:xfrm>
            <a:off x="685800" y="1143000"/>
            <a:ext cx="5486040" cy="3085920"/>
          </a:xfrm>
          <a:prstGeom prst="rect">
            <a:avLst/>
          </a:prstGeom>
          <a:ln w="0">
            <a:noFill/>
          </a:ln>
        </p:spPr>
      </p:sp>
      <p:sp>
        <p:nvSpPr>
          <p:cNvPr id="29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fr-FR" sz="1800" b="0" strike="noStrike" spc="-1">
              <a:solidFill>
                <a:srgbClr val="000000"/>
              </a:solidFill>
              <a:latin typeface="Arial"/>
            </a:endParaRPr>
          </a:p>
        </p:txBody>
      </p:sp>
      <p:sp>
        <p:nvSpPr>
          <p:cNvPr id="299" name="PlaceHolder 3"/>
          <p:cNvSpPr>
            <a:spLocks noGrp="1"/>
          </p:cNvSpPr>
          <p:nvPr>
            <p:ph type="sldNum" idx="5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fr-FR" sz="1200" b="0" strike="noStrike" spc="-1">
                <a:solidFill>
                  <a:srgbClr val="000000"/>
                </a:solidFill>
                <a:latin typeface="Times New Roman"/>
              </a:defRPr>
            </a:lvl1pPr>
          </a:lstStyle>
          <a:p>
            <a:pPr indent="0" algn="r">
              <a:lnSpc>
                <a:spcPct val="100000"/>
              </a:lnSpc>
              <a:buNone/>
            </a:pPr>
            <a:fld id="{FD815D89-64B8-434A-8620-6D38C7286297}" type="slidenum">
              <a:rPr lang="fr-FR" sz="1200" b="0" strike="noStrike" spc="-1">
                <a:solidFill>
                  <a:srgbClr val="000000"/>
                </a:solidFill>
                <a:latin typeface="Times New Roman"/>
              </a:rPr>
              <a:t>1</a:t>
            </a:fld>
            <a:endParaRPr lang="fr-FR" sz="1200" b="0" strike="noStrike" spc="-1">
              <a:solidFill>
                <a:srgbClr val="000000"/>
              </a:solidFill>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PlaceHolder 1"/>
          <p:cNvSpPr>
            <a:spLocks noGrp="1" noRot="1" noChangeAspect="1"/>
          </p:cNvSpPr>
          <p:nvPr>
            <p:ph type="sldImg"/>
          </p:nvPr>
        </p:nvSpPr>
        <p:spPr>
          <a:xfrm>
            <a:off x="685800" y="1143000"/>
            <a:ext cx="5486040" cy="3085920"/>
          </a:xfrm>
          <a:prstGeom prst="rect">
            <a:avLst/>
          </a:prstGeom>
          <a:ln w="0">
            <a:noFill/>
          </a:ln>
        </p:spPr>
      </p:sp>
      <p:sp>
        <p:nvSpPr>
          <p:cNvPr id="30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171360" indent="-171360" defTabSz="914400">
              <a:lnSpc>
                <a:spcPct val="100000"/>
              </a:lnSpc>
              <a:buNone/>
              <a:tabLst>
                <a:tab pos="0" algn="l"/>
              </a:tabLst>
            </a:pPr>
            <a:r>
              <a:rPr lang="fr-FR" sz="1200" b="0" strike="noStrike" spc="-1">
                <a:solidFill>
                  <a:srgbClr val="000000"/>
                </a:solidFill>
                <a:latin typeface="Calibri"/>
                <a:ea typeface="+mn-ea"/>
              </a:rPr>
              <a:t>/La classe puzzle c’est une méthode d’apprentissage coopérative qui a été créé en 1978 par Aronson et ses collaborateurs aux USA suite à la déségrégation des écoles dans le but de favoriser l’intégration des minorités.</a:t>
            </a:r>
            <a:endParaRPr lang="fr-FR" sz="1200" b="0" strike="noStrike" spc="-1">
              <a:solidFill>
                <a:srgbClr val="000000"/>
              </a:solidFill>
              <a:latin typeface="Arial"/>
            </a:endParaRPr>
          </a:p>
          <a:p>
            <a:pPr marL="171360" indent="-171360" defTabSz="914400">
              <a:lnSpc>
                <a:spcPct val="100000"/>
              </a:lnSpc>
              <a:buNone/>
              <a:tabLst>
                <a:tab pos="0" algn="l"/>
              </a:tabLst>
            </a:pPr>
            <a:r>
              <a:rPr lang="fr-FR" sz="1200" b="0" strike="noStrike" spc="-1">
                <a:solidFill>
                  <a:srgbClr val="000000"/>
                </a:solidFill>
                <a:latin typeface="Calibri"/>
                <a:ea typeface="+mn-ea"/>
              </a:rPr>
              <a:t>Les travaux d’Aronson sont notamment basés sur l’hypothèse du contact d’Allport qui stipule que l’un des critères pour modifier l'atmosphère compétitive qui regnait au sein des classes etait d'amener les élèves à se considérer comme des ressources et non plus comme des concurrents et pour ce faire le contact doit se dérouler dans un contexte de coopération dans le but d’atteindre un objectif commun comme c’est le cas dans la classe puzzle.</a:t>
            </a:r>
            <a:endParaRPr lang="fr-FR" sz="1200" b="0" strike="noStrike" spc="-1">
              <a:solidFill>
                <a:srgbClr val="000000"/>
              </a:solidFill>
              <a:latin typeface="Arial"/>
            </a:endParaRPr>
          </a:p>
          <a:p>
            <a:pPr indent="0" defTabSz="914400">
              <a:lnSpc>
                <a:spcPct val="100000"/>
              </a:lnSpc>
              <a:buNone/>
              <a:tabLst>
                <a:tab pos="0" algn="l"/>
              </a:tabLst>
            </a:pPr>
            <a:endParaRPr lang="fr-FR" sz="1200" b="0" strike="noStrike" spc="-1">
              <a:solidFill>
                <a:srgbClr val="000000"/>
              </a:solidFill>
              <a:latin typeface="Arial"/>
            </a:endParaRPr>
          </a:p>
          <a:p>
            <a:pPr marL="171360" indent="-171360" defTabSz="914400">
              <a:lnSpc>
                <a:spcPct val="100000"/>
              </a:lnSpc>
              <a:buNone/>
              <a:tabLst>
                <a:tab pos="0" algn="l"/>
              </a:tabLst>
            </a:pPr>
            <a:r>
              <a:rPr lang="fr-FR" sz="1200" b="0" strike="noStrike" spc="-1">
                <a:solidFill>
                  <a:srgbClr val="000000"/>
                </a:solidFill>
                <a:latin typeface="Calibri"/>
                <a:ea typeface="+mn-ea"/>
              </a:rPr>
              <a:t>/La classe puzzle comment ca fonctionne ont a donc notre groupe classe composé de x élèves. </a:t>
            </a:r>
            <a:endParaRPr lang="fr-FR" sz="1200" b="0" strike="noStrike" spc="-1">
              <a:solidFill>
                <a:srgbClr val="000000"/>
              </a:solidFill>
              <a:latin typeface="Arial"/>
            </a:endParaRPr>
          </a:p>
          <a:p>
            <a:pPr marL="171360" indent="-171360" defTabSz="914400">
              <a:lnSpc>
                <a:spcPct val="100000"/>
              </a:lnSpc>
              <a:buNone/>
              <a:tabLst>
                <a:tab pos="0" algn="l"/>
              </a:tabLst>
            </a:pPr>
            <a:r>
              <a:rPr lang="fr-FR" sz="1200" b="0" strike="noStrike" spc="-1">
                <a:solidFill>
                  <a:srgbClr val="000000"/>
                </a:solidFill>
                <a:latin typeface="Calibri"/>
                <a:ea typeface="+mn-ea"/>
              </a:rPr>
              <a:t>//Dans une première phase on va constituer des petits groupes de 4 à 6 élèves assez hétérogène en terme notamment de niveau scolaire et chaque membre des groupes va travailler individuellement une partie du matériel à apprendre qui a préalablement été divisé par l’enseignant. </a:t>
            </a:r>
            <a:endParaRPr lang="fr-FR" sz="1200" b="0" strike="noStrike" spc="-1">
              <a:solidFill>
                <a:srgbClr val="000000"/>
              </a:solidFill>
              <a:latin typeface="Arial"/>
            </a:endParaRPr>
          </a:p>
          <a:p>
            <a:pPr marL="171360" indent="-171360" defTabSz="914400">
              <a:lnSpc>
                <a:spcPct val="100000"/>
              </a:lnSpc>
              <a:buNone/>
              <a:tabLst>
                <a:tab pos="0" algn="l"/>
              </a:tabLst>
            </a:pPr>
            <a:r>
              <a:rPr lang="fr-FR" sz="1200" b="0" strike="noStrike" spc="-1">
                <a:solidFill>
                  <a:srgbClr val="000000"/>
                </a:solidFill>
                <a:latin typeface="Calibri"/>
                <a:ea typeface="+mn-ea"/>
              </a:rPr>
              <a:t>/Si on prend l’exemple d’une classe qui travaillerait sur un article scientifique, on pourrait diviser l’article en 4 synthèses de la façon suivante, introduction, méthode, résultats et discussion</a:t>
            </a:r>
            <a:endParaRPr lang="fr-FR" sz="1200" b="0" strike="noStrike" spc="-1">
              <a:solidFill>
                <a:srgbClr val="000000"/>
              </a:solidFill>
              <a:latin typeface="Arial"/>
            </a:endParaRPr>
          </a:p>
          <a:p>
            <a:pPr marL="171360" indent="-171360" defTabSz="914400">
              <a:lnSpc>
                <a:spcPct val="100000"/>
              </a:lnSpc>
              <a:buNone/>
              <a:tabLst>
                <a:tab pos="0" algn="l"/>
              </a:tabLst>
            </a:pPr>
            <a:r>
              <a:rPr lang="fr-FR" sz="1200" b="0" strike="noStrike" spc="-1">
                <a:solidFill>
                  <a:srgbClr val="000000"/>
                </a:solidFill>
                <a:latin typeface="Calibri"/>
                <a:ea typeface="+mn-ea"/>
              </a:rPr>
              <a:t>//Dans un second temps, chaque élève va quitter son groupe pour rencontrer dans un nouveau groupe de travail les élèves qui disposent du même corpus d’informations qu’eux, c’est ce qu’on va appeler la phase des groupes experts dans lesquels ils vont échanger et synthétiser les informations qui leur ont été assignées.</a:t>
            </a:r>
            <a:endParaRPr lang="fr-FR" sz="1200" b="0" strike="noStrike" spc="-1">
              <a:solidFill>
                <a:srgbClr val="000000"/>
              </a:solidFill>
              <a:latin typeface="Arial"/>
            </a:endParaRPr>
          </a:p>
          <a:p>
            <a:pPr marL="171360" indent="-171360" defTabSz="914400">
              <a:lnSpc>
                <a:spcPct val="100000"/>
              </a:lnSpc>
              <a:buNone/>
              <a:tabLst>
                <a:tab pos="0" algn="l"/>
              </a:tabLst>
            </a:pPr>
            <a:r>
              <a:rPr lang="fr-FR" sz="1200" b="0" strike="noStrike" spc="-1">
                <a:solidFill>
                  <a:srgbClr val="000000"/>
                </a:solidFill>
                <a:latin typeface="Calibri"/>
                <a:ea typeface="+mn-ea"/>
              </a:rPr>
              <a:t>//Enfin dans la derniere étape, les élèves retournent dans leur groupe d’origine et vont exposer à leurs camarades le matériel sur lequel ils sont devenus en principe experts, de cette façon tous les élèves si ils échangent bien peuvent tous accéder à l’entiereté de l’article.</a:t>
            </a:r>
            <a:endParaRPr lang="fr-FR" sz="1200" b="0" strike="noStrike" spc="-1">
              <a:solidFill>
                <a:srgbClr val="000000"/>
              </a:solidFill>
              <a:latin typeface="Arial"/>
            </a:endParaRPr>
          </a:p>
          <a:p>
            <a:pPr marL="171360" indent="0" defTabSz="914400">
              <a:lnSpc>
                <a:spcPct val="100000"/>
              </a:lnSpc>
              <a:buNone/>
              <a:tabLst>
                <a:tab pos="0" algn="l"/>
              </a:tabLst>
            </a:pPr>
            <a:endParaRPr lang="fr-FR" sz="1200" b="0" strike="noStrike" spc="-1">
              <a:solidFill>
                <a:srgbClr val="000000"/>
              </a:solidFill>
              <a:latin typeface="Arial"/>
            </a:endParaRPr>
          </a:p>
        </p:txBody>
      </p:sp>
      <p:sp>
        <p:nvSpPr>
          <p:cNvPr id="302" name="PlaceHolder 3"/>
          <p:cNvSpPr>
            <a:spLocks noGrp="1"/>
          </p:cNvSpPr>
          <p:nvPr>
            <p:ph type="sldNum" idx="5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fr-FR" sz="1200" b="0" strike="noStrike" spc="-1">
                <a:solidFill>
                  <a:srgbClr val="000000"/>
                </a:solidFill>
                <a:latin typeface="Times New Roman"/>
              </a:defRPr>
            </a:lvl1pPr>
          </a:lstStyle>
          <a:p>
            <a:pPr indent="0" algn="r">
              <a:lnSpc>
                <a:spcPct val="100000"/>
              </a:lnSpc>
              <a:buNone/>
            </a:pPr>
            <a:fld id="{1CBD854C-F105-4F8D-8A06-F072D9ECCF97}" type="slidenum">
              <a:rPr lang="fr-FR" sz="1200" b="0" strike="noStrike" spc="-1">
                <a:solidFill>
                  <a:srgbClr val="000000"/>
                </a:solidFill>
                <a:latin typeface="Times New Roman"/>
              </a:rPr>
              <a:t>2</a:t>
            </a:fld>
            <a:endParaRPr lang="fr-FR" sz="1200" b="0" strike="noStrike" spc="-1">
              <a:solidFill>
                <a:srgbClr val="000000"/>
              </a:solidFill>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 name="PlaceHolder 1"/>
          <p:cNvSpPr>
            <a:spLocks noGrp="1" noRot="1" noChangeAspect="1"/>
          </p:cNvSpPr>
          <p:nvPr>
            <p:ph type="sldImg"/>
          </p:nvPr>
        </p:nvSpPr>
        <p:spPr>
          <a:xfrm>
            <a:off x="685800" y="1143000"/>
            <a:ext cx="5486040" cy="3085920"/>
          </a:xfrm>
          <a:prstGeom prst="rect">
            <a:avLst/>
          </a:prstGeom>
          <a:ln w="0">
            <a:noFill/>
          </a:ln>
        </p:spPr>
      </p:sp>
      <p:sp>
        <p:nvSpPr>
          <p:cNvPr id="30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171360" indent="-171360" defTabSz="914400">
              <a:lnSpc>
                <a:spcPct val="100000"/>
              </a:lnSpc>
              <a:buNone/>
              <a:tabLst>
                <a:tab pos="0" algn="l"/>
              </a:tabLst>
            </a:pPr>
            <a:r>
              <a:rPr lang="fr-FR" sz="1200" b="0" strike="noStrike" spc="-1">
                <a:solidFill>
                  <a:srgbClr val="000000"/>
                </a:solidFill>
                <a:latin typeface="Arial"/>
              </a:rPr>
              <a:t>La classe Puzzle repose sur </a:t>
            </a:r>
            <a:r>
              <a:rPr lang="fr-FR" sz="1200" b="1" strike="noStrike" spc="-1">
                <a:solidFill>
                  <a:srgbClr val="000000"/>
                </a:solidFill>
                <a:latin typeface="Arial"/>
              </a:rPr>
              <a:t>deux éléments centraux </a:t>
            </a:r>
            <a:r>
              <a:rPr lang="fr-FR" sz="1200" b="0" strike="noStrike" spc="-1">
                <a:solidFill>
                  <a:srgbClr val="000000"/>
                </a:solidFill>
                <a:latin typeface="Arial"/>
              </a:rPr>
              <a:t>qui vont structurer le travail de groupe :</a:t>
            </a:r>
          </a:p>
          <a:p>
            <a:pPr marL="171360" indent="-171360" defTabSz="914400">
              <a:lnSpc>
                <a:spcPct val="100000"/>
              </a:lnSpc>
              <a:buNone/>
              <a:tabLst>
                <a:tab pos="0" algn="l"/>
              </a:tabLst>
            </a:pPr>
            <a:endParaRPr lang="fr-FR" sz="1200" b="0" strike="noStrike" spc="-1">
              <a:solidFill>
                <a:srgbClr val="000000"/>
              </a:solidFill>
              <a:latin typeface="Arial"/>
            </a:endParaRPr>
          </a:p>
          <a:p>
            <a:pPr marL="171360" indent="-171360" defTabSz="914400">
              <a:lnSpc>
                <a:spcPct val="100000"/>
              </a:lnSpc>
              <a:buNone/>
              <a:tabLst>
                <a:tab pos="0" algn="l"/>
              </a:tabLst>
            </a:pPr>
            <a:r>
              <a:rPr lang="fr-FR" sz="1200" b="1" strike="noStrike" spc="-1">
                <a:solidFill>
                  <a:schemeClr val="accent6"/>
                </a:solidFill>
                <a:latin typeface="+mn-lt"/>
                <a:ea typeface="+mn-ea"/>
              </a:rPr>
              <a:t>/L’interdépendance positive</a:t>
            </a:r>
            <a:r>
              <a:rPr lang="fr-FR" sz="1200" b="1" i="1" strike="noStrike" spc="-1">
                <a:solidFill>
                  <a:schemeClr val="accent6"/>
                </a:solidFill>
                <a:latin typeface="+mn-lt"/>
                <a:ea typeface="+mn-ea"/>
              </a:rPr>
              <a:t>, </a:t>
            </a:r>
            <a:r>
              <a:rPr lang="fr-FR" sz="1200" b="0" strike="noStrike" spc="-1">
                <a:solidFill>
                  <a:srgbClr val="000000"/>
                </a:solidFill>
                <a:latin typeface="+mn-lt"/>
                <a:ea typeface="+mn-ea"/>
              </a:rPr>
              <a:t>qui implique que la réussite du groupe est conditionnée par la contribution et la réussite de chaque membre du groupe. </a:t>
            </a:r>
            <a:r>
              <a:rPr lang="fr-FR" sz="1200" b="0" strike="noStrike" spc="-1">
                <a:solidFill>
                  <a:schemeClr val="dk1"/>
                </a:solidFill>
                <a:latin typeface="+mn-lt"/>
                <a:ea typeface="+mn-ea"/>
              </a:rPr>
              <a:t>Elle permet aux élèves d’un groupe coopératif de percevoir que leur réussite dépend de celle des autres élèves avec qui ils sont associés et cela, en vue d’atteindre un objectif commun.</a:t>
            </a:r>
            <a:endParaRPr lang="fr-FR" sz="1200" b="0" strike="noStrike" spc="-1">
              <a:solidFill>
                <a:srgbClr val="000000"/>
              </a:solidFill>
              <a:latin typeface="Arial"/>
            </a:endParaRPr>
          </a:p>
          <a:p>
            <a:pPr marL="171360" indent="-171360" defTabSz="914400">
              <a:lnSpc>
                <a:spcPct val="100000"/>
              </a:lnSpc>
              <a:buNone/>
              <a:tabLst>
                <a:tab pos="0" algn="l"/>
              </a:tabLst>
            </a:pPr>
            <a:endParaRPr lang="fr-FR" sz="1200" b="0" strike="noStrike" spc="-1">
              <a:solidFill>
                <a:srgbClr val="000000"/>
              </a:solidFill>
              <a:latin typeface="Arial"/>
            </a:endParaRPr>
          </a:p>
          <a:p>
            <a:pPr marL="171360" indent="-171360" defTabSz="914400">
              <a:lnSpc>
                <a:spcPct val="100000"/>
              </a:lnSpc>
              <a:buNone/>
              <a:tabLst>
                <a:tab pos="0" algn="l"/>
              </a:tabLst>
            </a:pPr>
            <a:r>
              <a:rPr lang="fr-FR" sz="1200" b="1" strike="noStrike" spc="-1">
                <a:solidFill>
                  <a:schemeClr val="accent6"/>
                </a:solidFill>
                <a:latin typeface="+mn-lt"/>
                <a:ea typeface="+mn-ea"/>
              </a:rPr>
              <a:t>//La responsabilité individuelle, </a:t>
            </a:r>
            <a:r>
              <a:rPr lang="fr-FR" sz="1200" b="0" strike="noStrike" spc="-1">
                <a:solidFill>
                  <a:srgbClr val="000000"/>
                </a:solidFill>
                <a:latin typeface="+mn-lt"/>
                <a:ea typeface="+mn-ea"/>
              </a:rPr>
              <a:t>qui implique que chaque membre du groupe doit apporter sa contribution à travers la tâche qui lui est assignée. </a:t>
            </a:r>
            <a:r>
              <a:rPr lang="fr-FR" sz="1200" b="0" strike="noStrike" spc="-1">
                <a:solidFill>
                  <a:schemeClr val="dk1"/>
                </a:solidFill>
                <a:latin typeface="+mn-lt"/>
                <a:ea typeface="+mn-ea"/>
              </a:rPr>
              <a:t>Elle est présente lorsque les élèves se sentent responsables de leur apprentissage et perçoivent que leur propre effort, est essentiel pour atteindre les objectifs fixés pour le groupe.</a:t>
            </a:r>
            <a:endParaRPr lang="fr-FR" sz="1200" b="0" strike="noStrike" spc="-1">
              <a:solidFill>
                <a:srgbClr val="000000"/>
              </a:solidFill>
              <a:latin typeface="Arial"/>
            </a:endParaRPr>
          </a:p>
          <a:p>
            <a:pPr marL="171360" indent="-171360" defTabSz="914400">
              <a:lnSpc>
                <a:spcPct val="100000"/>
              </a:lnSpc>
              <a:buNone/>
              <a:tabLst>
                <a:tab pos="0" algn="l"/>
              </a:tabLst>
            </a:pPr>
            <a:endParaRPr lang="fr-FR" sz="1200" b="0" strike="noStrike" spc="-1">
              <a:solidFill>
                <a:srgbClr val="000000"/>
              </a:solidFill>
              <a:latin typeface="Arial"/>
            </a:endParaRPr>
          </a:p>
          <a:p>
            <a:pPr marL="171360" indent="-171360" defTabSz="914400">
              <a:lnSpc>
                <a:spcPct val="100000"/>
              </a:lnSpc>
              <a:buNone/>
              <a:tabLst>
                <a:tab pos="0" algn="l"/>
              </a:tabLst>
            </a:pPr>
            <a:r>
              <a:rPr lang="fr-FR" sz="1200" b="0" strike="noStrike" spc="-1">
                <a:solidFill>
                  <a:schemeClr val="dk1"/>
                </a:solidFill>
                <a:latin typeface="+mn-lt"/>
                <a:ea typeface="+mn-ea"/>
              </a:rPr>
              <a:t>Le fait de résumer des informations pour leurs camarades, d’enseigner des parties, etc est en principe particulièrement bénéfique ; se poser mutuellement des questions devraient permettre de co-construire des connaissances et d’approfondir la compréhension</a:t>
            </a:r>
            <a:endParaRPr lang="fr-FR" sz="1200" b="0" strike="noStrike" spc="-1">
              <a:solidFill>
                <a:srgbClr val="000000"/>
              </a:solidFill>
              <a:latin typeface="Arial"/>
            </a:endParaRPr>
          </a:p>
          <a:p>
            <a:pPr marL="171360" indent="-171360" defTabSz="914400">
              <a:lnSpc>
                <a:spcPct val="100000"/>
              </a:lnSpc>
              <a:buNone/>
              <a:tabLst>
                <a:tab pos="0" algn="l"/>
              </a:tabLst>
            </a:pPr>
            <a:endParaRPr lang="fr-FR" sz="1200" b="0" strike="noStrike" spc="-1">
              <a:solidFill>
                <a:srgbClr val="000000"/>
              </a:solidFill>
              <a:latin typeface="Arial"/>
            </a:endParaRPr>
          </a:p>
          <a:p>
            <a:pPr marL="171360" indent="-171360" defTabSz="914400">
              <a:lnSpc>
                <a:spcPct val="100000"/>
              </a:lnSpc>
              <a:buNone/>
              <a:tabLst>
                <a:tab pos="0" algn="l"/>
              </a:tabLst>
            </a:pPr>
            <a:endParaRPr lang="fr-FR" sz="1200" b="0" strike="noStrike" spc="-1">
              <a:solidFill>
                <a:srgbClr val="000000"/>
              </a:solidFill>
              <a:latin typeface="Arial"/>
            </a:endParaRPr>
          </a:p>
          <a:p>
            <a:pPr marL="171360" indent="0" defTabSz="914400">
              <a:lnSpc>
                <a:spcPct val="100000"/>
              </a:lnSpc>
              <a:buNone/>
              <a:tabLst>
                <a:tab pos="0" algn="l"/>
              </a:tabLst>
            </a:pPr>
            <a:endParaRPr lang="fr-FR" sz="1200" b="0" strike="noStrike" spc="-1">
              <a:solidFill>
                <a:srgbClr val="000000"/>
              </a:solidFill>
              <a:latin typeface="Arial"/>
            </a:endParaRPr>
          </a:p>
        </p:txBody>
      </p:sp>
      <p:sp>
        <p:nvSpPr>
          <p:cNvPr id="305" name="PlaceHolder 3"/>
          <p:cNvSpPr>
            <a:spLocks noGrp="1"/>
          </p:cNvSpPr>
          <p:nvPr>
            <p:ph type="sldNum" idx="5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fr-FR" sz="1200" b="0" strike="noStrike" spc="-1">
                <a:solidFill>
                  <a:srgbClr val="000000"/>
                </a:solidFill>
                <a:latin typeface="Times New Roman"/>
              </a:defRPr>
            </a:lvl1pPr>
          </a:lstStyle>
          <a:p>
            <a:pPr indent="0" algn="r">
              <a:lnSpc>
                <a:spcPct val="100000"/>
              </a:lnSpc>
              <a:buNone/>
            </a:pPr>
            <a:fld id="{32872EED-F940-48A7-9167-439A6F73F3D3}" type="slidenum">
              <a:rPr lang="fr-FR" sz="1200" b="0" strike="noStrike" spc="-1">
                <a:solidFill>
                  <a:srgbClr val="000000"/>
                </a:solidFill>
                <a:latin typeface="Times New Roman"/>
              </a:rPr>
              <a:t>3</a:t>
            </a:fld>
            <a:endParaRPr lang="fr-FR" sz="1200" b="0" strike="noStrike" spc="-1">
              <a:solidFill>
                <a:srgbClr val="000000"/>
              </a:solidFill>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 name="PlaceHolder 1"/>
          <p:cNvSpPr>
            <a:spLocks noGrp="1" noRot="1" noChangeAspect="1"/>
          </p:cNvSpPr>
          <p:nvPr>
            <p:ph type="sldImg"/>
          </p:nvPr>
        </p:nvSpPr>
        <p:spPr>
          <a:xfrm>
            <a:off x="685800" y="1143000"/>
            <a:ext cx="5486040" cy="3085920"/>
          </a:xfrm>
          <a:prstGeom prst="rect">
            <a:avLst/>
          </a:prstGeom>
          <a:ln w="0">
            <a:noFill/>
          </a:ln>
        </p:spPr>
      </p:sp>
      <p:sp>
        <p:nvSpPr>
          <p:cNvPr id="30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fr-FR" sz="1200" b="0" strike="noStrike" spc="-1">
                <a:solidFill>
                  <a:schemeClr val="dk1"/>
                </a:solidFill>
                <a:latin typeface="+mn-lt"/>
                <a:ea typeface="+mn-ea"/>
              </a:rPr>
              <a:t>Une partie importante de la littérature met en avant des effets positifs de la classe puzzle sur les performances académiques.</a:t>
            </a:r>
            <a:br>
              <a:rPr sz="1200"/>
            </a:br>
            <a:r>
              <a:rPr lang="fr-FR" sz="1200" b="0" strike="noStrike" spc="-1">
                <a:solidFill>
                  <a:schemeClr val="dk1"/>
                </a:solidFill>
                <a:latin typeface="+mn-lt"/>
                <a:ea typeface="+mn-ea"/>
              </a:rPr>
              <a:t>Toutefois, ces effets reposent majoritairement sur des études de petite taille ou sur des dispositifs méthodologiquement fragiles.</a:t>
            </a:r>
            <a:endParaRPr lang="fr-FR" sz="1200" b="0" strike="noStrike" spc="-1">
              <a:solidFill>
                <a:srgbClr val="000000"/>
              </a:solidFill>
              <a:latin typeface="Arial"/>
            </a:endParaRPr>
          </a:p>
          <a:p>
            <a:pPr marL="216000" indent="0">
              <a:lnSpc>
                <a:spcPct val="100000"/>
              </a:lnSpc>
              <a:buNone/>
            </a:pPr>
            <a:r>
              <a:rPr lang="fr-FR" sz="1200" b="0" strike="noStrike" spc="-1">
                <a:solidFill>
                  <a:schemeClr val="dk1"/>
                </a:solidFill>
                <a:latin typeface="+mn-lt"/>
                <a:ea typeface="+mn-ea"/>
              </a:rPr>
              <a:t>Les revues systématiques et méta-analyses les plus récentes montrent au contraire des résultats très hétérogènes et, surtout, des effets moyens nuls ou quasi nuls lorsqu’on se limite aux études les plus rigoureuses sur le plan méthodologique, avec une hétérogénéité élevée.</a:t>
            </a:r>
            <a:endParaRPr lang="fr-FR" sz="1200" b="0" strike="noStrike" spc="-1">
              <a:solidFill>
                <a:srgbClr val="000000"/>
              </a:solidFill>
              <a:latin typeface="Arial"/>
            </a:endParaRPr>
          </a:p>
          <a:p>
            <a:pPr marL="216000" indent="0">
              <a:lnSpc>
                <a:spcPct val="100000"/>
              </a:lnSpc>
              <a:buNone/>
            </a:pPr>
            <a:r>
              <a:rPr lang="fr-FR" sz="1200" b="0" strike="noStrike" spc="-1">
                <a:solidFill>
                  <a:schemeClr val="dk1"/>
                </a:solidFill>
                <a:latin typeface="+mn-lt"/>
                <a:ea typeface="+mn-ea"/>
              </a:rPr>
              <a:t>Cela conduit à une question centrale : dans quelles conditions cette méthode peut-elle réellement améliorer les performances académiques ?</a:t>
            </a:r>
            <a:endParaRPr lang="fr-FR" sz="1200" b="0" strike="noStrike" spc="-1">
              <a:solidFill>
                <a:srgbClr val="000000"/>
              </a:solidFill>
              <a:latin typeface="Arial"/>
            </a:endParaRPr>
          </a:p>
          <a:p>
            <a:pPr indent="0" defTabSz="914400">
              <a:lnSpc>
                <a:spcPct val="100000"/>
              </a:lnSpc>
              <a:buNone/>
              <a:tabLst>
                <a:tab pos="0" algn="l"/>
              </a:tabLst>
            </a:pPr>
            <a:endParaRPr lang="fr-FR" sz="1200" b="0" strike="noStrike" spc="-1">
              <a:solidFill>
                <a:srgbClr val="000000"/>
              </a:solidFill>
              <a:latin typeface="Arial"/>
            </a:endParaRPr>
          </a:p>
          <a:p>
            <a:pPr indent="0" defTabSz="914400">
              <a:lnSpc>
                <a:spcPct val="100000"/>
              </a:lnSpc>
              <a:buNone/>
              <a:tabLst>
                <a:tab pos="0" algn="l"/>
              </a:tabLst>
            </a:pPr>
            <a:r>
              <a:rPr lang="fr-FR" sz="2000" b="0" strike="noStrike" spc="-1">
                <a:solidFill>
                  <a:srgbClr val="000000"/>
                </a:solidFill>
                <a:latin typeface="+mn-lt"/>
                <a:ea typeface="+mn-ea"/>
              </a:rPr>
              <a:t>Ces résultats suggèrent aussi que l’hétérogénéité élevée n’est pas due aux variations au sein des études elles-mêmes. Elle semble plutôt s’expliquer par des modérations, un possible biais de publication ou des fluctuations importantes dans les effets observés.</a:t>
            </a:r>
            <a:endParaRPr lang="fr-FR" sz="2000" b="0" strike="noStrike" spc="-1">
              <a:solidFill>
                <a:srgbClr val="000000"/>
              </a:solidFill>
              <a:latin typeface="Arial"/>
            </a:endParaRPr>
          </a:p>
          <a:p>
            <a:pPr indent="0" defTabSz="914400">
              <a:lnSpc>
                <a:spcPct val="100000"/>
              </a:lnSpc>
              <a:buNone/>
              <a:tabLst>
                <a:tab pos="0" algn="l"/>
              </a:tabLst>
            </a:pPr>
            <a:endParaRPr lang="fr-FR" sz="1200" b="0" strike="noStrike" spc="-1">
              <a:solidFill>
                <a:srgbClr val="000000"/>
              </a:solidFill>
              <a:latin typeface="Arial"/>
            </a:endParaRPr>
          </a:p>
        </p:txBody>
      </p:sp>
      <p:sp>
        <p:nvSpPr>
          <p:cNvPr id="308" name="PlaceHolder 3"/>
          <p:cNvSpPr>
            <a:spLocks noGrp="1"/>
          </p:cNvSpPr>
          <p:nvPr>
            <p:ph type="sldNum" idx="53"/>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fr-FR" sz="1200" b="0" strike="noStrike" spc="-1">
                <a:solidFill>
                  <a:srgbClr val="000000"/>
                </a:solidFill>
                <a:latin typeface="Times New Roman"/>
              </a:defRPr>
            </a:lvl1pPr>
          </a:lstStyle>
          <a:p>
            <a:pPr indent="0" algn="r">
              <a:lnSpc>
                <a:spcPct val="100000"/>
              </a:lnSpc>
              <a:buNone/>
            </a:pPr>
            <a:fld id="{74A49A4F-55D4-4891-9FF4-46B024AA0425}" type="slidenum">
              <a:rPr lang="fr-FR" sz="1200" b="0" strike="noStrike" spc="-1">
                <a:solidFill>
                  <a:srgbClr val="000000"/>
                </a:solidFill>
                <a:latin typeface="Times New Roman"/>
              </a:rPr>
              <a:t>4</a:t>
            </a:fld>
            <a:endParaRPr lang="fr-FR" sz="1200" b="0" strike="noStrike" spc="-1">
              <a:solidFill>
                <a:srgbClr val="000000"/>
              </a:solidFill>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 name="PlaceHolder 1"/>
          <p:cNvSpPr>
            <a:spLocks noGrp="1" noRot="1" noChangeAspect="1"/>
          </p:cNvSpPr>
          <p:nvPr>
            <p:ph type="sldImg"/>
          </p:nvPr>
        </p:nvSpPr>
        <p:spPr>
          <a:xfrm>
            <a:off x="685800" y="1143000"/>
            <a:ext cx="5486040" cy="3085920"/>
          </a:xfrm>
          <a:prstGeom prst="rect">
            <a:avLst/>
          </a:prstGeom>
          <a:ln w="0">
            <a:noFill/>
          </a:ln>
        </p:spPr>
      </p:sp>
      <p:sp>
        <p:nvSpPr>
          <p:cNvPr id="31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171360" indent="-171360" defTabSz="914400">
              <a:lnSpc>
                <a:spcPct val="100000"/>
              </a:lnSpc>
              <a:buNone/>
              <a:tabLst>
                <a:tab pos="0" algn="l"/>
              </a:tabLst>
            </a:pPr>
            <a:r>
              <a:rPr lang="fr-FR" sz="1200" b="0" strike="noStrike" spc="-1">
                <a:solidFill>
                  <a:schemeClr val="dk1"/>
                </a:solidFill>
                <a:latin typeface="+mn-lt"/>
                <a:ea typeface="+mn-ea"/>
              </a:rPr>
              <a:t>Dans le cadre de cette étude et pour tester les effets de la classe puzzle, nous nous appuyons sur une expérimentation longitudinale de grande ampleur menée dans le cadre du projet ProFAN.</a:t>
            </a:r>
            <a:endParaRPr lang="fr-FR" sz="1200" b="0" strike="noStrike" spc="-1">
              <a:solidFill>
                <a:srgbClr val="000000"/>
              </a:solidFill>
              <a:latin typeface="Arial"/>
            </a:endParaRPr>
          </a:p>
          <a:p>
            <a:pPr marL="171360" indent="-171360" defTabSz="914400">
              <a:lnSpc>
                <a:spcPct val="100000"/>
              </a:lnSpc>
              <a:buNone/>
              <a:tabLst>
                <a:tab pos="0" algn="l"/>
              </a:tabLst>
            </a:pPr>
            <a:r>
              <a:rPr lang="fr-FR" sz="1200" b="0" strike="noStrike" spc="-1">
                <a:solidFill>
                  <a:schemeClr val="dk1"/>
                </a:solidFill>
                <a:latin typeface="+mn-lt"/>
                <a:ea typeface="+mn-ea"/>
              </a:rPr>
              <a:t>Plus de 10000 élèves issus de 109 lycées professionnels ont été suivis en classes de 1ere et de terminale sur 2 cohortes successives.</a:t>
            </a:r>
            <a:endParaRPr lang="fr-FR" sz="1200" b="0" strike="noStrike" spc="-1">
              <a:solidFill>
                <a:srgbClr val="000000"/>
              </a:solidFill>
              <a:latin typeface="Arial"/>
            </a:endParaRPr>
          </a:p>
          <a:p>
            <a:pPr marL="171360" indent="0" defTabSz="914400">
              <a:lnSpc>
                <a:spcPct val="100000"/>
              </a:lnSpc>
              <a:buNone/>
              <a:tabLst>
                <a:tab pos="0" algn="l"/>
              </a:tabLst>
            </a:pPr>
            <a:r>
              <a:rPr lang="fr-FR" sz="1200" b="0" strike="noStrike" spc="-1">
                <a:solidFill>
                  <a:schemeClr val="dk1"/>
                </a:solidFill>
                <a:latin typeface="+mn-lt"/>
                <a:ea typeface="+mn-ea"/>
              </a:rPr>
              <a:t>/L’expérimentation concernait trois filières professionnelles: la filière des métiers du soin et du service à la personne, ASSP; la filière commerce et la filière des métiers de l’électricité, melec</a:t>
            </a:r>
            <a:endParaRPr lang="fr-FR" sz="1200" b="0" strike="noStrike" spc="-1">
              <a:solidFill>
                <a:srgbClr val="000000"/>
              </a:solidFill>
              <a:latin typeface="Arial"/>
            </a:endParaRPr>
          </a:p>
          <a:p>
            <a:pPr marL="171360" indent="0" defTabSz="914400">
              <a:lnSpc>
                <a:spcPct val="100000"/>
              </a:lnSpc>
              <a:buNone/>
              <a:tabLst>
                <a:tab pos="0" algn="l"/>
              </a:tabLst>
            </a:pPr>
            <a:r>
              <a:rPr lang="fr-FR" sz="1200" b="0" strike="noStrike" spc="-1">
                <a:solidFill>
                  <a:schemeClr val="dk1"/>
                </a:solidFill>
                <a:latin typeface="+mn-lt"/>
                <a:ea typeface="+mn-ea"/>
              </a:rPr>
              <a:t>/Les élèves ont été évalués à plusieurs niveaux. D’une part, ils ont répondu à une batterie de questionnaires en début et en fin d’année scolaire, permettant de mesurer différentes variables psychosociales, telles que le climat de classe, l’estime de soi, la croyance en la méritocratie etc,</a:t>
            </a:r>
            <a:br>
              <a:rPr sz="1200"/>
            </a:br>
            <a:r>
              <a:rPr lang="fr-FR" sz="1200" b="0" strike="noStrike" spc="-1">
                <a:solidFill>
                  <a:schemeClr val="dk1"/>
                </a:solidFill>
                <a:latin typeface="+mn-lt"/>
                <a:ea typeface="+mn-ea"/>
              </a:rPr>
              <a:t>D’autre part, nous disposions de mesures de performance académique, à la fois dans les disciplines générales — français et mathématiques — et dans les enseignements professionnels pour chaque filière.</a:t>
            </a:r>
            <a:endParaRPr lang="fr-FR" sz="1200" b="0" strike="noStrike" spc="-1">
              <a:solidFill>
                <a:srgbClr val="000000"/>
              </a:solidFill>
              <a:latin typeface="Arial"/>
            </a:endParaRPr>
          </a:p>
          <a:p>
            <a:pPr marL="171360" indent="-171360" defTabSz="914400">
              <a:lnSpc>
                <a:spcPct val="100000"/>
              </a:lnSpc>
              <a:buNone/>
              <a:tabLst>
                <a:tab pos="0" algn="l"/>
              </a:tabLst>
            </a:pPr>
            <a:endParaRPr lang="fr-FR" sz="1200" b="0" strike="noStrike" spc="-1">
              <a:solidFill>
                <a:srgbClr val="000000"/>
              </a:solidFill>
              <a:latin typeface="Arial"/>
            </a:endParaRPr>
          </a:p>
        </p:txBody>
      </p:sp>
      <p:sp>
        <p:nvSpPr>
          <p:cNvPr id="311" name="PlaceHolder 3"/>
          <p:cNvSpPr>
            <a:spLocks noGrp="1"/>
          </p:cNvSpPr>
          <p:nvPr>
            <p:ph type="sldNum" idx="54"/>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fr-FR" sz="1200" b="0" strike="noStrike" spc="-1">
                <a:solidFill>
                  <a:srgbClr val="000000"/>
                </a:solidFill>
                <a:latin typeface="Times New Roman"/>
              </a:defRPr>
            </a:lvl1pPr>
          </a:lstStyle>
          <a:p>
            <a:pPr indent="0" algn="r">
              <a:lnSpc>
                <a:spcPct val="100000"/>
              </a:lnSpc>
              <a:buNone/>
            </a:pPr>
            <a:fld id="{CD7D4075-4F6D-4F85-930D-38369DE053EB}" type="slidenum">
              <a:rPr lang="fr-FR" sz="1200" b="0" strike="noStrike" spc="-1">
                <a:solidFill>
                  <a:srgbClr val="000000"/>
                </a:solidFill>
                <a:latin typeface="Times New Roman"/>
              </a:rPr>
              <a:t>5</a:t>
            </a:fld>
            <a:endParaRPr lang="fr-FR" sz="1200" b="0" strike="noStrike" spc="-1">
              <a:solidFill>
                <a:srgbClr val="000000"/>
              </a:solidFill>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 name="PlaceHolder 1"/>
          <p:cNvSpPr>
            <a:spLocks noGrp="1" noRot="1" noChangeAspect="1"/>
          </p:cNvSpPr>
          <p:nvPr>
            <p:ph type="sldImg"/>
          </p:nvPr>
        </p:nvSpPr>
        <p:spPr>
          <a:xfrm>
            <a:off x="685800" y="1143000"/>
            <a:ext cx="5486040" cy="3085920"/>
          </a:xfrm>
          <a:prstGeom prst="rect">
            <a:avLst/>
          </a:prstGeom>
          <a:ln w="0">
            <a:noFill/>
          </a:ln>
        </p:spPr>
      </p:sp>
      <p:sp>
        <p:nvSpPr>
          <p:cNvPr id="31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fr-FR" sz="1200" b="0" strike="noStrike" spc="-1">
                <a:solidFill>
                  <a:schemeClr val="dk1"/>
                </a:solidFill>
                <a:latin typeface="+mn-lt"/>
                <a:ea typeface="+mn-ea"/>
              </a:rPr>
              <a:t>Trois conditions pédagogiques ont été comparées.</a:t>
            </a:r>
            <a:br>
              <a:rPr sz="2000"/>
            </a:br>
            <a:r>
              <a:rPr lang="fr-FR" sz="2000" b="0" strike="noStrike" spc="-1">
                <a:solidFill>
                  <a:srgbClr val="000000"/>
                </a:solidFill>
                <a:latin typeface="+mn-lt"/>
                <a:ea typeface="+mn-ea"/>
              </a:rPr>
              <a:t>/</a:t>
            </a:r>
            <a:r>
              <a:rPr lang="fr-FR" sz="1200" b="0" strike="noStrike" spc="-1">
                <a:solidFill>
                  <a:schemeClr val="dk1"/>
                </a:solidFill>
                <a:latin typeface="+mn-lt"/>
                <a:ea typeface="+mn-ea"/>
              </a:rPr>
              <a:t>Une condition classe puzzle, reposant sur une coopération fortement structurée et conforme, en théorie aux principes classiques de la méthode, </a:t>
            </a:r>
            <a:endParaRPr lang="fr-FR" sz="1200" b="0" strike="noStrike" spc="-1">
              <a:solidFill>
                <a:srgbClr val="000000"/>
              </a:solidFill>
              <a:latin typeface="Arial"/>
            </a:endParaRPr>
          </a:p>
          <a:p>
            <a:pPr marL="216000" indent="0">
              <a:lnSpc>
                <a:spcPct val="100000"/>
              </a:lnSpc>
              <a:buNone/>
            </a:pPr>
            <a:r>
              <a:rPr lang="fr-FR" sz="1200" b="0" strike="noStrike" spc="-1">
                <a:solidFill>
                  <a:schemeClr val="dk1"/>
                </a:solidFill>
                <a:latin typeface="+mn-lt"/>
                <a:ea typeface="+mn-ea"/>
              </a:rPr>
              <a:t>Je dis en théorie car on a des indicateurs notamment une grille d’observation remplie par les enseignants après chaque séquence pédagogique qui nous a permis d’apprécier l’implémentation de chacune de nos conditions expérimentales et comme vous vous en doutez cette implémentation elle a été très variable selon les classes,</a:t>
            </a:r>
            <a:endParaRPr lang="fr-FR" sz="1200" b="0" strike="noStrike" spc="-1">
              <a:solidFill>
                <a:srgbClr val="000000"/>
              </a:solidFill>
              <a:latin typeface="Arial"/>
            </a:endParaRPr>
          </a:p>
          <a:p>
            <a:pPr marL="216000" indent="0">
              <a:lnSpc>
                <a:spcPct val="100000"/>
              </a:lnSpc>
              <a:buNone/>
            </a:pPr>
            <a:r>
              <a:rPr lang="fr-FR" sz="1200" b="0" strike="noStrike" spc="-1">
                <a:solidFill>
                  <a:schemeClr val="dk1"/>
                </a:solidFill>
                <a:latin typeface="+mn-lt"/>
                <a:ea typeface="+mn-ea"/>
              </a:rPr>
              <a:t>/Une condition de coopération non structurée dans laquelle les élèves travaillaient en groupe, </a:t>
            </a:r>
            <a:endParaRPr lang="fr-FR" sz="1200" b="0" strike="noStrike" spc="-1">
              <a:solidFill>
                <a:srgbClr val="000000"/>
              </a:solidFill>
              <a:latin typeface="Arial"/>
            </a:endParaRPr>
          </a:p>
          <a:p>
            <a:pPr marL="216000" indent="0">
              <a:lnSpc>
                <a:spcPct val="100000"/>
              </a:lnSpc>
              <a:buNone/>
            </a:pPr>
            <a:r>
              <a:rPr lang="fr-FR" sz="1200" b="0" strike="noStrike" spc="-1">
                <a:solidFill>
                  <a:schemeClr val="dk1"/>
                </a:solidFill>
                <a:latin typeface="+mn-lt"/>
                <a:ea typeface="+mn-ea"/>
              </a:rPr>
              <a:t>/et une condition d’enseignement habituel servant de groupe contrôle.</a:t>
            </a:r>
            <a:endParaRPr lang="fr-FR" sz="1200" b="0" strike="noStrike" spc="-1">
              <a:solidFill>
                <a:srgbClr val="000000"/>
              </a:solidFill>
              <a:latin typeface="Arial"/>
            </a:endParaRPr>
          </a:p>
        </p:txBody>
      </p:sp>
      <p:sp>
        <p:nvSpPr>
          <p:cNvPr id="314" name="PlaceHolder 3"/>
          <p:cNvSpPr>
            <a:spLocks noGrp="1"/>
          </p:cNvSpPr>
          <p:nvPr>
            <p:ph type="sldNum" idx="5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fr-FR" sz="1200" b="0" strike="noStrike" spc="-1">
                <a:solidFill>
                  <a:srgbClr val="000000"/>
                </a:solidFill>
                <a:latin typeface="Times New Roman"/>
              </a:defRPr>
            </a:lvl1pPr>
          </a:lstStyle>
          <a:p>
            <a:pPr indent="0" algn="r">
              <a:lnSpc>
                <a:spcPct val="100000"/>
              </a:lnSpc>
              <a:buNone/>
            </a:pPr>
            <a:fld id="{A660D2FE-12D2-49AE-A8B8-F462C1D8FB2A}" type="slidenum">
              <a:rPr lang="fr-FR" sz="1200" b="0" strike="noStrike" spc="-1">
                <a:solidFill>
                  <a:srgbClr val="000000"/>
                </a:solidFill>
                <a:latin typeface="Times New Roman"/>
              </a:rPr>
              <a:t>6</a:t>
            </a:fld>
            <a:endParaRPr lang="fr-FR" sz="1200" b="0" strike="noStrike" spc="-1">
              <a:solidFill>
                <a:srgbClr val="000000"/>
              </a:solidFill>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 name="PlaceHolder 1"/>
          <p:cNvSpPr>
            <a:spLocks noGrp="1" noRot="1" noChangeAspect="1"/>
          </p:cNvSpPr>
          <p:nvPr>
            <p:ph type="sldImg"/>
          </p:nvPr>
        </p:nvSpPr>
        <p:spPr>
          <a:xfrm>
            <a:off x="685800" y="1143000"/>
            <a:ext cx="5486040" cy="3085920"/>
          </a:xfrm>
          <a:prstGeom prst="rect">
            <a:avLst/>
          </a:prstGeom>
          <a:ln w="0">
            <a:noFill/>
          </a:ln>
        </p:spPr>
      </p:sp>
      <p:sp>
        <p:nvSpPr>
          <p:cNvPr id="31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fr-FR" sz="1200" b="0" strike="noStrike" spc="-1">
                <a:solidFill>
                  <a:schemeClr val="dk1"/>
                </a:solidFill>
                <a:latin typeface="+mn-lt"/>
                <a:ea typeface="+mn-ea"/>
              </a:rPr>
              <a:t>Dans notre étude, les variables dépendantes portent sur la performance académique des élèves.</a:t>
            </a:r>
            <a:br>
              <a:rPr sz="1200"/>
            </a:br>
            <a:r>
              <a:rPr lang="fr-FR" sz="1200" b="0" strike="noStrike" spc="-1">
                <a:solidFill>
                  <a:schemeClr val="dk1"/>
                </a:solidFill>
                <a:latin typeface="+mn-lt"/>
                <a:ea typeface="+mn-ea"/>
              </a:rPr>
              <a:t>Nous utilisons les notes de fin de semestre en français, en mathématiques et dans les enseignements professionnels, qui ont été standardisées afin de permettre des comparaisons longitudinales et inter-filières.</a:t>
            </a:r>
            <a:endParaRPr lang="fr-FR" sz="1200" b="0" strike="noStrike" spc="-1">
              <a:solidFill>
                <a:srgbClr val="000000"/>
              </a:solidFill>
              <a:latin typeface="Arial"/>
            </a:endParaRPr>
          </a:p>
          <a:p>
            <a:pPr marL="216000" indent="0">
              <a:lnSpc>
                <a:spcPct val="100000"/>
              </a:lnSpc>
              <a:buNone/>
            </a:pPr>
            <a:r>
              <a:rPr lang="fr-FR" sz="1200" b="0" strike="noStrike" spc="-1">
                <a:solidFill>
                  <a:schemeClr val="dk1"/>
                </a:solidFill>
                <a:latin typeface="+mn-lt"/>
                <a:ea typeface="+mn-ea"/>
              </a:rPr>
              <a:t>Ces données ont été analysées à l’aide de modèles multiniveaux de croissance, tenant compte à la fois de la structure hiérarchique des données — élèves, classes et établissements — et de l’évolution des performances au cours de l’année scolaire.</a:t>
            </a:r>
            <a:endParaRPr lang="fr-FR" sz="1200" b="0" strike="noStrike" spc="-1">
              <a:solidFill>
                <a:srgbClr val="000000"/>
              </a:solidFill>
              <a:latin typeface="Arial"/>
            </a:endParaRPr>
          </a:p>
          <a:p>
            <a:pPr marL="216000" indent="0">
              <a:lnSpc>
                <a:spcPct val="100000"/>
              </a:lnSpc>
              <a:buNone/>
            </a:pPr>
            <a:r>
              <a:rPr lang="fr-FR" sz="1200" b="0" strike="noStrike" spc="-1">
                <a:solidFill>
                  <a:schemeClr val="dk1"/>
                </a:solidFill>
                <a:latin typeface="+mn-lt"/>
                <a:ea typeface="+mn-ea"/>
              </a:rPr>
              <a:t>Cette approche permet d’estimer non seulement des différences de niveau moyen entre conditions, mais aussi des différences de trajectoires de performance selon les filières et les disciplines.</a:t>
            </a:r>
            <a:endParaRPr lang="fr-FR" sz="1200" b="0" strike="noStrike" spc="-1">
              <a:solidFill>
                <a:srgbClr val="000000"/>
              </a:solidFill>
              <a:latin typeface="Arial"/>
            </a:endParaRPr>
          </a:p>
          <a:p>
            <a:pPr marL="216000" indent="0">
              <a:lnSpc>
                <a:spcPct val="100000"/>
              </a:lnSpc>
              <a:buNone/>
            </a:pPr>
            <a:endParaRPr lang="fr-FR" sz="1200" b="0" strike="noStrike" spc="-1">
              <a:solidFill>
                <a:srgbClr val="000000"/>
              </a:solidFill>
              <a:latin typeface="Arial"/>
            </a:endParaRPr>
          </a:p>
        </p:txBody>
      </p:sp>
      <p:sp>
        <p:nvSpPr>
          <p:cNvPr id="317" name="PlaceHolder 3"/>
          <p:cNvSpPr>
            <a:spLocks noGrp="1"/>
          </p:cNvSpPr>
          <p:nvPr>
            <p:ph type="sldNum" idx="56"/>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fr-FR" sz="1200" b="0" strike="noStrike" spc="-1">
                <a:solidFill>
                  <a:srgbClr val="000000"/>
                </a:solidFill>
                <a:latin typeface="Times New Roman"/>
              </a:defRPr>
            </a:lvl1pPr>
          </a:lstStyle>
          <a:p>
            <a:pPr indent="0" algn="r">
              <a:lnSpc>
                <a:spcPct val="100000"/>
              </a:lnSpc>
              <a:buNone/>
            </a:pPr>
            <a:fld id="{B055989C-BAAB-40AF-85A3-7BB09F7C2EF2}" type="slidenum">
              <a:rPr lang="fr-FR" sz="1200" b="0" strike="noStrike" spc="-1">
                <a:solidFill>
                  <a:srgbClr val="000000"/>
                </a:solidFill>
                <a:latin typeface="Times New Roman"/>
              </a:rPr>
              <a:t>8</a:t>
            </a:fld>
            <a:endParaRPr lang="fr-FR" sz="1200" b="0" strike="noStrike" spc="-1">
              <a:solidFill>
                <a:srgbClr val="000000"/>
              </a:solidFill>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 name="PlaceHolder 1"/>
          <p:cNvSpPr>
            <a:spLocks noGrp="1" noRot="1" noChangeAspect="1"/>
          </p:cNvSpPr>
          <p:nvPr>
            <p:ph type="sldImg"/>
          </p:nvPr>
        </p:nvSpPr>
        <p:spPr>
          <a:xfrm>
            <a:off x="685800" y="1143000"/>
            <a:ext cx="5486040" cy="3085920"/>
          </a:xfrm>
          <a:prstGeom prst="rect">
            <a:avLst/>
          </a:prstGeom>
          <a:ln w="0">
            <a:noFill/>
          </a:ln>
        </p:spPr>
      </p:sp>
      <p:sp>
        <p:nvSpPr>
          <p:cNvPr id="31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fr-FR" sz="1200" b="0" strike="noStrike" spc="-1">
                <a:solidFill>
                  <a:schemeClr val="dk1"/>
                </a:solidFill>
                <a:latin typeface="+mn-lt"/>
                <a:ea typeface="+mn-ea"/>
              </a:rPr>
              <a:t>Le premier résultat principal est l’absence d’effet global de Jigsaw sur la performance académique.</a:t>
            </a:r>
            <a:endParaRPr lang="fr-FR" sz="1200" b="0" strike="noStrike" spc="-1">
              <a:solidFill>
                <a:srgbClr val="000000"/>
              </a:solidFill>
              <a:latin typeface="Arial"/>
            </a:endParaRPr>
          </a:p>
          <a:p>
            <a:pPr marL="216000" indent="0">
              <a:lnSpc>
                <a:spcPct val="100000"/>
              </a:lnSpc>
              <a:buNone/>
            </a:pPr>
            <a:r>
              <a:rPr lang="fr-FR" sz="1200" b="0" strike="noStrike" spc="-1">
                <a:solidFill>
                  <a:schemeClr val="dk1"/>
                </a:solidFill>
                <a:latin typeface="+mn-lt"/>
                <a:ea typeface="+mn-ea"/>
              </a:rPr>
              <a:t>Quel que soit le domaine considéré — français, mathématiques ou enseignements professionnels — les analyses ne mettent pas en évidence de différence significative entre la condition Jigsaw, la coopération non structurée et l’enseignement habituel.</a:t>
            </a:r>
            <a:endParaRPr lang="fr-FR" sz="1200" b="0" strike="noStrike" spc="-1">
              <a:solidFill>
                <a:srgbClr val="000000"/>
              </a:solidFill>
              <a:latin typeface="Arial"/>
            </a:endParaRPr>
          </a:p>
          <a:p>
            <a:pPr marL="216000" indent="0">
              <a:lnSpc>
                <a:spcPct val="100000"/>
              </a:lnSpc>
              <a:buNone/>
            </a:pPr>
            <a:endParaRPr lang="fr-FR" sz="1200" b="0" strike="noStrike" spc="-1">
              <a:solidFill>
                <a:srgbClr val="000000"/>
              </a:solidFill>
              <a:latin typeface="Arial"/>
            </a:endParaRPr>
          </a:p>
          <a:p>
            <a:pPr marL="216000" indent="0">
              <a:lnSpc>
                <a:spcPct val="100000"/>
              </a:lnSpc>
              <a:buNone/>
            </a:pPr>
            <a:r>
              <a:rPr lang="fr-FR" sz="1200" b="0" strike="noStrike" spc="-1">
                <a:solidFill>
                  <a:schemeClr val="dk1"/>
                </a:solidFill>
                <a:latin typeface="+mn-lt"/>
                <a:ea typeface="+mn-ea"/>
              </a:rPr>
              <a:t>Sur les graphiques de gauche, en mathématiques et en francais, on observe que les trajectoires de performance sont très similaires dans les trois conditions pédagogiques. La classe puzzle en rouge, coopération non structurée en vert et enseignement habituel en bleu.</a:t>
            </a:r>
            <a:br>
              <a:rPr sz="1200"/>
            </a:br>
            <a:r>
              <a:rPr lang="fr-FR" sz="1200" b="0" strike="noStrike" spc="-1">
                <a:solidFill>
                  <a:schemeClr val="dk1"/>
                </a:solidFill>
                <a:latin typeface="+mn-lt"/>
                <a:ea typeface="+mn-ea"/>
              </a:rPr>
              <a:t>Sur les enseignements professionnels des filières commerce et électricité à droite, le constat est le même, les courbes se superposent largement.</a:t>
            </a:r>
            <a:endParaRPr lang="fr-FR" sz="1200" b="0" strike="noStrike" spc="-1">
              <a:solidFill>
                <a:srgbClr val="000000"/>
              </a:solidFill>
              <a:latin typeface="Arial"/>
            </a:endParaRPr>
          </a:p>
          <a:p>
            <a:pPr marL="216000" indent="0">
              <a:lnSpc>
                <a:spcPct val="100000"/>
              </a:lnSpc>
              <a:buNone/>
            </a:pPr>
            <a:endParaRPr lang="fr-FR" sz="1200" b="0" strike="noStrike" spc="-1">
              <a:solidFill>
                <a:srgbClr val="000000"/>
              </a:solidFill>
              <a:latin typeface="Arial"/>
            </a:endParaRPr>
          </a:p>
          <a:p>
            <a:pPr marL="216000" indent="0">
              <a:lnSpc>
                <a:spcPct val="100000"/>
              </a:lnSpc>
              <a:buNone/>
            </a:pPr>
            <a:r>
              <a:rPr lang="fr-FR" sz="1200" b="0" strike="noStrike" spc="-1">
                <a:solidFill>
                  <a:schemeClr val="dk1"/>
                </a:solidFill>
                <a:latin typeface="+mn-lt"/>
                <a:ea typeface="+mn-ea"/>
              </a:rPr>
              <a:t>Les trajectoires de performance sont globalement similaires entre conditions, ce qui indique que l’introduction de Jigsaw, prise isolément, n’entraîne pas d’amélioration des résultats scolaires.</a:t>
            </a:r>
            <a:endParaRPr lang="fr-FR" sz="1200" b="0" strike="noStrike" spc="-1">
              <a:solidFill>
                <a:srgbClr val="000000"/>
              </a:solidFill>
              <a:latin typeface="Arial"/>
            </a:endParaRPr>
          </a:p>
          <a:p>
            <a:pPr marL="216000" indent="0">
              <a:lnSpc>
                <a:spcPct val="100000"/>
              </a:lnSpc>
              <a:buNone/>
            </a:pPr>
            <a:endParaRPr lang="fr-FR" sz="1200" b="0" strike="noStrike" spc="-1">
              <a:solidFill>
                <a:srgbClr val="000000"/>
              </a:solidFill>
              <a:latin typeface="Arial"/>
            </a:endParaRPr>
          </a:p>
          <a:p>
            <a:pPr marL="216000" indent="0">
              <a:lnSpc>
                <a:spcPct val="100000"/>
              </a:lnSpc>
              <a:buNone/>
            </a:pPr>
            <a:r>
              <a:rPr lang="fr-FR" sz="1200" b="0" strike="noStrike" spc="-1">
                <a:solidFill>
                  <a:schemeClr val="dk1"/>
                </a:solidFill>
                <a:latin typeface="+mn-lt"/>
                <a:ea typeface="+mn-ea"/>
              </a:rPr>
              <a:t>Je ne vous les montre pas ici mais ce résultat est stable lorsqu’on considère une fenêtre temporelle ultérieure, à savoir les analyses sur les semestres 2 à 4.</a:t>
            </a:r>
            <a:endParaRPr lang="fr-FR" sz="1200" b="0" strike="noStrike" spc="-1">
              <a:solidFill>
                <a:srgbClr val="000000"/>
              </a:solidFill>
              <a:latin typeface="Arial"/>
            </a:endParaRPr>
          </a:p>
          <a:p>
            <a:pPr marL="216000" indent="0">
              <a:lnSpc>
                <a:spcPct val="100000"/>
              </a:lnSpc>
              <a:buNone/>
            </a:pPr>
            <a:endParaRPr lang="fr-FR" sz="1200" b="0" strike="noStrike" spc="-1">
              <a:solidFill>
                <a:srgbClr val="000000"/>
              </a:solidFill>
              <a:latin typeface="Arial"/>
            </a:endParaRPr>
          </a:p>
          <a:p>
            <a:pPr marL="216000" indent="0">
              <a:lnSpc>
                <a:spcPct val="100000"/>
              </a:lnSpc>
              <a:buNone/>
            </a:pPr>
            <a:endParaRPr lang="fr-FR" sz="1200" b="0" strike="noStrike" spc="-1">
              <a:solidFill>
                <a:srgbClr val="000000"/>
              </a:solidFill>
              <a:latin typeface="Arial"/>
            </a:endParaRPr>
          </a:p>
          <a:p>
            <a:pPr marL="216000" indent="0">
              <a:lnSpc>
                <a:spcPct val="100000"/>
              </a:lnSpc>
              <a:buNone/>
            </a:pPr>
            <a:r>
              <a:rPr lang="fr-FR" sz="1200" b="0" strike="noStrike" spc="-1">
                <a:solidFill>
                  <a:schemeClr val="dk1"/>
                </a:solidFill>
                <a:latin typeface="+mn-lt"/>
                <a:ea typeface="+mn-ea"/>
              </a:rPr>
              <a:t>Red = Jigsaw | Green = Unstructured cooperation | Blue = Business-as-usual</a:t>
            </a:r>
            <a:endParaRPr lang="fr-FR" sz="1200" b="0" strike="noStrike" spc="-1">
              <a:solidFill>
                <a:srgbClr val="000000"/>
              </a:solidFill>
              <a:latin typeface="Arial"/>
            </a:endParaRPr>
          </a:p>
        </p:txBody>
      </p:sp>
      <p:sp>
        <p:nvSpPr>
          <p:cNvPr id="320" name="PlaceHolder 3"/>
          <p:cNvSpPr>
            <a:spLocks noGrp="1"/>
          </p:cNvSpPr>
          <p:nvPr>
            <p:ph type="sldNum" idx="5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fr-FR" sz="1200" b="0" strike="noStrike" spc="-1">
                <a:solidFill>
                  <a:srgbClr val="000000"/>
                </a:solidFill>
                <a:latin typeface="Times New Roman"/>
              </a:defRPr>
            </a:lvl1pPr>
          </a:lstStyle>
          <a:p>
            <a:pPr indent="0" algn="r">
              <a:lnSpc>
                <a:spcPct val="100000"/>
              </a:lnSpc>
              <a:buNone/>
            </a:pPr>
            <a:fld id="{31F3FDDD-E90B-4390-8065-644E12FF53D7}" type="slidenum">
              <a:rPr lang="fr-FR" sz="1200" b="0" strike="noStrike" spc="-1">
                <a:solidFill>
                  <a:srgbClr val="000000"/>
                </a:solidFill>
                <a:latin typeface="Times New Roman"/>
              </a:rPr>
              <a:t>10</a:t>
            </a:fld>
            <a:endParaRPr lang="fr-FR" sz="1200" b="0" strike="noStrike" spc="-1">
              <a:solidFill>
                <a:srgbClr val="000000"/>
              </a:solidFill>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 name="PlaceHolder 1"/>
          <p:cNvSpPr>
            <a:spLocks noGrp="1" noRot="1" noChangeAspect="1"/>
          </p:cNvSpPr>
          <p:nvPr>
            <p:ph type="sldImg"/>
          </p:nvPr>
        </p:nvSpPr>
        <p:spPr>
          <a:xfrm>
            <a:off x="685800" y="1143000"/>
            <a:ext cx="5486040" cy="3085920"/>
          </a:xfrm>
          <a:prstGeom prst="rect">
            <a:avLst/>
          </a:prstGeom>
          <a:ln w="0">
            <a:noFill/>
          </a:ln>
        </p:spPr>
      </p:sp>
      <p:sp>
        <p:nvSpPr>
          <p:cNvPr id="32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fr-FR" sz="1200" b="0" strike="noStrike" spc="-1">
                <a:solidFill>
                  <a:schemeClr val="dk1"/>
                </a:solidFill>
                <a:latin typeface="+mn-lt"/>
                <a:ea typeface="+mn-ea"/>
              </a:rPr>
              <a:t>Ce résultat global nul masque cependant une exception.</a:t>
            </a:r>
            <a:endParaRPr lang="fr-FR" sz="1200" b="0" strike="noStrike" spc="-1">
              <a:solidFill>
                <a:srgbClr val="000000"/>
              </a:solidFill>
              <a:latin typeface="Arial"/>
            </a:endParaRPr>
          </a:p>
          <a:p>
            <a:pPr marL="216000" indent="0">
              <a:lnSpc>
                <a:spcPct val="100000"/>
              </a:lnSpc>
              <a:buNone/>
            </a:pPr>
            <a:r>
              <a:rPr lang="fr-FR" sz="1200" b="0" strike="noStrike" spc="-1">
                <a:solidFill>
                  <a:schemeClr val="dk1"/>
                </a:solidFill>
                <a:latin typeface="+mn-lt"/>
                <a:ea typeface="+mn-ea"/>
              </a:rPr>
              <a:t>Dans la filière ASSP, et plus précisément dans les enseignements professionnels, nous observons un effet positif de Jigsaw sur la performance académique.</a:t>
            </a:r>
            <a:br>
              <a:rPr sz="1200"/>
            </a:br>
            <a:r>
              <a:rPr lang="fr-FR" sz="1200" b="0" strike="noStrike" spc="-1">
                <a:solidFill>
                  <a:schemeClr val="dk1"/>
                </a:solidFill>
                <a:latin typeface="+mn-lt"/>
                <a:ea typeface="+mn-ea"/>
              </a:rPr>
              <a:t>Cet effet ne se manifeste pas uniquement sur les scores mesurés en fin d’année scolaire, mais aussi sur les trajectoires de performance au cours de l’année scolaire.</a:t>
            </a:r>
            <a:endParaRPr lang="fr-FR" sz="1200" b="0" strike="noStrike" spc="-1">
              <a:solidFill>
                <a:srgbClr val="000000"/>
              </a:solidFill>
              <a:latin typeface="Arial"/>
            </a:endParaRPr>
          </a:p>
          <a:p>
            <a:pPr marL="216000" indent="0">
              <a:lnSpc>
                <a:spcPct val="100000"/>
              </a:lnSpc>
              <a:buNone/>
            </a:pPr>
            <a:r>
              <a:rPr lang="fr-FR" sz="1200" b="0" strike="noStrike" spc="-1">
                <a:solidFill>
                  <a:schemeClr val="dk1"/>
                </a:solidFill>
                <a:latin typeface="+mn-lt"/>
                <a:ea typeface="+mn-ea"/>
              </a:rPr>
              <a:t>Autrement dit, les élèves de la filière ASSP exposés a Jigsaw tendent à progresser davantage dans leurs cours professionnels que ceux des autres conditions pédagogiques, a savoir commerce et melec.</a:t>
            </a:r>
            <a:endParaRPr lang="fr-FR" sz="1200" b="0" strike="noStrike" spc="-1">
              <a:solidFill>
                <a:srgbClr val="000000"/>
              </a:solidFill>
              <a:latin typeface="Arial"/>
            </a:endParaRPr>
          </a:p>
          <a:p>
            <a:pPr marL="216000" indent="0">
              <a:lnSpc>
                <a:spcPct val="100000"/>
              </a:lnSpc>
              <a:buNone/>
            </a:pPr>
            <a:r>
              <a:rPr lang="fr-FR" sz="1200" b="0" strike="noStrike" spc="-1">
                <a:solidFill>
                  <a:schemeClr val="dk1"/>
                </a:solidFill>
                <a:latin typeface="+mn-lt"/>
                <a:ea typeface="+mn-ea"/>
              </a:rPr>
              <a:t>Cet effet est spécifique à la filière ASSP : il n’est pas observé ni dans les autres filières professionnelles, ni dans les disciplines générales comme le français ou les mathématiques</a:t>
            </a:r>
            <a:endParaRPr lang="fr-FR" sz="1200" b="0" strike="noStrike" spc="-1">
              <a:solidFill>
                <a:srgbClr val="000000"/>
              </a:solidFill>
              <a:latin typeface="Arial"/>
            </a:endParaRPr>
          </a:p>
          <a:p>
            <a:pPr marL="216000" indent="0">
              <a:lnSpc>
                <a:spcPct val="100000"/>
              </a:lnSpc>
              <a:buNone/>
            </a:pPr>
            <a:endParaRPr lang="fr-FR" sz="1200" b="0" strike="noStrike" spc="-1">
              <a:solidFill>
                <a:srgbClr val="000000"/>
              </a:solidFill>
              <a:latin typeface="Arial"/>
            </a:endParaRPr>
          </a:p>
        </p:txBody>
      </p:sp>
      <p:sp>
        <p:nvSpPr>
          <p:cNvPr id="323" name="PlaceHolder 3"/>
          <p:cNvSpPr>
            <a:spLocks noGrp="1"/>
          </p:cNvSpPr>
          <p:nvPr>
            <p:ph type="sldNum" idx="5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fr-FR" sz="1200" b="0" strike="noStrike" spc="-1">
                <a:solidFill>
                  <a:srgbClr val="000000"/>
                </a:solidFill>
                <a:latin typeface="Times New Roman"/>
              </a:defRPr>
            </a:lvl1pPr>
          </a:lstStyle>
          <a:p>
            <a:pPr indent="0" algn="r">
              <a:lnSpc>
                <a:spcPct val="100000"/>
              </a:lnSpc>
              <a:buNone/>
            </a:pPr>
            <a:fld id="{1F03D6FE-8FF4-403D-B47D-10CE14B690D7}" type="slidenum">
              <a:rPr lang="fr-FR" sz="1200" b="0" strike="noStrike" spc="-1">
                <a:solidFill>
                  <a:srgbClr val="000000"/>
                </a:solidFill>
                <a:latin typeface="Times New Roman"/>
              </a:rPr>
              <a:t>12</a:t>
            </a:fld>
            <a:endParaRPr lang="fr-FR" sz="1200" b="0" strike="noStrike" spc="-1">
              <a:solidFill>
                <a:srgbClr val="000000"/>
              </a:solidFill>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 name="PlaceHolder 1"/>
          <p:cNvSpPr>
            <a:spLocks noGrp="1" noRot="1" noChangeAspect="1"/>
          </p:cNvSpPr>
          <p:nvPr>
            <p:ph type="sldImg"/>
          </p:nvPr>
        </p:nvSpPr>
        <p:spPr>
          <a:xfrm>
            <a:off x="685800" y="1143000"/>
            <a:ext cx="5486040" cy="3085920"/>
          </a:xfrm>
          <a:prstGeom prst="rect">
            <a:avLst/>
          </a:prstGeom>
          <a:ln w="0">
            <a:noFill/>
          </a:ln>
        </p:spPr>
      </p:sp>
      <p:sp>
        <p:nvSpPr>
          <p:cNvPr id="32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defTabSz="914400">
              <a:lnSpc>
                <a:spcPct val="100000"/>
              </a:lnSpc>
              <a:buNone/>
              <a:tabLst>
                <a:tab pos="0" algn="l"/>
              </a:tabLst>
            </a:pPr>
            <a:r>
              <a:rPr lang="fr-FR" sz="1200" b="0" strike="noStrike" spc="-1">
                <a:solidFill>
                  <a:schemeClr val="dk1"/>
                </a:solidFill>
                <a:latin typeface="+mn-lt"/>
                <a:ea typeface="+mn-ea"/>
              </a:rPr>
              <a:t>Pour comprendre cette spécificité de la filière ASSP, nous nous sommes appuyés sur les mesures psychosociales recueillies en début d’année scolaire, avant donc que les élèves soient exposés au dispositif. </a:t>
            </a:r>
            <a:endParaRPr lang="fr-FR" sz="1200" b="0" strike="noStrike" spc="-1">
              <a:solidFill>
                <a:srgbClr val="000000"/>
              </a:solidFill>
              <a:latin typeface="Arial"/>
            </a:endParaRPr>
          </a:p>
          <a:p>
            <a:pPr indent="0" defTabSz="914400">
              <a:lnSpc>
                <a:spcPct val="100000"/>
              </a:lnSpc>
              <a:buNone/>
              <a:tabLst>
                <a:tab pos="0" algn="l"/>
              </a:tabLst>
            </a:pPr>
            <a:r>
              <a:rPr lang="fr-FR" sz="2000" b="0" strike="noStrike" spc="-1">
                <a:solidFill>
                  <a:srgbClr val="000000"/>
                </a:solidFill>
                <a:latin typeface="+mn-lt"/>
                <a:ea typeface="+mn-ea"/>
              </a:rPr>
              <a:t>L’analyse compare ici les filles du secteur care (assp) et du secteur business (commerce), afin d’éviter que les différences entre filières ne soient confondues avec des différences de genre, étant donné la forte ségrégation sexuée des parcours. </a:t>
            </a:r>
            <a:endParaRPr lang="fr-FR" sz="2000" b="0" strike="noStrike" spc="-1">
              <a:solidFill>
                <a:srgbClr val="000000"/>
              </a:solidFill>
              <a:latin typeface="Arial"/>
            </a:endParaRPr>
          </a:p>
          <a:p>
            <a:pPr indent="0" defTabSz="914400">
              <a:lnSpc>
                <a:spcPct val="100000"/>
              </a:lnSpc>
              <a:buNone/>
              <a:tabLst>
                <a:tab pos="0" algn="l"/>
              </a:tabLst>
            </a:pPr>
            <a:endParaRPr lang="fr-FR" sz="1200" b="0" strike="noStrike" spc="-1">
              <a:solidFill>
                <a:srgbClr val="000000"/>
              </a:solidFill>
              <a:latin typeface="Arial"/>
            </a:endParaRPr>
          </a:p>
          <a:p>
            <a:pPr indent="0" defTabSz="914400">
              <a:lnSpc>
                <a:spcPct val="100000"/>
              </a:lnSpc>
              <a:buNone/>
              <a:tabLst>
                <a:tab pos="0" algn="l"/>
              </a:tabLst>
            </a:pPr>
            <a:r>
              <a:rPr lang="fr-FR" sz="1200" b="0" strike="noStrike" spc="-1">
                <a:solidFill>
                  <a:schemeClr val="dk1"/>
                </a:solidFill>
                <a:latin typeface="+mn-lt"/>
                <a:ea typeface="+mn-ea"/>
              </a:rPr>
              <a:t>On observe que les élèves de la filière ASSP présentent, dès le départ, des attitudes plus favorables envers les compétences sociales, un niveau plus élevé d’empathie, et rapportent un climat de classe globalement plus positif.</a:t>
            </a:r>
            <a:endParaRPr lang="fr-FR" sz="1200" b="0" strike="noStrike" spc="-1">
              <a:solidFill>
                <a:srgbClr val="000000"/>
              </a:solidFill>
              <a:latin typeface="Arial"/>
            </a:endParaRPr>
          </a:p>
          <a:p>
            <a:pPr indent="0" defTabSz="914400">
              <a:lnSpc>
                <a:spcPct val="100000"/>
              </a:lnSpc>
              <a:buNone/>
              <a:tabLst>
                <a:tab pos="0" algn="l"/>
              </a:tabLst>
            </a:pPr>
            <a:endParaRPr lang="fr-FR" sz="1200" b="0" strike="noStrike" spc="-1">
              <a:solidFill>
                <a:srgbClr val="000000"/>
              </a:solidFill>
              <a:latin typeface="Arial"/>
            </a:endParaRPr>
          </a:p>
          <a:p>
            <a:pPr indent="0" defTabSz="914400">
              <a:lnSpc>
                <a:spcPct val="100000"/>
              </a:lnSpc>
              <a:buNone/>
              <a:tabLst>
                <a:tab pos="0" algn="l"/>
              </a:tabLst>
            </a:pPr>
            <a:r>
              <a:rPr lang="fr-FR" sz="1200" b="0" strike="noStrike" spc="-1">
                <a:solidFill>
                  <a:schemeClr val="dk1"/>
                </a:solidFill>
                <a:latin typeface="+mn-lt"/>
                <a:ea typeface="+mn-ea"/>
              </a:rPr>
              <a:t>Ces différences de baseline ne permettent évidemment pas d’inférer une relation causale. En revanche, elles sont cohérentes avec des travaux récents, notamment ceux de Filippou et collaborateurs, qui montrent que l’efficacité des dispositifs coopératifs dépend étroitement de leur alignement avec les normes relationnelles, les pratiques professionnelles et la culture disciplinaire dans lesquelles ils s’inscrivent.</a:t>
            </a:r>
            <a:endParaRPr lang="fr-FR" sz="1200" b="0" strike="noStrike" spc="-1">
              <a:solidFill>
                <a:srgbClr val="000000"/>
              </a:solidFill>
              <a:latin typeface="Arial"/>
            </a:endParaRPr>
          </a:p>
          <a:p>
            <a:pPr indent="0" defTabSz="914400">
              <a:lnSpc>
                <a:spcPct val="100000"/>
              </a:lnSpc>
              <a:buNone/>
              <a:tabLst>
                <a:tab pos="0" algn="l"/>
              </a:tabLst>
            </a:pPr>
            <a:endParaRPr lang="fr-FR" sz="1200" b="0" strike="noStrike" spc="-1">
              <a:solidFill>
                <a:srgbClr val="000000"/>
              </a:solidFill>
              <a:latin typeface="Arial"/>
            </a:endParaRPr>
          </a:p>
          <a:p>
            <a:pPr indent="0" defTabSz="914400">
              <a:lnSpc>
                <a:spcPct val="100000"/>
              </a:lnSpc>
              <a:buNone/>
              <a:tabLst>
                <a:tab pos="0" algn="l"/>
              </a:tabLst>
            </a:pPr>
            <a:r>
              <a:rPr lang="fr-FR" sz="1200" b="0" strike="noStrike" spc="-1">
                <a:solidFill>
                  <a:schemeClr val="dk1"/>
                </a:solidFill>
                <a:latin typeface="+mn-lt"/>
                <a:ea typeface="+mn-ea"/>
              </a:rPr>
              <a:t>Dans cette perspective, nos résultats suggèrent que la classe puzzle est probablement moins une méthode universellement efficace, comme elle a été présentée par ses concepteurs, qu’un dispositif dont les effets dépendent de son adéquation avec le contexte de formation et les compétences socialement valorisées dans la filière.</a:t>
            </a:r>
            <a:endParaRPr lang="fr-FR" sz="1200" b="0" strike="noStrike" spc="-1">
              <a:solidFill>
                <a:srgbClr val="000000"/>
              </a:solidFill>
              <a:latin typeface="Arial"/>
            </a:endParaRPr>
          </a:p>
          <a:p>
            <a:pPr indent="0" defTabSz="914400">
              <a:lnSpc>
                <a:spcPct val="100000"/>
              </a:lnSpc>
              <a:buNone/>
              <a:tabLst>
                <a:tab pos="0" algn="l"/>
              </a:tabLst>
            </a:pPr>
            <a:endParaRPr lang="fr-FR" sz="1200" b="0" strike="noStrike" spc="-1">
              <a:solidFill>
                <a:srgbClr val="000000"/>
              </a:solidFill>
              <a:latin typeface="Arial"/>
            </a:endParaRPr>
          </a:p>
          <a:p>
            <a:pPr indent="0" defTabSz="914400">
              <a:lnSpc>
                <a:spcPct val="100000"/>
              </a:lnSpc>
              <a:buNone/>
              <a:tabLst>
                <a:tab pos="0" algn="l"/>
              </a:tabLst>
            </a:pPr>
            <a:endParaRPr lang="fr-FR" sz="1200" b="0" strike="noStrike" spc="-1">
              <a:solidFill>
                <a:srgbClr val="000000"/>
              </a:solidFill>
              <a:latin typeface="Arial"/>
            </a:endParaRPr>
          </a:p>
        </p:txBody>
      </p:sp>
      <p:sp>
        <p:nvSpPr>
          <p:cNvPr id="326" name="PlaceHolder 3"/>
          <p:cNvSpPr>
            <a:spLocks noGrp="1"/>
          </p:cNvSpPr>
          <p:nvPr>
            <p:ph type="sldNum" idx="5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fr-FR" sz="1200" b="0" strike="noStrike" spc="-1">
                <a:solidFill>
                  <a:srgbClr val="000000"/>
                </a:solidFill>
                <a:latin typeface="Times New Roman"/>
              </a:defRPr>
            </a:lvl1pPr>
          </a:lstStyle>
          <a:p>
            <a:pPr indent="0" algn="r">
              <a:lnSpc>
                <a:spcPct val="100000"/>
              </a:lnSpc>
              <a:buNone/>
            </a:pPr>
            <a:fld id="{BCF1B869-2079-426D-8DD9-D5A2D8A4B0C4}" type="slidenum">
              <a:rPr lang="fr-FR" sz="1200" b="0" strike="noStrike" spc="-1">
                <a:solidFill>
                  <a:srgbClr val="000000"/>
                </a:solidFill>
                <a:latin typeface="Times New Roman"/>
              </a:rPr>
              <a:t>13</a:t>
            </a:fld>
            <a:endParaRPr lang="fr-FR" sz="1200" b="0" strike="noStrike" spc="-1">
              <a:solidFill>
                <a:srgbClr val="000000"/>
              </a:solidFill>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 name="PlaceHolder 1"/>
          <p:cNvSpPr>
            <a:spLocks noGrp="1" noRot="1" noChangeAspect="1"/>
          </p:cNvSpPr>
          <p:nvPr>
            <p:ph type="sldImg"/>
          </p:nvPr>
        </p:nvSpPr>
        <p:spPr>
          <a:xfrm>
            <a:off x="685800" y="1143000"/>
            <a:ext cx="5486040" cy="3085920"/>
          </a:xfrm>
          <a:prstGeom prst="rect">
            <a:avLst/>
          </a:prstGeom>
          <a:ln w="0">
            <a:noFill/>
          </a:ln>
        </p:spPr>
      </p:sp>
      <p:sp>
        <p:nvSpPr>
          <p:cNvPr id="32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fr-FR" sz="1200" b="0" strike="noStrike" spc="-1">
                <a:solidFill>
                  <a:schemeClr val="dk1"/>
                </a:solidFill>
                <a:latin typeface="+mn-lt"/>
                <a:ea typeface="+mn-ea"/>
              </a:rPr>
              <a:t>Pour conclure, les résultats ne mettent pas en évidence d’effet global de la classe puzzle sur la performance académique, lorsque l’on considère l’ensemble des filières et des disciplines.</a:t>
            </a:r>
            <a:endParaRPr lang="fr-FR" sz="1200" b="0" strike="noStrike" spc="-1">
              <a:solidFill>
                <a:srgbClr val="000000"/>
              </a:solidFill>
              <a:latin typeface="Arial"/>
            </a:endParaRPr>
          </a:p>
          <a:p>
            <a:pPr marL="216000" indent="0">
              <a:lnSpc>
                <a:spcPct val="100000"/>
              </a:lnSpc>
              <a:buNone/>
            </a:pPr>
            <a:endParaRPr lang="fr-FR" sz="1200" b="0" strike="noStrike" spc="-1">
              <a:solidFill>
                <a:srgbClr val="000000"/>
              </a:solidFill>
              <a:latin typeface="Arial"/>
            </a:endParaRPr>
          </a:p>
          <a:p>
            <a:pPr marL="216000" indent="0">
              <a:lnSpc>
                <a:spcPct val="100000"/>
              </a:lnSpc>
              <a:buNone/>
            </a:pPr>
            <a:r>
              <a:rPr lang="fr-FR" sz="1200" b="0" strike="noStrike" spc="-1">
                <a:solidFill>
                  <a:schemeClr val="dk1"/>
                </a:solidFill>
                <a:latin typeface="+mn-lt"/>
                <a:ea typeface="+mn-ea"/>
              </a:rPr>
              <a:t>Nous observons toutefois un signal positif dans un contexte bien particulier, à savoir les enseignements professionnels de la filière ASSP.</a:t>
            </a:r>
            <a:br>
              <a:rPr sz="1200"/>
            </a:br>
            <a:r>
              <a:rPr lang="fr-FR" sz="1200" b="0" strike="noStrike" spc="-1">
                <a:solidFill>
                  <a:schemeClr val="dk1"/>
                </a:solidFill>
                <a:latin typeface="+mn-lt"/>
                <a:ea typeface="+mn-ea"/>
              </a:rPr>
              <a:t>Sur le plan théorique, ces résultats suggèrent que l’efficacité de l’apprentissage coopératif dépend de conditions préalables, notamment de l’alignement entre la méthode pédagogique, les normes relationnelles du groupe et les compétences valorisées dans la formation.</a:t>
            </a:r>
            <a:endParaRPr lang="fr-FR" sz="1200" b="0" strike="noStrike" spc="-1">
              <a:solidFill>
                <a:srgbClr val="000000"/>
              </a:solidFill>
              <a:latin typeface="Arial"/>
            </a:endParaRPr>
          </a:p>
          <a:p>
            <a:pPr marL="216000" indent="0">
              <a:lnSpc>
                <a:spcPct val="100000"/>
              </a:lnSpc>
              <a:buNone/>
            </a:pPr>
            <a:endParaRPr lang="fr-FR" sz="1200" b="0" strike="noStrike" spc="-1">
              <a:solidFill>
                <a:srgbClr val="000000"/>
              </a:solidFill>
              <a:latin typeface="Arial"/>
            </a:endParaRPr>
          </a:p>
          <a:p>
            <a:pPr marL="216000" indent="0">
              <a:lnSpc>
                <a:spcPct val="100000"/>
              </a:lnSpc>
              <a:buNone/>
            </a:pPr>
            <a:r>
              <a:rPr lang="fr-FR" sz="1200" b="0" strike="noStrike" spc="-1">
                <a:solidFill>
                  <a:schemeClr val="dk1"/>
                </a:solidFill>
                <a:latin typeface="+mn-lt"/>
                <a:ea typeface="+mn-ea"/>
              </a:rPr>
              <a:t>Sur le plan méthodologique, ils soulignent l’importance de dispositifs de recherche longitudinaux et de grande ampleur pour identifier ce type d’effets conditionnels, qui peuvent rester invisibles dans des analyses transversales ou sur des échantillons de taille réduite.</a:t>
            </a:r>
            <a:endParaRPr lang="fr-FR" sz="1200" b="0" strike="noStrike" spc="-1">
              <a:solidFill>
                <a:srgbClr val="000000"/>
              </a:solidFill>
              <a:latin typeface="Arial"/>
            </a:endParaRPr>
          </a:p>
          <a:p>
            <a:pPr marL="216000" indent="0">
              <a:lnSpc>
                <a:spcPct val="100000"/>
              </a:lnSpc>
              <a:buNone/>
            </a:pPr>
            <a:r>
              <a:rPr lang="fr-FR" sz="1200" b="0" strike="noStrike" spc="-1">
                <a:solidFill>
                  <a:schemeClr val="dk1"/>
                </a:solidFill>
                <a:latin typeface="+mn-lt"/>
                <a:ea typeface="+mn-ea"/>
              </a:rPr>
              <a:t>Plus largement, ces résultats invitent à déplacer la question, non plus de </a:t>
            </a:r>
            <a:r>
              <a:rPr lang="fr-FR" sz="1200" b="0" i="1" strike="noStrike" spc="-1">
                <a:solidFill>
                  <a:schemeClr val="dk1"/>
                </a:solidFill>
                <a:latin typeface="+mn-lt"/>
                <a:ea typeface="+mn-ea"/>
              </a:rPr>
              <a:t>« est-ce que la classe puzzle fonctionne ? »</a:t>
            </a:r>
            <a:r>
              <a:rPr lang="fr-FR" sz="1200" b="0" strike="noStrike" spc="-1">
                <a:solidFill>
                  <a:schemeClr val="dk1"/>
                </a:solidFill>
                <a:latin typeface="+mn-lt"/>
                <a:ea typeface="+mn-ea"/>
              </a:rPr>
              <a:t>, mais de </a:t>
            </a:r>
            <a:r>
              <a:rPr lang="fr-FR" sz="1200" b="0" i="1" strike="noStrike" spc="-1">
                <a:solidFill>
                  <a:schemeClr val="dk1"/>
                </a:solidFill>
                <a:latin typeface="+mn-lt"/>
                <a:ea typeface="+mn-ea"/>
              </a:rPr>
              <a:t>« dans quels contextes, pour quels élèves et selon quelles modalités d’implémentation peut-on en attendre des effets ? »</a:t>
            </a:r>
            <a:endParaRPr lang="fr-FR" sz="1200" b="0" strike="noStrike" spc="-1">
              <a:solidFill>
                <a:srgbClr val="000000"/>
              </a:solidFill>
              <a:latin typeface="Arial"/>
            </a:endParaRPr>
          </a:p>
          <a:p>
            <a:pPr marL="216000" indent="0">
              <a:lnSpc>
                <a:spcPct val="100000"/>
              </a:lnSpc>
              <a:buNone/>
            </a:pPr>
            <a:endParaRPr lang="fr-FR" sz="1200" b="0" strike="noStrike" spc="-1">
              <a:solidFill>
                <a:srgbClr val="000000"/>
              </a:solidFill>
              <a:latin typeface="Arial"/>
            </a:endParaRPr>
          </a:p>
        </p:txBody>
      </p:sp>
      <p:sp>
        <p:nvSpPr>
          <p:cNvPr id="329" name="PlaceHolder 3"/>
          <p:cNvSpPr>
            <a:spLocks noGrp="1"/>
          </p:cNvSpPr>
          <p:nvPr>
            <p:ph type="sldNum" idx="6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fr-FR" sz="1200" b="0" strike="noStrike" spc="-1">
                <a:solidFill>
                  <a:srgbClr val="000000"/>
                </a:solidFill>
                <a:latin typeface="Times New Roman"/>
              </a:defRPr>
            </a:lvl1pPr>
          </a:lstStyle>
          <a:p>
            <a:pPr indent="0" algn="r">
              <a:lnSpc>
                <a:spcPct val="100000"/>
              </a:lnSpc>
              <a:buNone/>
            </a:pPr>
            <a:fld id="{D9E001A9-F5EA-4632-82A4-6F13EFB833AE}" type="slidenum">
              <a:rPr lang="fr-FR" sz="1200" b="0" strike="noStrike" spc="-1">
                <a:solidFill>
                  <a:srgbClr val="000000"/>
                </a:solidFill>
                <a:latin typeface="Times New Roman"/>
              </a:rPr>
              <a:t>14</a:t>
            </a:fld>
            <a:endParaRPr lang="fr-FR" sz="1200" b="0" strike="noStrike" spc="-1">
              <a:solidFill>
                <a:srgbClr val="000000"/>
              </a:solidFill>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 name="PlaceHolder 1"/>
          <p:cNvSpPr>
            <a:spLocks noGrp="1" noRot="1" noChangeAspect="1"/>
          </p:cNvSpPr>
          <p:nvPr>
            <p:ph type="sldImg"/>
          </p:nvPr>
        </p:nvSpPr>
        <p:spPr>
          <a:xfrm>
            <a:off x="685800" y="1143000"/>
            <a:ext cx="5486040" cy="3085920"/>
          </a:xfrm>
          <a:prstGeom prst="rect">
            <a:avLst/>
          </a:prstGeom>
          <a:ln w="0">
            <a:noFill/>
          </a:ln>
        </p:spPr>
      </p:sp>
      <p:sp>
        <p:nvSpPr>
          <p:cNvPr id="33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fr-FR" sz="1800" b="0" strike="noStrike" spc="-1">
              <a:solidFill>
                <a:srgbClr val="000000"/>
              </a:solidFill>
              <a:latin typeface="Arial"/>
            </a:endParaRPr>
          </a:p>
        </p:txBody>
      </p:sp>
      <p:sp>
        <p:nvSpPr>
          <p:cNvPr id="332" name="PlaceHolder 3"/>
          <p:cNvSpPr>
            <a:spLocks noGrp="1"/>
          </p:cNvSpPr>
          <p:nvPr>
            <p:ph type="sldNum" idx="6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fr-FR" sz="1200" b="0" strike="noStrike" spc="-1">
                <a:solidFill>
                  <a:srgbClr val="000000"/>
                </a:solidFill>
                <a:latin typeface="Times New Roman"/>
              </a:defRPr>
            </a:lvl1pPr>
          </a:lstStyle>
          <a:p>
            <a:pPr indent="0" algn="r">
              <a:lnSpc>
                <a:spcPct val="100000"/>
              </a:lnSpc>
              <a:buNone/>
            </a:pPr>
            <a:fld id="{D8EE42FE-A994-4D19-9C1D-BA3529230F17}" type="slidenum">
              <a:rPr lang="fr-FR" sz="1200" b="0" strike="noStrike" spc="-1">
                <a:solidFill>
                  <a:srgbClr val="000000"/>
                </a:solidFill>
                <a:latin typeface="Times New Roman"/>
              </a:rPr>
              <a:t>15</a:t>
            </a:fld>
            <a:endParaRPr lang="fr-FR" sz="1200" b="0" strike="noStrike" spc="-1">
              <a:solidFill>
                <a:srgbClr val="000000"/>
              </a:solidFill>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5" name="PlaceHolder 1"/>
          <p:cNvSpPr>
            <a:spLocks noGrp="1"/>
          </p:cNvSpPr>
          <p:nvPr>
            <p:ph type="title"/>
          </p:nvPr>
        </p:nvSpPr>
        <p:spPr>
          <a:xfrm>
            <a:off x="831960" y="1709640"/>
            <a:ext cx="10515240" cy="285228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a:endParaRPr>
          </a:p>
        </p:txBody>
      </p:sp>
      <p:sp>
        <p:nvSpPr>
          <p:cNvPr id="6" name="PlaceHolder 2"/>
          <p:cNvSpPr>
            <a:spLocks noGrp="1"/>
          </p:cNvSpPr>
          <p:nvPr>
            <p:ph type="subTitle"/>
          </p:nvPr>
        </p:nvSpPr>
        <p:spPr>
          <a:xfrm>
            <a:off x="831960" y="4589640"/>
            <a:ext cx="10515240" cy="1499760"/>
          </a:xfrm>
          <a:prstGeom prst="rect">
            <a:avLst/>
          </a:prstGeom>
          <a:noFill/>
          <a:ln w="0">
            <a:noFill/>
          </a:ln>
        </p:spPr>
        <p:txBody>
          <a:bodyPr lIns="0" tIns="0" rIns="0" bIns="0" anchor="ctr">
            <a:noAutofit/>
          </a:bodyPr>
          <a:lstStyle/>
          <a:p>
            <a:pPr indent="0" algn="ctr">
              <a:buNone/>
            </a:pPr>
            <a:endParaRPr lang="fr-FR" sz="3200" b="0" strike="noStrike" spc="-1">
              <a:solidFill>
                <a:srgbClr val="000000"/>
              </a:solidFill>
              <a:latin typeface="Arial"/>
            </a:endParaRPr>
          </a:p>
        </p:txBody>
      </p:sp>
      <p:sp>
        <p:nvSpPr>
          <p:cNvPr id="4" name="PlaceHolder 3"/>
          <p:cNvSpPr>
            <a:spLocks noGrp="1"/>
          </p:cNvSpPr>
          <p:nvPr>
            <p:ph type="ftr" idx="2"/>
          </p:nvPr>
        </p:nvSpPr>
        <p:spPr/>
        <p:txBody>
          <a:bodyPr/>
          <a:lstStyle/>
          <a:p>
            <a:r>
              <a:t>Footer</a:t>
            </a:r>
          </a:p>
        </p:txBody>
      </p:sp>
      <p:sp>
        <p:nvSpPr>
          <p:cNvPr id="2" name="PlaceHolder 4"/>
          <p:cNvSpPr>
            <a:spLocks noGrp="1"/>
          </p:cNvSpPr>
          <p:nvPr>
            <p:ph type="sldNum" idx="3"/>
          </p:nvPr>
        </p:nvSpPr>
        <p:spPr/>
        <p:txBody>
          <a:bodyPr/>
          <a:lstStyle/>
          <a:p>
            <a:fld id="{5C8C906D-34B1-4DB3-8EC5-53B68A7EE9A3}" type="slidenum">
              <a:t>‹N°›</a:t>
            </a:fld>
            <a:endParaRPr/>
          </a:p>
        </p:txBody>
      </p:sp>
      <p:sp>
        <p:nvSpPr>
          <p:cNvPr id="3" name="PlaceHolder 5"/>
          <p:cNvSpPr>
            <a:spLocks noGrp="1"/>
          </p:cNvSpPr>
          <p:nvPr>
            <p:ph type="dt" idx="1"/>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lstStyle/>
          <a:p>
            <a:r>
              <a:t>Footer</a:t>
            </a:r>
          </a:p>
        </p:txBody>
      </p:sp>
      <p:sp>
        <p:nvSpPr>
          <p:cNvPr id="3" name="PlaceHolder 2"/>
          <p:cNvSpPr>
            <a:spLocks noGrp="1"/>
          </p:cNvSpPr>
          <p:nvPr>
            <p:ph type="sldNum" idx="6"/>
          </p:nvPr>
        </p:nvSpPr>
        <p:spPr/>
        <p:txBody>
          <a:bodyPr/>
          <a:lstStyle/>
          <a:p>
            <a:fld id="{BBDC41F2-2886-4E71-85D5-3FDD3827AF8C}" type="slidenum">
              <a:t>‹N°›</a:t>
            </a:fld>
            <a:endParaRPr/>
          </a:p>
        </p:txBody>
      </p:sp>
      <p:sp>
        <p:nvSpPr>
          <p:cNvPr id="4" name="PlaceHolder 3"/>
          <p:cNvSpPr>
            <a:spLocks noGrp="1"/>
          </p:cNvSpPr>
          <p:nvPr>
            <p:ph type="dt" idx="4"/>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lstStyle/>
          <a:p>
            <a:r>
              <a:t>Footer</a:t>
            </a:r>
          </a:p>
        </p:txBody>
      </p:sp>
      <p:sp>
        <p:nvSpPr>
          <p:cNvPr id="3" name="PlaceHolder 2"/>
          <p:cNvSpPr>
            <a:spLocks noGrp="1"/>
          </p:cNvSpPr>
          <p:nvPr>
            <p:ph type="sldNum" idx="9"/>
          </p:nvPr>
        </p:nvSpPr>
        <p:spPr/>
        <p:txBody>
          <a:bodyPr/>
          <a:lstStyle/>
          <a:p>
            <a:fld id="{34AEB7C4-42DB-4BC3-BA22-B1DF2E6D1BB0}" type="slidenum">
              <a:t>‹N°›</a:t>
            </a:fld>
            <a:endParaRPr/>
          </a:p>
        </p:txBody>
      </p:sp>
      <p:sp>
        <p:nvSpPr>
          <p:cNvPr id="4" name="PlaceHolder 3"/>
          <p:cNvSpPr>
            <a:spLocks noGrp="1"/>
          </p:cNvSpPr>
          <p:nvPr>
            <p:ph type="dt" idx="7"/>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2" name="PlaceHolder 1"/>
          <p:cNvSpPr>
            <a:spLocks noGrp="1"/>
          </p:cNvSpPr>
          <p:nvPr>
            <p:ph type="title"/>
          </p:nvPr>
        </p:nvSpPr>
        <p:spPr>
          <a:xfrm>
            <a:off x="831960" y="1709640"/>
            <a:ext cx="10515240" cy="285228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a:endParaRPr>
          </a:p>
        </p:txBody>
      </p:sp>
      <p:sp>
        <p:nvSpPr>
          <p:cNvPr id="23" name="PlaceHolder 2"/>
          <p:cNvSpPr>
            <a:spLocks noGrp="1"/>
          </p:cNvSpPr>
          <p:nvPr>
            <p:ph/>
          </p:nvPr>
        </p:nvSpPr>
        <p:spPr>
          <a:xfrm>
            <a:off x="831960" y="4589640"/>
            <a:ext cx="10515240" cy="14997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chemeClr val="dk1"/>
              </a:solidFill>
              <a:latin typeface="Calibri"/>
            </a:endParaRPr>
          </a:p>
        </p:txBody>
      </p:sp>
      <p:sp>
        <p:nvSpPr>
          <p:cNvPr id="4" name="PlaceHolder 3"/>
          <p:cNvSpPr>
            <a:spLocks noGrp="1"/>
          </p:cNvSpPr>
          <p:nvPr>
            <p:ph type="ftr" idx="11"/>
          </p:nvPr>
        </p:nvSpPr>
        <p:spPr/>
        <p:txBody>
          <a:bodyPr/>
          <a:lstStyle/>
          <a:p>
            <a:r>
              <a:t>Footer</a:t>
            </a:r>
          </a:p>
        </p:txBody>
      </p:sp>
      <p:sp>
        <p:nvSpPr>
          <p:cNvPr id="5" name="PlaceHolder 4"/>
          <p:cNvSpPr>
            <a:spLocks noGrp="1"/>
          </p:cNvSpPr>
          <p:nvPr>
            <p:ph type="sldNum" idx="12"/>
          </p:nvPr>
        </p:nvSpPr>
        <p:spPr/>
        <p:txBody>
          <a:bodyPr/>
          <a:lstStyle/>
          <a:p>
            <a:fld id="{C0C1F821-598E-4C0C-AA28-40CB75F7431E}" type="slidenum">
              <a:t>‹N°›</a:t>
            </a:fld>
            <a:endParaRPr/>
          </a:p>
        </p:txBody>
      </p:sp>
      <p:sp>
        <p:nvSpPr>
          <p:cNvPr id="6" name="PlaceHolder 5"/>
          <p:cNvSpPr>
            <a:spLocks noGrp="1"/>
          </p:cNvSpPr>
          <p:nvPr>
            <p:ph type="dt" idx="10"/>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Titre de section">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lstStyle/>
          <a:p>
            <a:r>
              <a:t>Footer</a:t>
            </a:r>
          </a:p>
        </p:txBody>
      </p:sp>
      <p:sp>
        <p:nvSpPr>
          <p:cNvPr id="3" name="PlaceHolder 2"/>
          <p:cNvSpPr>
            <a:spLocks noGrp="1"/>
          </p:cNvSpPr>
          <p:nvPr>
            <p:ph type="sldNum" idx="15"/>
          </p:nvPr>
        </p:nvSpPr>
        <p:spPr/>
        <p:txBody>
          <a:bodyPr/>
          <a:lstStyle/>
          <a:p>
            <a:fld id="{D9F8E7BD-1F40-4D05-9793-AC665B062F90}" type="slidenum">
              <a:t>‹N°›</a:t>
            </a:fld>
            <a:endParaRPr/>
          </a:p>
        </p:txBody>
      </p:sp>
      <p:sp>
        <p:nvSpPr>
          <p:cNvPr id="4" name="PlaceHolder 3"/>
          <p:cNvSpPr>
            <a:spLocks noGrp="1"/>
          </p:cNvSpPr>
          <p:nvPr>
            <p:ph type="dt" idx="13"/>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35" name="PlaceHolder 1"/>
          <p:cNvSpPr>
            <a:spLocks noGrp="1"/>
          </p:cNvSpPr>
          <p:nvPr>
            <p:ph type="title"/>
          </p:nvPr>
        </p:nvSpPr>
        <p:spPr>
          <a:xfrm>
            <a:off x="831960" y="1709640"/>
            <a:ext cx="10515240" cy="285228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a:endParaRPr>
          </a:p>
        </p:txBody>
      </p:sp>
      <p:sp>
        <p:nvSpPr>
          <p:cNvPr id="36" name="PlaceHolder 2"/>
          <p:cNvSpPr>
            <a:spLocks noGrp="1"/>
          </p:cNvSpPr>
          <p:nvPr>
            <p:ph/>
          </p:nvPr>
        </p:nvSpPr>
        <p:spPr>
          <a:xfrm>
            <a:off x="831960" y="4589640"/>
            <a:ext cx="5131080" cy="14997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chemeClr val="dk1"/>
              </a:solidFill>
              <a:latin typeface="Calibri"/>
            </a:endParaRPr>
          </a:p>
        </p:txBody>
      </p:sp>
      <p:sp>
        <p:nvSpPr>
          <p:cNvPr id="37" name="PlaceHolder 3"/>
          <p:cNvSpPr>
            <a:spLocks noGrp="1"/>
          </p:cNvSpPr>
          <p:nvPr>
            <p:ph/>
          </p:nvPr>
        </p:nvSpPr>
        <p:spPr>
          <a:xfrm>
            <a:off x="6220080" y="4589640"/>
            <a:ext cx="5131080" cy="14997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chemeClr val="dk1"/>
              </a:solidFill>
              <a:latin typeface="Calibri"/>
            </a:endParaRPr>
          </a:p>
        </p:txBody>
      </p:sp>
      <p:sp>
        <p:nvSpPr>
          <p:cNvPr id="5" name="PlaceHolder 4"/>
          <p:cNvSpPr>
            <a:spLocks noGrp="1"/>
          </p:cNvSpPr>
          <p:nvPr>
            <p:ph type="ftr" idx="17"/>
          </p:nvPr>
        </p:nvSpPr>
        <p:spPr/>
        <p:txBody>
          <a:bodyPr/>
          <a:lstStyle/>
          <a:p>
            <a:r>
              <a:t>Footer</a:t>
            </a:r>
          </a:p>
        </p:txBody>
      </p:sp>
      <p:sp>
        <p:nvSpPr>
          <p:cNvPr id="6" name="PlaceHolder 5"/>
          <p:cNvSpPr>
            <a:spLocks noGrp="1"/>
          </p:cNvSpPr>
          <p:nvPr>
            <p:ph type="sldNum" idx="18"/>
          </p:nvPr>
        </p:nvSpPr>
        <p:spPr/>
        <p:txBody>
          <a:bodyPr/>
          <a:lstStyle/>
          <a:p>
            <a:fld id="{06D404CE-8D9B-4117-B3A3-4541B6DD324C}" type="slidenum">
              <a:t>‹N°›</a:t>
            </a:fld>
            <a:endParaRPr/>
          </a:p>
        </p:txBody>
      </p:sp>
      <p:sp>
        <p:nvSpPr>
          <p:cNvPr id="7" name="PlaceHolder 6"/>
          <p:cNvSpPr>
            <a:spLocks noGrp="1"/>
          </p:cNvSpPr>
          <p:nvPr>
            <p:ph type="dt" idx="16"/>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aiso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lstStyle/>
          <a:p>
            <a:r>
              <a:t>Footer</a:t>
            </a:r>
          </a:p>
        </p:txBody>
      </p:sp>
      <p:sp>
        <p:nvSpPr>
          <p:cNvPr id="3" name="PlaceHolder 2"/>
          <p:cNvSpPr>
            <a:spLocks noGrp="1"/>
          </p:cNvSpPr>
          <p:nvPr>
            <p:ph type="sldNum" idx="21"/>
          </p:nvPr>
        </p:nvSpPr>
        <p:spPr/>
        <p:txBody>
          <a:bodyPr/>
          <a:lstStyle/>
          <a:p>
            <a:fld id="{24675734-B2BE-4337-98A2-807F4E0D4C76}" type="slidenum">
              <a:t>‹N°›</a:t>
            </a:fld>
            <a:endParaRPr/>
          </a:p>
        </p:txBody>
      </p:sp>
      <p:sp>
        <p:nvSpPr>
          <p:cNvPr id="4" name="PlaceHolder 3"/>
          <p:cNvSpPr>
            <a:spLocks noGrp="1"/>
          </p:cNvSpPr>
          <p:nvPr>
            <p:ph type="dt" idx="19"/>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50" name="PlaceHolder 1"/>
          <p:cNvSpPr>
            <a:spLocks noGrp="1"/>
          </p:cNvSpPr>
          <p:nvPr>
            <p:ph type="title"/>
          </p:nvPr>
        </p:nvSpPr>
        <p:spPr>
          <a:xfrm>
            <a:off x="831960" y="1709640"/>
            <a:ext cx="10515240" cy="285228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a:endParaRPr>
          </a:p>
        </p:txBody>
      </p:sp>
      <p:sp>
        <p:nvSpPr>
          <p:cNvPr id="3" name="PlaceHolder 2"/>
          <p:cNvSpPr>
            <a:spLocks noGrp="1"/>
          </p:cNvSpPr>
          <p:nvPr>
            <p:ph type="ftr" idx="23"/>
          </p:nvPr>
        </p:nvSpPr>
        <p:spPr/>
        <p:txBody>
          <a:bodyPr/>
          <a:lstStyle/>
          <a:p>
            <a:r>
              <a:t>Footer</a:t>
            </a:r>
          </a:p>
        </p:txBody>
      </p:sp>
      <p:sp>
        <p:nvSpPr>
          <p:cNvPr id="4" name="PlaceHolder 3"/>
          <p:cNvSpPr>
            <a:spLocks noGrp="1"/>
          </p:cNvSpPr>
          <p:nvPr>
            <p:ph type="sldNum" idx="24"/>
          </p:nvPr>
        </p:nvSpPr>
        <p:spPr/>
        <p:txBody>
          <a:bodyPr/>
          <a:lstStyle/>
          <a:p>
            <a:fld id="{8A22D324-295B-46D1-8D6E-87A19E075C47}" type="slidenum">
              <a:t>‹N°›</a:t>
            </a:fld>
            <a:endParaRPr/>
          </a:p>
        </p:txBody>
      </p:sp>
      <p:sp>
        <p:nvSpPr>
          <p:cNvPr id="5" name="PlaceHolder 4"/>
          <p:cNvSpPr>
            <a:spLocks noGrp="1"/>
          </p:cNvSpPr>
          <p:nvPr>
            <p:ph type="dt" idx="22"/>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lstStyle/>
          <a:p>
            <a:r>
              <a:t>Footer</a:t>
            </a:r>
          </a:p>
        </p:txBody>
      </p:sp>
      <p:sp>
        <p:nvSpPr>
          <p:cNvPr id="3" name="PlaceHolder 2"/>
          <p:cNvSpPr>
            <a:spLocks noGrp="1"/>
          </p:cNvSpPr>
          <p:nvPr>
            <p:ph type="sldNum" idx="27"/>
          </p:nvPr>
        </p:nvSpPr>
        <p:spPr/>
        <p:txBody>
          <a:bodyPr/>
          <a:lstStyle/>
          <a:p>
            <a:fld id="{A674125D-F0DB-41D5-A10E-17A5B8931265}" type="slidenum">
              <a:t>‹N°›</a:t>
            </a:fld>
            <a:endParaRPr/>
          </a:p>
        </p:txBody>
      </p:sp>
      <p:sp>
        <p:nvSpPr>
          <p:cNvPr id="4" name="PlaceHolder 3"/>
          <p:cNvSpPr>
            <a:spLocks noGrp="1"/>
          </p:cNvSpPr>
          <p:nvPr>
            <p:ph type="dt" idx="25"/>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u avec légende">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lstStyle/>
          <a:p>
            <a:r>
              <a:t>Footer</a:t>
            </a:r>
          </a:p>
        </p:txBody>
      </p:sp>
      <p:sp>
        <p:nvSpPr>
          <p:cNvPr id="3" name="PlaceHolder 2"/>
          <p:cNvSpPr>
            <a:spLocks noGrp="1"/>
          </p:cNvSpPr>
          <p:nvPr>
            <p:ph type="sldNum" idx="30"/>
          </p:nvPr>
        </p:nvSpPr>
        <p:spPr/>
        <p:txBody>
          <a:bodyPr/>
          <a:lstStyle/>
          <a:p>
            <a:fld id="{E2E60F6E-6ED3-4F0A-A3CC-7D52CE87F550}" type="slidenum">
              <a:t>‹N°›</a:t>
            </a:fld>
            <a:endParaRPr/>
          </a:p>
        </p:txBody>
      </p:sp>
      <p:sp>
        <p:nvSpPr>
          <p:cNvPr id="4" name="PlaceHolder 3"/>
          <p:cNvSpPr>
            <a:spLocks noGrp="1"/>
          </p:cNvSpPr>
          <p:nvPr>
            <p:ph type="dt" idx="28"/>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Image avec légende">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lstStyle/>
          <a:p>
            <a:r>
              <a:t>Footer</a:t>
            </a:r>
          </a:p>
        </p:txBody>
      </p:sp>
      <p:sp>
        <p:nvSpPr>
          <p:cNvPr id="3" name="PlaceHolder 2"/>
          <p:cNvSpPr>
            <a:spLocks noGrp="1"/>
          </p:cNvSpPr>
          <p:nvPr>
            <p:ph type="sldNum" idx="33"/>
          </p:nvPr>
        </p:nvSpPr>
        <p:spPr/>
        <p:txBody>
          <a:bodyPr/>
          <a:lstStyle/>
          <a:p>
            <a:fld id="{E36CD51D-30A4-48AF-B412-7DF7757E21EE}" type="slidenum">
              <a:t>‹N°›</a:t>
            </a:fld>
            <a:endParaRPr/>
          </a:p>
        </p:txBody>
      </p:sp>
      <p:sp>
        <p:nvSpPr>
          <p:cNvPr id="4" name="PlaceHolder 3"/>
          <p:cNvSpPr>
            <a:spLocks noGrp="1"/>
          </p:cNvSpPr>
          <p:nvPr>
            <p:ph type="dt" idx="31"/>
          </p:nvPr>
        </p:nvSpPr>
        <p:spPr/>
        <p:txBody>
          <a:body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e de titre_">
    <p:spTree>
      <p:nvGrpSpPr>
        <p:cNvPr id="1" name=""/>
        <p:cNvGrpSpPr/>
        <p:nvPr/>
      </p:nvGrpSpPr>
      <p:grpSpPr>
        <a:xfrm>
          <a:off x="0" y="0"/>
          <a:ext cx="0" cy="0"/>
          <a:chOff x="0" y="0"/>
          <a:chExt cx="0" cy="0"/>
        </a:xfrm>
      </p:grpSpPr>
      <p:sp>
        <p:nvSpPr>
          <p:cNvPr id="70" name="PlaceHolder 1"/>
          <p:cNvSpPr>
            <a:spLocks noGrp="1"/>
          </p:cNvSpPr>
          <p:nvPr>
            <p:ph type="title"/>
          </p:nvPr>
        </p:nvSpPr>
        <p:spPr>
          <a:xfrm>
            <a:off x="831960" y="1709640"/>
            <a:ext cx="10515240" cy="285228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a:endParaRPr>
          </a:p>
        </p:txBody>
      </p:sp>
      <p:sp>
        <p:nvSpPr>
          <p:cNvPr id="71" name="PlaceHolder 2"/>
          <p:cNvSpPr>
            <a:spLocks noGrp="1"/>
          </p:cNvSpPr>
          <p:nvPr>
            <p:ph type="subTitle"/>
          </p:nvPr>
        </p:nvSpPr>
        <p:spPr>
          <a:xfrm>
            <a:off x="831960" y="4589640"/>
            <a:ext cx="10515240" cy="1499760"/>
          </a:xfrm>
          <a:prstGeom prst="rect">
            <a:avLst/>
          </a:prstGeom>
          <a:noFill/>
          <a:ln w="0">
            <a:noFill/>
          </a:ln>
        </p:spPr>
        <p:txBody>
          <a:bodyPr lIns="0" tIns="0" rIns="0" bIns="0" anchor="ctr">
            <a:noAutofit/>
          </a:bodyPr>
          <a:lstStyle/>
          <a:p>
            <a:pPr indent="0" algn="ctr">
              <a:buNone/>
            </a:pPr>
            <a:endParaRPr lang="fr-FR" sz="3200" b="0" strike="noStrike" spc="-1">
              <a:solidFill>
                <a:srgbClr val="000000"/>
              </a:solidFill>
              <a:latin typeface="Arial"/>
            </a:endParaRPr>
          </a:p>
        </p:txBody>
      </p:sp>
      <p:sp>
        <p:nvSpPr>
          <p:cNvPr id="4" name="PlaceHolder 3"/>
          <p:cNvSpPr>
            <a:spLocks noGrp="1"/>
          </p:cNvSpPr>
          <p:nvPr>
            <p:ph type="ftr" idx="35"/>
          </p:nvPr>
        </p:nvSpPr>
        <p:spPr/>
        <p:txBody>
          <a:bodyPr/>
          <a:lstStyle/>
          <a:p>
            <a:r>
              <a:t>Footer</a:t>
            </a:r>
          </a:p>
        </p:txBody>
      </p:sp>
      <p:sp>
        <p:nvSpPr>
          <p:cNvPr id="5" name="PlaceHolder 4"/>
          <p:cNvSpPr>
            <a:spLocks noGrp="1"/>
          </p:cNvSpPr>
          <p:nvPr>
            <p:ph type="sldNum" idx="36"/>
          </p:nvPr>
        </p:nvSpPr>
        <p:spPr/>
        <p:txBody>
          <a:bodyPr/>
          <a:lstStyle/>
          <a:p>
            <a:fld id="{D347E401-F028-459D-9FEB-24512ED75902}" type="slidenum">
              <a:t>‹N°›</a:t>
            </a:fld>
            <a:endParaRPr/>
          </a:p>
        </p:txBody>
      </p:sp>
      <p:sp>
        <p:nvSpPr>
          <p:cNvPr id="6" name="PlaceHolder 5"/>
          <p:cNvSpPr>
            <a:spLocks noGrp="1"/>
          </p:cNvSpPr>
          <p:nvPr>
            <p:ph type="dt" idx="34"/>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11.xml"/></Relationships>
</file>

<file path=ppt/slideMasters/_rels/slideMaster12.xml.rels><?xml version="1.0" encoding="UTF-8" standalone="yes"?>
<Relationships xmlns="http://schemas.openxmlformats.org/package/2006/relationships"><Relationship Id="rId2" Type="http://schemas.openxmlformats.org/officeDocument/2006/relationships/theme" Target="../theme/theme1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p>
            <a:pPr indent="0" algn="ctr" defTabSz="914400">
              <a:lnSpc>
                <a:spcPct val="90000"/>
              </a:lnSpc>
              <a:buNone/>
            </a:pPr>
            <a:r>
              <a:rPr lang="fr-FR" sz="6000" b="0" strike="noStrike" spc="-1">
                <a:solidFill>
                  <a:schemeClr val="dk1"/>
                </a:solidFill>
                <a:latin typeface="Calibri Light"/>
              </a:rPr>
              <a:t>Modifiez le style du titre</a:t>
            </a:r>
            <a:endParaRPr lang="en-US" sz="6000" b="0" strike="noStrike" spc="-1">
              <a:solidFill>
                <a:schemeClr val="dk1"/>
              </a:solidFill>
              <a:latin typeface="Calibri"/>
            </a:endParaRPr>
          </a:p>
        </p:txBody>
      </p:sp>
      <p:sp>
        <p:nvSpPr>
          <p:cNvPr id="6" name="PlaceHolder 2"/>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defTabSz="457200">
              <a:lnSpc>
                <a:spcPct val="100000"/>
              </a:lnSpc>
              <a:buNone/>
              <a:defRPr lang="fr-FR" sz="1200" b="0" strike="noStrike" spc="-1">
                <a:solidFill>
                  <a:schemeClr val="dk1">
                    <a:tint val="75000"/>
                  </a:schemeClr>
                </a:solidFill>
                <a:latin typeface="Calibri"/>
              </a:defRPr>
            </a:lvl1pPr>
          </a:lstStyle>
          <a:p>
            <a:pPr indent="0" defTabSz="457200">
              <a:lnSpc>
                <a:spcPct val="100000"/>
              </a:lnSpc>
              <a:buNone/>
            </a:pPr>
            <a:r>
              <a:rPr lang="fr-FR" sz="1200" b="0" strike="noStrike" spc="-1">
                <a:solidFill>
                  <a:schemeClr val="dk1">
                    <a:tint val="75000"/>
                  </a:schemeClr>
                </a:solidFill>
                <a:latin typeface="Calibri"/>
              </a:rPr>
              <a:t>&lt;date/heure&gt;</a:t>
            </a:r>
            <a:endParaRPr lang="fr-FR" sz="1200" b="0" strike="noStrike" spc="-1">
              <a:solidFill>
                <a:srgbClr val="000000"/>
              </a:solidFill>
              <a:latin typeface="Times New Roman"/>
            </a:endParaRPr>
          </a:p>
        </p:txBody>
      </p:sp>
      <p:sp>
        <p:nvSpPr>
          <p:cNvPr id="2" name="PlaceHolder 3"/>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strike="noStrike" spc="-1">
                <a:solidFill>
                  <a:schemeClr val="dk1">
                    <a:tint val="75000"/>
                  </a:schemeClr>
                </a:solidFill>
                <a:latin typeface="Calibri"/>
              </a:defRPr>
            </a:lvl1pPr>
          </a:lstStyle>
          <a:p>
            <a:pPr indent="0" algn="ctr" defTabSz="457200">
              <a:lnSpc>
                <a:spcPct val="100000"/>
              </a:lnSpc>
              <a:buNone/>
            </a:pPr>
            <a:r>
              <a:rPr lang="en-US" sz="1200" b="0" strike="noStrike" spc="-1">
                <a:solidFill>
                  <a:schemeClr val="dk1">
                    <a:tint val="75000"/>
                  </a:schemeClr>
                </a:solidFill>
                <a:latin typeface="Calibri"/>
              </a:rPr>
              <a:t>&lt;pied de page&gt;</a:t>
            </a:r>
            <a:endParaRPr lang="fr-FR" sz="1200" b="0" strike="noStrike" spc="-1">
              <a:solidFill>
                <a:srgbClr val="000000"/>
              </a:solidFill>
              <a:latin typeface="Times New Roman"/>
            </a:endParaRPr>
          </a:p>
        </p:txBody>
      </p:sp>
      <p:sp>
        <p:nvSpPr>
          <p:cNvPr id="3" name="PlaceHolder 4"/>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strike="noStrike" spc="-1">
                <a:solidFill>
                  <a:schemeClr val="dk1">
                    <a:tint val="75000"/>
                  </a:schemeClr>
                </a:solidFill>
                <a:latin typeface="Calibri"/>
              </a:defRPr>
            </a:lvl1pPr>
          </a:lstStyle>
          <a:p>
            <a:pPr indent="0" algn="r" defTabSz="457200">
              <a:lnSpc>
                <a:spcPct val="100000"/>
              </a:lnSpc>
              <a:buNone/>
            </a:pPr>
            <a:fld id="{9D923711-039C-4772-BE1E-D711E51E65D4}" type="slidenum">
              <a:rPr lang="en-US" sz="1200" b="0" strike="noStrike" spc="-1">
                <a:solidFill>
                  <a:schemeClr val="dk1">
                    <a:tint val="75000"/>
                  </a:schemeClr>
                </a:solidFill>
                <a:latin typeface="Calibri"/>
              </a:rPr>
              <a:t>‹N°›</a:t>
            </a:fld>
            <a:endParaRPr lang="fr-FR" sz="1200" b="0" strike="noStrike" spc="-1">
              <a:solidFill>
                <a:srgbClr val="000000"/>
              </a:solidFill>
              <a:latin typeface="Times New Roman"/>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strike="noStrike" spc="-1">
                <a:solidFill>
                  <a:schemeClr val="dk1"/>
                </a:solidFill>
                <a:latin typeface="Calibri"/>
              </a:rPr>
              <a:t>Cliquez pour éditer le format du plan de texte</a:t>
            </a:r>
          </a:p>
          <a:p>
            <a:pPr marL="864000" lvl="1" indent="-324000">
              <a:lnSpc>
                <a:spcPct val="90000"/>
              </a:lnSpc>
              <a:spcBef>
                <a:spcPts val="1134"/>
              </a:spcBef>
              <a:buClr>
                <a:srgbClr val="000000"/>
              </a:buClr>
              <a:buSzPct val="75000"/>
              <a:buFont typeface="Symbol" charset="2"/>
              <a:buChar char=""/>
            </a:pPr>
            <a:r>
              <a:rPr lang="en-US" sz="2000" b="0" strike="noStrike" spc="-1">
                <a:solidFill>
                  <a:schemeClr val="dk1"/>
                </a:solidFill>
                <a:latin typeface="Calibri"/>
              </a:rPr>
              <a:t>Second niveau de plan</a:t>
            </a:r>
          </a:p>
          <a:p>
            <a:pPr marL="1296000" lvl="2" indent="-288000">
              <a:lnSpc>
                <a:spcPct val="90000"/>
              </a:lnSpc>
              <a:spcBef>
                <a:spcPts val="850"/>
              </a:spcBef>
              <a:buClr>
                <a:srgbClr val="000000"/>
              </a:buClr>
              <a:buSzPct val="45000"/>
              <a:buFont typeface="Wingdings" charset="2"/>
              <a:buChar char=""/>
            </a:pPr>
            <a:r>
              <a:rPr lang="en-US" sz="1800" b="0" strike="noStrike" spc="-1">
                <a:solidFill>
                  <a:schemeClr val="dk1"/>
                </a:solidFill>
                <a:latin typeface="Calibri"/>
              </a:rPr>
              <a:t>Troisième niveau de plan</a:t>
            </a:r>
          </a:p>
          <a:p>
            <a:pPr marL="1728000" lvl="3" indent="-216000">
              <a:lnSpc>
                <a:spcPct val="90000"/>
              </a:lnSpc>
              <a:spcBef>
                <a:spcPts val="567"/>
              </a:spcBef>
              <a:buClr>
                <a:srgbClr val="000000"/>
              </a:buClr>
              <a:buSzPct val="75000"/>
              <a:buFont typeface="Symbol" charset="2"/>
              <a:buChar char=""/>
            </a:pPr>
            <a:r>
              <a:rPr lang="en-US" sz="1800" b="0" strike="noStrike" spc="-1">
                <a:solidFill>
                  <a:schemeClr val="dk1"/>
                </a:solidFill>
                <a:latin typeface="Calibri"/>
              </a:rPr>
              <a:t>Quatrième niveau de plan</a:t>
            </a:r>
          </a:p>
          <a:p>
            <a:pPr marL="2160000" lvl="4" indent="-216000">
              <a:lnSpc>
                <a:spcPct val="90000"/>
              </a:lnSpc>
              <a:spcBef>
                <a:spcPts val="283"/>
              </a:spcBef>
              <a:buClr>
                <a:srgbClr val="000000"/>
              </a:buClr>
              <a:buSzPct val="45000"/>
              <a:buFont typeface="Wingdings" charset="2"/>
              <a:buChar char=""/>
            </a:pPr>
            <a:r>
              <a:rPr lang="en-US" sz="2000" b="0" strike="noStrike" spc="-1">
                <a:solidFill>
                  <a:schemeClr val="dk1"/>
                </a:solidFill>
                <a:latin typeface="Calibri"/>
              </a:rPr>
              <a:t>Cinquième niveau de plan</a:t>
            </a:r>
          </a:p>
          <a:p>
            <a:pPr marL="2592000" lvl="5" indent="-216000">
              <a:lnSpc>
                <a:spcPct val="90000"/>
              </a:lnSpc>
              <a:spcBef>
                <a:spcPts val="283"/>
              </a:spcBef>
              <a:buClr>
                <a:srgbClr val="000000"/>
              </a:buClr>
              <a:buSzPct val="45000"/>
              <a:buFont typeface="Wingdings" charset="2"/>
              <a:buChar char=""/>
            </a:pPr>
            <a:r>
              <a:rPr lang="en-US" sz="2000" b="0" strike="noStrike" spc="-1">
                <a:solidFill>
                  <a:schemeClr val="dk1"/>
                </a:solidFill>
                <a:latin typeface="Calibri"/>
              </a:rPr>
              <a:t>Sixième niveau de plan</a:t>
            </a:r>
          </a:p>
          <a:p>
            <a:pPr marL="3024000" lvl="6" indent="-216000">
              <a:lnSpc>
                <a:spcPct val="90000"/>
              </a:lnSpc>
              <a:spcBef>
                <a:spcPts val="283"/>
              </a:spcBef>
              <a:buClr>
                <a:srgbClr val="000000"/>
              </a:buClr>
              <a:buSzPct val="45000"/>
              <a:buFont typeface="Wingdings" charset="2"/>
              <a:buChar char=""/>
            </a:pPr>
            <a:r>
              <a:rPr lang="en-US" sz="2000" b="0" strike="noStrike" spc="-1">
                <a:solidFill>
                  <a:schemeClr val="dk1"/>
                </a:solidFill>
                <a:latin typeface="Calibri"/>
              </a:rPr>
              <a:t>Septième niveau de plan</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fr-FR" sz="4400" b="0" strike="noStrike" spc="-1">
                <a:solidFill>
                  <a:schemeClr val="dk1"/>
                </a:solidFill>
                <a:latin typeface="Calibri Light"/>
              </a:rPr>
              <a:t>Modifiez le style du titre</a:t>
            </a:r>
            <a:endParaRPr lang="en-US" sz="4400" b="0" strike="noStrike" spc="-1">
              <a:solidFill>
                <a:schemeClr val="dk1"/>
              </a:solidFill>
              <a:latin typeface="Calibri"/>
            </a:endParaRPr>
          </a:p>
        </p:txBody>
      </p:sp>
      <p:sp>
        <p:nvSpPr>
          <p:cNvPr id="8" name="PlaceHolder 2"/>
          <p:cNvSpPr>
            <a:spLocks noGrp="1"/>
          </p:cNvSpPr>
          <p:nvPr>
            <p:ph type="body"/>
          </p:nvPr>
        </p:nvSpPr>
        <p:spPr>
          <a:xfrm>
            <a:off x="838080" y="1825560"/>
            <a:ext cx="10515240" cy="4350960"/>
          </a:xfrm>
          <a:prstGeom prst="rect">
            <a:avLst/>
          </a:prstGeom>
          <a:noFill/>
          <a:ln w="0">
            <a:noFill/>
          </a:ln>
        </p:spPr>
        <p:txBody>
          <a:bodyPr vert="eaVert" lIns="91440" tIns="45720" rIns="91440" bIns="45720" anchor="t">
            <a:noAutofit/>
          </a:bodyPr>
          <a:lstStyle/>
          <a:p>
            <a:pPr marL="228600" indent="-228600" defTabSz="914400">
              <a:lnSpc>
                <a:spcPct val="90000"/>
              </a:lnSpc>
              <a:spcBef>
                <a:spcPts val="1001"/>
              </a:spcBef>
              <a:buClr>
                <a:srgbClr val="000000"/>
              </a:buClr>
              <a:buFont typeface="Arial"/>
              <a:buChar char="•"/>
            </a:pPr>
            <a:r>
              <a:rPr lang="fr-FR" sz="2800" b="0" strike="noStrike" spc="-1">
                <a:solidFill>
                  <a:schemeClr val="dk1"/>
                </a:solidFill>
                <a:latin typeface="Calibri"/>
              </a:rPr>
              <a:t>Cliquez pour modifier les styles du texte du masque</a:t>
            </a:r>
            <a:endParaRPr lang="en-US" sz="2800" b="0" strike="noStrike" spc="-1">
              <a:solidFill>
                <a:schemeClr val="dk1"/>
              </a:solidFill>
              <a:latin typeface="Calibri"/>
            </a:endParaRPr>
          </a:p>
          <a:p>
            <a:pPr marL="685800" lvl="1" indent="-228600" defTabSz="914400">
              <a:lnSpc>
                <a:spcPct val="90000"/>
              </a:lnSpc>
              <a:spcBef>
                <a:spcPts val="499"/>
              </a:spcBef>
              <a:buClr>
                <a:srgbClr val="000000"/>
              </a:buClr>
              <a:buFont typeface="Arial"/>
              <a:buChar char="•"/>
            </a:pPr>
            <a:r>
              <a:rPr lang="fr-FR" sz="2400" b="0" strike="noStrike" spc="-1">
                <a:solidFill>
                  <a:schemeClr val="dk1"/>
                </a:solidFill>
                <a:latin typeface="Calibri"/>
              </a:rPr>
              <a:t>Deuxième niveau</a:t>
            </a:r>
            <a:endParaRPr lang="en-US" sz="2400" b="0" strike="noStrike" spc="-1">
              <a:solidFill>
                <a:schemeClr val="dk1"/>
              </a:solidFill>
              <a:latin typeface="Calibri"/>
            </a:endParaRPr>
          </a:p>
          <a:p>
            <a:pPr marL="1143000" lvl="2" indent="-228600" defTabSz="914400">
              <a:lnSpc>
                <a:spcPct val="90000"/>
              </a:lnSpc>
              <a:spcBef>
                <a:spcPts val="499"/>
              </a:spcBef>
              <a:buClr>
                <a:srgbClr val="000000"/>
              </a:buClr>
              <a:buFont typeface="Arial"/>
              <a:buChar char="•"/>
            </a:pPr>
            <a:r>
              <a:rPr lang="fr-FR" sz="2000" b="0" strike="noStrike" spc="-1">
                <a:solidFill>
                  <a:schemeClr val="dk1"/>
                </a:solidFill>
                <a:latin typeface="Calibri"/>
              </a:rPr>
              <a:t>Troisième niveau</a:t>
            </a:r>
            <a:endParaRPr lang="en-US" sz="2000" b="0" strike="noStrike" spc="-1">
              <a:solidFill>
                <a:schemeClr val="dk1"/>
              </a:solidFill>
              <a:latin typeface="Calibri"/>
            </a:endParaRPr>
          </a:p>
          <a:p>
            <a:pPr marL="1600200" lvl="3" indent="-228600" defTabSz="914400">
              <a:lnSpc>
                <a:spcPct val="90000"/>
              </a:lnSpc>
              <a:spcBef>
                <a:spcPts val="499"/>
              </a:spcBef>
              <a:buClr>
                <a:srgbClr val="000000"/>
              </a:buClr>
              <a:buFont typeface="Arial"/>
              <a:buChar char="•"/>
            </a:pPr>
            <a:r>
              <a:rPr lang="fr-FR" sz="1800" b="0" strike="noStrike" spc="-1">
                <a:solidFill>
                  <a:schemeClr val="dk1"/>
                </a:solidFill>
                <a:latin typeface="Calibri"/>
              </a:rPr>
              <a:t>Quatrième niveau</a:t>
            </a:r>
            <a:endParaRPr lang="en-US" sz="1800" b="0" strike="noStrike" spc="-1">
              <a:solidFill>
                <a:schemeClr val="dk1"/>
              </a:solidFill>
              <a:latin typeface="Calibri"/>
            </a:endParaRPr>
          </a:p>
          <a:p>
            <a:pPr marL="2057400" lvl="4" indent="-228600" defTabSz="914400">
              <a:lnSpc>
                <a:spcPct val="90000"/>
              </a:lnSpc>
              <a:spcBef>
                <a:spcPts val="499"/>
              </a:spcBef>
              <a:buClr>
                <a:srgbClr val="000000"/>
              </a:buClr>
              <a:buFont typeface="Arial"/>
              <a:buChar char="•"/>
            </a:pPr>
            <a:r>
              <a:rPr lang="fr-FR" sz="1800" b="0" strike="noStrike" spc="-1">
                <a:solidFill>
                  <a:schemeClr val="dk1"/>
                </a:solidFill>
                <a:latin typeface="Calibri"/>
              </a:rPr>
              <a:t>Cinquième niveau</a:t>
            </a:r>
            <a:endParaRPr lang="en-US" sz="1800" b="0" strike="noStrike" spc="-1">
              <a:solidFill>
                <a:schemeClr val="dk1"/>
              </a:solidFill>
              <a:latin typeface="Calibri"/>
            </a:endParaRPr>
          </a:p>
        </p:txBody>
      </p:sp>
      <p:sp>
        <p:nvSpPr>
          <p:cNvPr id="9" name="PlaceHolder 3"/>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defTabSz="457200">
              <a:lnSpc>
                <a:spcPct val="100000"/>
              </a:lnSpc>
              <a:buNone/>
              <a:defRPr lang="fr-FR" sz="1200" b="0" strike="noStrike" spc="-1">
                <a:solidFill>
                  <a:schemeClr val="dk1">
                    <a:tint val="75000"/>
                  </a:schemeClr>
                </a:solidFill>
                <a:latin typeface="Calibri"/>
              </a:defRPr>
            </a:lvl1pPr>
          </a:lstStyle>
          <a:p>
            <a:pPr indent="0" defTabSz="457200">
              <a:lnSpc>
                <a:spcPct val="100000"/>
              </a:lnSpc>
              <a:buNone/>
            </a:pPr>
            <a:r>
              <a:rPr lang="fr-FR" sz="1200" b="0" strike="noStrike" spc="-1">
                <a:solidFill>
                  <a:schemeClr val="dk1">
                    <a:tint val="75000"/>
                  </a:schemeClr>
                </a:solidFill>
                <a:latin typeface="Calibri"/>
              </a:rPr>
              <a:t>&lt;date/heure&gt;</a:t>
            </a:r>
            <a:endParaRPr lang="fr-FR" sz="1200" b="0" strike="noStrike" spc="-1">
              <a:solidFill>
                <a:srgbClr val="000000"/>
              </a:solidFill>
              <a:latin typeface="Times New Roman"/>
            </a:endParaRPr>
          </a:p>
        </p:txBody>
      </p:sp>
      <p:sp>
        <p:nvSpPr>
          <p:cNvPr id="10" name="PlaceHolder 4"/>
          <p:cNvSpPr>
            <a:spLocks noGrp="1"/>
          </p:cNvSpPr>
          <p:nvPr>
            <p:ph type="ftr" idx="5"/>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strike="noStrike" spc="-1">
                <a:solidFill>
                  <a:schemeClr val="dk1">
                    <a:tint val="75000"/>
                  </a:schemeClr>
                </a:solidFill>
                <a:latin typeface="Calibri"/>
              </a:defRPr>
            </a:lvl1pPr>
          </a:lstStyle>
          <a:p>
            <a:pPr indent="0" algn="ctr" defTabSz="457200">
              <a:lnSpc>
                <a:spcPct val="100000"/>
              </a:lnSpc>
              <a:buNone/>
            </a:pPr>
            <a:r>
              <a:rPr lang="en-US" sz="1200" b="0" strike="noStrike" spc="-1">
                <a:solidFill>
                  <a:schemeClr val="dk1">
                    <a:tint val="75000"/>
                  </a:schemeClr>
                </a:solidFill>
                <a:latin typeface="Calibri"/>
              </a:rPr>
              <a:t>&lt;pied de page&gt;</a:t>
            </a:r>
            <a:endParaRPr lang="fr-FR" sz="1200" b="0" strike="noStrike" spc="-1">
              <a:solidFill>
                <a:srgbClr val="000000"/>
              </a:solidFill>
              <a:latin typeface="Times New Roman"/>
            </a:endParaRPr>
          </a:p>
        </p:txBody>
      </p:sp>
      <p:sp>
        <p:nvSpPr>
          <p:cNvPr id="11" name="PlaceHolder 5"/>
          <p:cNvSpPr>
            <a:spLocks noGrp="1"/>
          </p:cNvSpPr>
          <p:nvPr>
            <p:ph type="sldNum" idx="6"/>
          </p:nvPr>
        </p:nvSpPr>
        <p:spPr>
          <a:xfrm>
            <a:off x="8610480" y="6356520"/>
            <a:ext cx="274284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strike="noStrike" spc="-1">
                <a:solidFill>
                  <a:schemeClr val="dk1">
                    <a:tint val="75000"/>
                  </a:schemeClr>
                </a:solidFill>
                <a:latin typeface="Calibri"/>
              </a:defRPr>
            </a:lvl1pPr>
          </a:lstStyle>
          <a:p>
            <a:pPr indent="0" algn="r" defTabSz="457200">
              <a:lnSpc>
                <a:spcPct val="100000"/>
              </a:lnSpc>
              <a:buNone/>
            </a:pPr>
            <a:fld id="{C58B7C4C-4736-4405-841E-FCF9E45F7F22}" type="slidenum">
              <a:rPr lang="en-US" sz="1200" b="0" strike="noStrike" spc="-1">
                <a:solidFill>
                  <a:schemeClr val="dk1">
                    <a:tint val="75000"/>
                  </a:schemeClr>
                </a:solidFill>
                <a:latin typeface="Calibri"/>
              </a:rPr>
              <a:t>‹N°›</a:t>
            </a:fld>
            <a:endParaRPr lang="fr-FR"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8724960" y="365040"/>
            <a:ext cx="2628720" cy="5811480"/>
          </a:xfrm>
          <a:prstGeom prst="rect">
            <a:avLst/>
          </a:prstGeom>
          <a:noFill/>
          <a:ln w="0">
            <a:noFill/>
          </a:ln>
        </p:spPr>
        <p:txBody>
          <a:bodyPr vert="eaVert" lIns="91440" tIns="45720" rIns="91440" bIns="45720" anchor="ctr">
            <a:noAutofit/>
          </a:bodyPr>
          <a:lstStyle/>
          <a:p>
            <a:pPr indent="0" defTabSz="914400">
              <a:lnSpc>
                <a:spcPct val="90000"/>
              </a:lnSpc>
              <a:buNone/>
            </a:pPr>
            <a:r>
              <a:rPr lang="fr-FR" sz="4400" b="0" strike="noStrike" spc="-1">
                <a:solidFill>
                  <a:schemeClr val="dk1"/>
                </a:solidFill>
                <a:latin typeface="Calibri Light"/>
              </a:rPr>
              <a:t>Modifiez le style du titre</a:t>
            </a:r>
            <a:endParaRPr lang="en-US" sz="4400" b="0" strike="noStrike" spc="-1">
              <a:solidFill>
                <a:schemeClr val="dk1"/>
              </a:solidFill>
              <a:latin typeface="Calibri"/>
            </a:endParaRPr>
          </a:p>
        </p:txBody>
      </p:sp>
      <p:sp>
        <p:nvSpPr>
          <p:cNvPr id="13" name="PlaceHolder 2"/>
          <p:cNvSpPr>
            <a:spLocks noGrp="1"/>
          </p:cNvSpPr>
          <p:nvPr>
            <p:ph type="body"/>
          </p:nvPr>
        </p:nvSpPr>
        <p:spPr>
          <a:xfrm>
            <a:off x="838080" y="365040"/>
            <a:ext cx="7733880" cy="5811480"/>
          </a:xfrm>
          <a:prstGeom prst="rect">
            <a:avLst/>
          </a:prstGeom>
          <a:noFill/>
          <a:ln w="0">
            <a:noFill/>
          </a:ln>
        </p:spPr>
        <p:txBody>
          <a:bodyPr vert="eaVert" lIns="91440" tIns="45720" rIns="91440" bIns="45720" anchor="t">
            <a:noAutofit/>
          </a:bodyPr>
          <a:lstStyle/>
          <a:p>
            <a:pPr marL="228600" indent="-228600" defTabSz="914400">
              <a:lnSpc>
                <a:spcPct val="90000"/>
              </a:lnSpc>
              <a:spcBef>
                <a:spcPts val="1001"/>
              </a:spcBef>
              <a:buClr>
                <a:srgbClr val="000000"/>
              </a:buClr>
              <a:buFont typeface="Arial"/>
              <a:buChar char="•"/>
            </a:pPr>
            <a:r>
              <a:rPr lang="fr-FR" sz="2800" b="0" strike="noStrike" spc="-1">
                <a:solidFill>
                  <a:schemeClr val="dk1"/>
                </a:solidFill>
                <a:latin typeface="Calibri"/>
              </a:rPr>
              <a:t>Cliquez pour modifier les styles du texte du masque</a:t>
            </a:r>
            <a:endParaRPr lang="en-US" sz="2800" b="0" strike="noStrike" spc="-1">
              <a:solidFill>
                <a:schemeClr val="dk1"/>
              </a:solidFill>
              <a:latin typeface="Calibri"/>
            </a:endParaRPr>
          </a:p>
          <a:p>
            <a:pPr marL="685800" lvl="1" indent="-228600" defTabSz="914400">
              <a:lnSpc>
                <a:spcPct val="90000"/>
              </a:lnSpc>
              <a:spcBef>
                <a:spcPts val="499"/>
              </a:spcBef>
              <a:buClr>
                <a:srgbClr val="000000"/>
              </a:buClr>
              <a:buFont typeface="Arial"/>
              <a:buChar char="•"/>
            </a:pPr>
            <a:r>
              <a:rPr lang="fr-FR" sz="2400" b="0" strike="noStrike" spc="-1">
                <a:solidFill>
                  <a:schemeClr val="dk1"/>
                </a:solidFill>
                <a:latin typeface="Calibri"/>
              </a:rPr>
              <a:t>Deuxième niveau</a:t>
            </a:r>
            <a:endParaRPr lang="en-US" sz="2400" b="0" strike="noStrike" spc="-1">
              <a:solidFill>
                <a:schemeClr val="dk1"/>
              </a:solidFill>
              <a:latin typeface="Calibri"/>
            </a:endParaRPr>
          </a:p>
          <a:p>
            <a:pPr marL="1143000" lvl="2" indent="-228600" defTabSz="914400">
              <a:lnSpc>
                <a:spcPct val="90000"/>
              </a:lnSpc>
              <a:spcBef>
                <a:spcPts val="499"/>
              </a:spcBef>
              <a:buClr>
                <a:srgbClr val="000000"/>
              </a:buClr>
              <a:buFont typeface="Arial"/>
              <a:buChar char="•"/>
            </a:pPr>
            <a:r>
              <a:rPr lang="fr-FR" sz="2000" b="0" strike="noStrike" spc="-1">
                <a:solidFill>
                  <a:schemeClr val="dk1"/>
                </a:solidFill>
                <a:latin typeface="Calibri"/>
              </a:rPr>
              <a:t>Troisième niveau</a:t>
            </a:r>
            <a:endParaRPr lang="en-US" sz="2000" b="0" strike="noStrike" spc="-1">
              <a:solidFill>
                <a:schemeClr val="dk1"/>
              </a:solidFill>
              <a:latin typeface="Calibri"/>
            </a:endParaRPr>
          </a:p>
          <a:p>
            <a:pPr marL="1600200" lvl="3" indent="-228600" defTabSz="914400">
              <a:lnSpc>
                <a:spcPct val="90000"/>
              </a:lnSpc>
              <a:spcBef>
                <a:spcPts val="499"/>
              </a:spcBef>
              <a:buClr>
                <a:srgbClr val="000000"/>
              </a:buClr>
              <a:buFont typeface="Arial"/>
              <a:buChar char="•"/>
            </a:pPr>
            <a:r>
              <a:rPr lang="fr-FR" sz="1800" b="0" strike="noStrike" spc="-1">
                <a:solidFill>
                  <a:schemeClr val="dk1"/>
                </a:solidFill>
                <a:latin typeface="Calibri"/>
              </a:rPr>
              <a:t>Quatrième niveau</a:t>
            </a:r>
            <a:endParaRPr lang="en-US" sz="1800" b="0" strike="noStrike" spc="-1">
              <a:solidFill>
                <a:schemeClr val="dk1"/>
              </a:solidFill>
              <a:latin typeface="Calibri"/>
            </a:endParaRPr>
          </a:p>
          <a:p>
            <a:pPr marL="2057400" lvl="4" indent="-228600" defTabSz="914400">
              <a:lnSpc>
                <a:spcPct val="90000"/>
              </a:lnSpc>
              <a:spcBef>
                <a:spcPts val="499"/>
              </a:spcBef>
              <a:buClr>
                <a:srgbClr val="000000"/>
              </a:buClr>
              <a:buFont typeface="Arial"/>
              <a:buChar char="•"/>
            </a:pPr>
            <a:r>
              <a:rPr lang="fr-FR" sz="1800" b="0" strike="noStrike" spc="-1">
                <a:solidFill>
                  <a:schemeClr val="dk1"/>
                </a:solidFill>
                <a:latin typeface="Calibri"/>
              </a:rPr>
              <a:t>Cinquième niveau</a:t>
            </a:r>
            <a:endParaRPr lang="en-US" sz="1800" b="0" strike="noStrike" spc="-1">
              <a:solidFill>
                <a:schemeClr val="dk1"/>
              </a:solidFill>
              <a:latin typeface="Calibri"/>
            </a:endParaRPr>
          </a:p>
        </p:txBody>
      </p:sp>
      <p:sp>
        <p:nvSpPr>
          <p:cNvPr id="14" name="PlaceHolder 3"/>
          <p:cNvSpPr>
            <a:spLocks noGrp="1"/>
          </p:cNvSpPr>
          <p:nvPr>
            <p:ph type="dt" idx="7"/>
          </p:nvPr>
        </p:nvSpPr>
        <p:spPr>
          <a:xfrm>
            <a:off x="838080" y="6356520"/>
            <a:ext cx="2742840" cy="364680"/>
          </a:xfrm>
          <a:prstGeom prst="rect">
            <a:avLst/>
          </a:prstGeom>
          <a:noFill/>
          <a:ln w="0">
            <a:noFill/>
          </a:ln>
        </p:spPr>
        <p:txBody>
          <a:bodyPr lIns="91440" tIns="45720" rIns="91440" bIns="45720" anchor="ctr">
            <a:noAutofit/>
          </a:bodyPr>
          <a:lstStyle>
            <a:lvl1pPr indent="0" defTabSz="457200">
              <a:lnSpc>
                <a:spcPct val="100000"/>
              </a:lnSpc>
              <a:buNone/>
              <a:defRPr lang="fr-FR" sz="1200" b="0" strike="noStrike" spc="-1">
                <a:solidFill>
                  <a:schemeClr val="dk1">
                    <a:tint val="75000"/>
                  </a:schemeClr>
                </a:solidFill>
                <a:latin typeface="Calibri"/>
              </a:defRPr>
            </a:lvl1pPr>
          </a:lstStyle>
          <a:p>
            <a:pPr indent="0" defTabSz="457200">
              <a:lnSpc>
                <a:spcPct val="100000"/>
              </a:lnSpc>
              <a:buNone/>
            </a:pPr>
            <a:r>
              <a:rPr lang="fr-FR" sz="1200" b="0" strike="noStrike" spc="-1">
                <a:solidFill>
                  <a:schemeClr val="dk1">
                    <a:tint val="75000"/>
                  </a:schemeClr>
                </a:solidFill>
                <a:latin typeface="Calibri"/>
              </a:rPr>
              <a:t>&lt;date/heure&gt;</a:t>
            </a:r>
            <a:endParaRPr lang="fr-FR" sz="1200" b="0" strike="noStrike" spc="-1">
              <a:solidFill>
                <a:srgbClr val="000000"/>
              </a:solidFill>
              <a:latin typeface="Times New Roman"/>
            </a:endParaRPr>
          </a:p>
        </p:txBody>
      </p:sp>
      <p:sp>
        <p:nvSpPr>
          <p:cNvPr id="15" name="PlaceHolder 4"/>
          <p:cNvSpPr>
            <a:spLocks noGrp="1"/>
          </p:cNvSpPr>
          <p:nvPr>
            <p:ph type="ftr" idx="8"/>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strike="noStrike" spc="-1">
                <a:solidFill>
                  <a:schemeClr val="dk1">
                    <a:tint val="75000"/>
                  </a:schemeClr>
                </a:solidFill>
                <a:latin typeface="Calibri"/>
              </a:defRPr>
            </a:lvl1pPr>
          </a:lstStyle>
          <a:p>
            <a:pPr indent="0" algn="ctr" defTabSz="457200">
              <a:lnSpc>
                <a:spcPct val="100000"/>
              </a:lnSpc>
              <a:buNone/>
            </a:pPr>
            <a:r>
              <a:rPr lang="en-US" sz="1200" b="0" strike="noStrike" spc="-1">
                <a:solidFill>
                  <a:schemeClr val="dk1">
                    <a:tint val="75000"/>
                  </a:schemeClr>
                </a:solidFill>
                <a:latin typeface="Calibri"/>
              </a:rPr>
              <a:t>&lt;pied de page&gt;</a:t>
            </a:r>
            <a:endParaRPr lang="fr-FR" sz="1200" b="0" strike="noStrike" spc="-1">
              <a:solidFill>
                <a:srgbClr val="000000"/>
              </a:solidFill>
              <a:latin typeface="Times New Roman"/>
            </a:endParaRPr>
          </a:p>
        </p:txBody>
      </p:sp>
      <p:sp>
        <p:nvSpPr>
          <p:cNvPr id="16" name="PlaceHolder 5"/>
          <p:cNvSpPr>
            <a:spLocks noGrp="1"/>
          </p:cNvSpPr>
          <p:nvPr>
            <p:ph type="sldNum" idx="9"/>
          </p:nvPr>
        </p:nvSpPr>
        <p:spPr>
          <a:xfrm>
            <a:off x="8610480" y="6356520"/>
            <a:ext cx="274284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strike="noStrike" spc="-1">
                <a:solidFill>
                  <a:schemeClr val="dk1">
                    <a:tint val="75000"/>
                  </a:schemeClr>
                </a:solidFill>
                <a:latin typeface="Calibri"/>
              </a:defRPr>
            </a:lvl1pPr>
          </a:lstStyle>
          <a:p>
            <a:pPr indent="0" algn="r" defTabSz="457200">
              <a:lnSpc>
                <a:spcPct val="100000"/>
              </a:lnSpc>
              <a:buNone/>
            </a:pPr>
            <a:fld id="{C7AA36D7-876F-4133-BB1A-49E451AA5BAC}" type="slidenum">
              <a:rPr lang="en-US" sz="1200" b="0" strike="noStrike" spc="-1">
                <a:solidFill>
                  <a:schemeClr val="dk1">
                    <a:tint val="75000"/>
                  </a:schemeClr>
                </a:solidFill>
                <a:latin typeface="Calibri"/>
              </a:rPr>
              <a:t>‹N°›</a:t>
            </a:fld>
            <a:endParaRPr lang="fr-FR"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fr-FR" sz="4400" b="0" strike="noStrike" spc="-1">
                <a:solidFill>
                  <a:schemeClr val="dk1"/>
                </a:solidFill>
                <a:latin typeface="Calibri Light"/>
              </a:rPr>
              <a:t>Modifiez le style du titre</a:t>
            </a:r>
            <a:endParaRPr lang="en-US" sz="4400" b="0" strike="noStrike" spc="-1">
              <a:solidFill>
                <a:schemeClr val="dk1"/>
              </a:solidFill>
              <a:latin typeface="Calibri"/>
            </a:endParaRPr>
          </a:p>
        </p:txBody>
      </p:sp>
      <p:sp>
        <p:nvSpPr>
          <p:cNvPr id="18"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fr-FR" sz="2800" b="0" strike="noStrike" spc="-1">
                <a:solidFill>
                  <a:schemeClr val="dk1"/>
                </a:solidFill>
                <a:latin typeface="Calibri"/>
              </a:rPr>
              <a:t>Cliquez pour modifier les styles du texte du masque</a:t>
            </a:r>
            <a:endParaRPr lang="en-US" sz="2800" b="0" strike="noStrike" spc="-1">
              <a:solidFill>
                <a:schemeClr val="dk1"/>
              </a:solidFill>
              <a:latin typeface="Calibri"/>
            </a:endParaRPr>
          </a:p>
          <a:p>
            <a:pPr marL="685800" lvl="1" indent="-228600" defTabSz="914400">
              <a:lnSpc>
                <a:spcPct val="90000"/>
              </a:lnSpc>
              <a:spcBef>
                <a:spcPts val="499"/>
              </a:spcBef>
              <a:buClr>
                <a:srgbClr val="000000"/>
              </a:buClr>
              <a:buFont typeface="Arial"/>
              <a:buChar char="•"/>
            </a:pPr>
            <a:r>
              <a:rPr lang="fr-FR" sz="2400" b="0" strike="noStrike" spc="-1">
                <a:solidFill>
                  <a:schemeClr val="dk1"/>
                </a:solidFill>
                <a:latin typeface="Calibri"/>
              </a:rPr>
              <a:t>Deuxième niveau</a:t>
            </a:r>
            <a:endParaRPr lang="en-US" sz="2400" b="0" strike="noStrike" spc="-1">
              <a:solidFill>
                <a:schemeClr val="dk1"/>
              </a:solidFill>
              <a:latin typeface="Calibri"/>
            </a:endParaRPr>
          </a:p>
          <a:p>
            <a:pPr marL="1143000" lvl="2" indent="-228600" defTabSz="914400">
              <a:lnSpc>
                <a:spcPct val="90000"/>
              </a:lnSpc>
              <a:spcBef>
                <a:spcPts val="499"/>
              </a:spcBef>
              <a:buClr>
                <a:srgbClr val="000000"/>
              </a:buClr>
              <a:buFont typeface="Arial"/>
              <a:buChar char="•"/>
            </a:pPr>
            <a:r>
              <a:rPr lang="fr-FR" sz="2000" b="0" strike="noStrike" spc="-1">
                <a:solidFill>
                  <a:schemeClr val="dk1"/>
                </a:solidFill>
                <a:latin typeface="Calibri"/>
              </a:rPr>
              <a:t>Troisième niveau</a:t>
            </a:r>
            <a:endParaRPr lang="en-US" sz="2000" b="0" strike="noStrike" spc="-1">
              <a:solidFill>
                <a:schemeClr val="dk1"/>
              </a:solidFill>
              <a:latin typeface="Calibri"/>
            </a:endParaRPr>
          </a:p>
          <a:p>
            <a:pPr marL="1600200" lvl="3" indent="-228600" defTabSz="914400">
              <a:lnSpc>
                <a:spcPct val="90000"/>
              </a:lnSpc>
              <a:spcBef>
                <a:spcPts val="499"/>
              </a:spcBef>
              <a:buClr>
                <a:srgbClr val="000000"/>
              </a:buClr>
              <a:buFont typeface="Arial"/>
              <a:buChar char="•"/>
            </a:pPr>
            <a:r>
              <a:rPr lang="fr-FR" sz="1800" b="0" strike="noStrike" spc="-1">
                <a:solidFill>
                  <a:schemeClr val="dk1"/>
                </a:solidFill>
                <a:latin typeface="Calibri"/>
              </a:rPr>
              <a:t>Quatrième niveau</a:t>
            </a:r>
            <a:endParaRPr lang="en-US" sz="1800" b="0" strike="noStrike" spc="-1">
              <a:solidFill>
                <a:schemeClr val="dk1"/>
              </a:solidFill>
              <a:latin typeface="Calibri"/>
            </a:endParaRPr>
          </a:p>
          <a:p>
            <a:pPr marL="2057400" lvl="4" indent="-228600" defTabSz="914400">
              <a:lnSpc>
                <a:spcPct val="90000"/>
              </a:lnSpc>
              <a:spcBef>
                <a:spcPts val="499"/>
              </a:spcBef>
              <a:buClr>
                <a:srgbClr val="000000"/>
              </a:buClr>
              <a:buFont typeface="Arial"/>
              <a:buChar char="•"/>
            </a:pPr>
            <a:r>
              <a:rPr lang="fr-FR" sz="1800" b="0" strike="noStrike" spc="-1">
                <a:solidFill>
                  <a:schemeClr val="dk1"/>
                </a:solidFill>
                <a:latin typeface="Calibri"/>
              </a:rPr>
              <a:t>Cinquième niveau</a:t>
            </a:r>
            <a:endParaRPr lang="en-US" sz="1800" b="0" strike="noStrike" spc="-1">
              <a:solidFill>
                <a:schemeClr val="dk1"/>
              </a:solidFill>
              <a:latin typeface="Calibri"/>
            </a:endParaRPr>
          </a:p>
        </p:txBody>
      </p:sp>
      <p:sp>
        <p:nvSpPr>
          <p:cNvPr id="19" name="PlaceHolder 3"/>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defTabSz="457200">
              <a:lnSpc>
                <a:spcPct val="100000"/>
              </a:lnSpc>
              <a:buNone/>
              <a:defRPr lang="fr-FR" sz="1200" b="0" strike="noStrike" spc="-1">
                <a:solidFill>
                  <a:schemeClr val="dk1">
                    <a:tint val="75000"/>
                  </a:schemeClr>
                </a:solidFill>
                <a:latin typeface="Calibri"/>
              </a:defRPr>
            </a:lvl1pPr>
          </a:lstStyle>
          <a:p>
            <a:pPr indent="0" defTabSz="457200">
              <a:lnSpc>
                <a:spcPct val="100000"/>
              </a:lnSpc>
              <a:buNone/>
            </a:pPr>
            <a:r>
              <a:rPr lang="fr-FR" sz="1200" b="0" strike="noStrike" spc="-1">
                <a:solidFill>
                  <a:schemeClr val="dk1">
                    <a:tint val="75000"/>
                  </a:schemeClr>
                </a:solidFill>
                <a:latin typeface="Calibri"/>
              </a:rPr>
              <a:t>&lt;date/heure&gt;</a:t>
            </a:r>
            <a:endParaRPr lang="fr-FR" sz="1200" b="0" strike="noStrike" spc="-1">
              <a:solidFill>
                <a:srgbClr val="000000"/>
              </a:solidFill>
              <a:latin typeface="Times New Roman"/>
            </a:endParaRPr>
          </a:p>
        </p:txBody>
      </p:sp>
      <p:sp>
        <p:nvSpPr>
          <p:cNvPr id="20" name="PlaceHolder 4"/>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strike="noStrike" spc="-1">
                <a:solidFill>
                  <a:schemeClr val="dk1">
                    <a:tint val="75000"/>
                  </a:schemeClr>
                </a:solidFill>
                <a:latin typeface="Calibri"/>
              </a:defRPr>
            </a:lvl1pPr>
          </a:lstStyle>
          <a:p>
            <a:pPr indent="0" algn="ctr" defTabSz="457200">
              <a:lnSpc>
                <a:spcPct val="100000"/>
              </a:lnSpc>
              <a:buNone/>
            </a:pPr>
            <a:r>
              <a:rPr lang="en-US" sz="1200" b="0" strike="noStrike" spc="-1">
                <a:solidFill>
                  <a:schemeClr val="dk1">
                    <a:tint val="75000"/>
                  </a:schemeClr>
                </a:solidFill>
                <a:latin typeface="Calibri"/>
              </a:rPr>
              <a:t>&lt;pied de page&gt;</a:t>
            </a:r>
            <a:endParaRPr lang="fr-FR" sz="1200" b="0" strike="noStrike" spc="-1">
              <a:solidFill>
                <a:srgbClr val="000000"/>
              </a:solidFill>
              <a:latin typeface="Times New Roman"/>
            </a:endParaRPr>
          </a:p>
        </p:txBody>
      </p:sp>
      <p:sp>
        <p:nvSpPr>
          <p:cNvPr id="21" name="PlaceHolder 5"/>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strike="noStrike" spc="-1">
                <a:solidFill>
                  <a:schemeClr val="dk1">
                    <a:tint val="75000"/>
                  </a:schemeClr>
                </a:solidFill>
                <a:latin typeface="Calibri"/>
              </a:defRPr>
            </a:lvl1pPr>
          </a:lstStyle>
          <a:p>
            <a:pPr indent="0" algn="r" defTabSz="457200">
              <a:lnSpc>
                <a:spcPct val="100000"/>
              </a:lnSpc>
              <a:buNone/>
            </a:pPr>
            <a:fld id="{CFB0BD7F-22F6-4CAF-9C30-892A08D3F5A5}" type="slidenum">
              <a:rPr lang="en-US" sz="1200" b="0" strike="noStrike" spc="-1">
                <a:solidFill>
                  <a:schemeClr val="dk1">
                    <a:tint val="75000"/>
                  </a:schemeClr>
                </a:solidFill>
                <a:latin typeface="Calibri"/>
              </a:rPr>
              <a:t>‹N°›</a:t>
            </a:fld>
            <a:endParaRPr lang="fr-FR"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Autofit/>
          </a:bodyPr>
          <a:lstStyle/>
          <a:p>
            <a:pPr indent="0" defTabSz="914400">
              <a:lnSpc>
                <a:spcPct val="90000"/>
              </a:lnSpc>
              <a:buNone/>
            </a:pPr>
            <a:r>
              <a:rPr lang="fr-FR" sz="6000" b="0" strike="noStrike" spc="-1">
                <a:solidFill>
                  <a:schemeClr val="dk1"/>
                </a:solidFill>
                <a:latin typeface="Calibri Light"/>
              </a:rPr>
              <a:t>Modifiez le style du titre</a:t>
            </a:r>
            <a:endParaRPr lang="en-US" sz="6000" b="0" strike="noStrike" spc="-1">
              <a:solidFill>
                <a:schemeClr val="dk1"/>
              </a:solidFill>
              <a:latin typeface="Calibri"/>
            </a:endParaRPr>
          </a:p>
        </p:txBody>
      </p:sp>
      <p:sp>
        <p:nvSpPr>
          <p:cNvPr id="25"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fr-FR" sz="2400" b="0" strike="noStrike" spc="-1">
                <a:solidFill>
                  <a:schemeClr val="dk1">
                    <a:tint val="75000"/>
                  </a:schemeClr>
                </a:solidFill>
                <a:latin typeface="Calibri"/>
              </a:rPr>
              <a:t>Cliquez pour modifier les styles du texte du masque</a:t>
            </a:r>
            <a:endParaRPr lang="en-US" sz="2400" b="0" strike="noStrike" spc="-1">
              <a:solidFill>
                <a:schemeClr val="dk1"/>
              </a:solidFill>
              <a:latin typeface="Calibri"/>
            </a:endParaRPr>
          </a:p>
        </p:txBody>
      </p:sp>
      <p:sp>
        <p:nvSpPr>
          <p:cNvPr id="26" name="PlaceHolder 3"/>
          <p:cNvSpPr>
            <a:spLocks noGrp="1"/>
          </p:cNvSpPr>
          <p:nvPr>
            <p:ph type="dt" idx="13"/>
          </p:nvPr>
        </p:nvSpPr>
        <p:spPr>
          <a:xfrm>
            <a:off x="838080" y="6356520"/>
            <a:ext cx="2742840" cy="364680"/>
          </a:xfrm>
          <a:prstGeom prst="rect">
            <a:avLst/>
          </a:prstGeom>
          <a:noFill/>
          <a:ln w="0">
            <a:noFill/>
          </a:ln>
        </p:spPr>
        <p:txBody>
          <a:bodyPr lIns="91440" tIns="45720" rIns="91440" bIns="45720" anchor="ctr">
            <a:noAutofit/>
          </a:bodyPr>
          <a:lstStyle>
            <a:lvl1pPr indent="0" defTabSz="457200">
              <a:lnSpc>
                <a:spcPct val="100000"/>
              </a:lnSpc>
              <a:buNone/>
              <a:defRPr lang="fr-FR" sz="1200" b="0" strike="noStrike" spc="-1">
                <a:solidFill>
                  <a:schemeClr val="dk1">
                    <a:tint val="75000"/>
                  </a:schemeClr>
                </a:solidFill>
                <a:latin typeface="Calibri"/>
              </a:defRPr>
            </a:lvl1pPr>
          </a:lstStyle>
          <a:p>
            <a:pPr indent="0" defTabSz="457200">
              <a:lnSpc>
                <a:spcPct val="100000"/>
              </a:lnSpc>
              <a:buNone/>
            </a:pPr>
            <a:r>
              <a:rPr lang="fr-FR" sz="1200" b="0" strike="noStrike" spc="-1">
                <a:solidFill>
                  <a:schemeClr val="dk1">
                    <a:tint val="75000"/>
                  </a:schemeClr>
                </a:solidFill>
                <a:latin typeface="Calibri"/>
              </a:rPr>
              <a:t>&lt;date/heure&gt;</a:t>
            </a:r>
            <a:endParaRPr lang="fr-FR" sz="1200" b="0" strike="noStrike" spc="-1">
              <a:solidFill>
                <a:srgbClr val="000000"/>
              </a:solidFill>
              <a:latin typeface="Times New Roman"/>
            </a:endParaRPr>
          </a:p>
        </p:txBody>
      </p:sp>
      <p:sp>
        <p:nvSpPr>
          <p:cNvPr id="27" name="PlaceHolder 4"/>
          <p:cNvSpPr>
            <a:spLocks noGrp="1"/>
          </p:cNvSpPr>
          <p:nvPr>
            <p:ph type="ftr" idx="14"/>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strike="noStrike" spc="-1">
                <a:solidFill>
                  <a:schemeClr val="dk1">
                    <a:tint val="75000"/>
                  </a:schemeClr>
                </a:solidFill>
                <a:latin typeface="Calibri"/>
              </a:defRPr>
            </a:lvl1pPr>
          </a:lstStyle>
          <a:p>
            <a:pPr indent="0" algn="ctr" defTabSz="457200">
              <a:lnSpc>
                <a:spcPct val="100000"/>
              </a:lnSpc>
              <a:buNone/>
            </a:pPr>
            <a:r>
              <a:rPr lang="en-US" sz="1200" b="0" strike="noStrike" spc="-1">
                <a:solidFill>
                  <a:schemeClr val="dk1">
                    <a:tint val="75000"/>
                  </a:schemeClr>
                </a:solidFill>
                <a:latin typeface="Calibri"/>
              </a:rPr>
              <a:t>&lt;pied de page&gt;</a:t>
            </a:r>
            <a:endParaRPr lang="fr-FR" sz="1200" b="0" strike="noStrike" spc="-1">
              <a:solidFill>
                <a:srgbClr val="000000"/>
              </a:solidFill>
              <a:latin typeface="Times New Roman"/>
            </a:endParaRPr>
          </a:p>
        </p:txBody>
      </p:sp>
      <p:sp>
        <p:nvSpPr>
          <p:cNvPr id="28" name="PlaceHolder 5"/>
          <p:cNvSpPr>
            <a:spLocks noGrp="1"/>
          </p:cNvSpPr>
          <p:nvPr>
            <p:ph type="sldNum" idx="15"/>
          </p:nvPr>
        </p:nvSpPr>
        <p:spPr>
          <a:xfrm>
            <a:off x="8610480" y="6356520"/>
            <a:ext cx="274284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strike="noStrike" spc="-1">
                <a:solidFill>
                  <a:schemeClr val="dk1">
                    <a:tint val="75000"/>
                  </a:schemeClr>
                </a:solidFill>
                <a:latin typeface="Calibri"/>
              </a:defRPr>
            </a:lvl1pPr>
          </a:lstStyle>
          <a:p>
            <a:pPr indent="0" algn="r" defTabSz="457200">
              <a:lnSpc>
                <a:spcPct val="100000"/>
              </a:lnSpc>
              <a:buNone/>
            </a:pPr>
            <a:fld id="{202084FD-90D2-42CF-AE89-AA2DEE45B1D3}" type="slidenum">
              <a:rPr lang="en-US" sz="1200" b="0" strike="noStrike" spc="-1">
                <a:solidFill>
                  <a:schemeClr val="dk1">
                    <a:tint val="75000"/>
                  </a:schemeClr>
                </a:solidFill>
                <a:latin typeface="Calibri"/>
              </a:rPr>
              <a:t>‹N°›</a:t>
            </a:fld>
            <a:endParaRPr lang="fr-FR"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fr-FR" sz="4400" b="0" strike="noStrike" spc="-1">
                <a:solidFill>
                  <a:schemeClr val="dk1"/>
                </a:solidFill>
                <a:latin typeface="Calibri Light"/>
              </a:rPr>
              <a:t>Modifiez le style du titre</a:t>
            </a:r>
            <a:endParaRPr lang="en-US" sz="4400" b="0" strike="noStrike" spc="-1">
              <a:solidFill>
                <a:schemeClr val="dk1"/>
              </a:solidFill>
              <a:latin typeface="Calibri"/>
            </a:endParaRPr>
          </a:p>
        </p:txBody>
      </p:sp>
      <p:sp>
        <p:nvSpPr>
          <p:cNvPr id="30"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fr-FR" sz="2800" b="0" strike="noStrike" spc="-1">
                <a:solidFill>
                  <a:schemeClr val="dk1"/>
                </a:solidFill>
                <a:latin typeface="Calibri"/>
              </a:rPr>
              <a:t>Cliquez pour modifier les styles du texte du masque</a:t>
            </a:r>
            <a:endParaRPr lang="en-US" sz="2800" b="0" strike="noStrike" spc="-1">
              <a:solidFill>
                <a:schemeClr val="dk1"/>
              </a:solidFill>
              <a:latin typeface="Calibri"/>
            </a:endParaRPr>
          </a:p>
          <a:p>
            <a:pPr marL="685800" lvl="1" indent="-228600" defTabSz="914400">
              <a:lnSpc>
                <a:spcPct val="90000"/>
              </a:lnSpc>
              <a:spcBef>
                <a:spcPts val="499"/>
              </a:spcBef>
              <a:buClr>
                <a:srgbClr val="000000"/>
              </a:buClr>
              <a:buFont typeface="Arial"/>
              <a:buChar char="•"/>
            </a:pPr>
            <a:r>
              <a:rPr lang="fr-FR" sz="2400" b="0" strike="noStrike" spc="-1">
                <a:solidFill>
                  <a:schemeClr val="dk1"/>
                </a:solidFill>
                <a:latin typeface="Calibri"/>
              </a:rPr>
              <a:t>Deuxième niveau</a:t>
            </a:r>
            <a:endParaRPr lang="en-US" sz="2400" b="0" strike="noStrike" spc="-1">
              <a:solidFill>
                <a:schemeClr val="dk1"/>
              </a:solidFill>
              <a:latin typeface="Calibri"/>
            </a:endParaRPr>
          </a:p>
          <a:p>
            <a:pPr marL="1143000" lvl="2" indent="-228600" defTabSz="914400">
              <a:lnSpc>
                <a:spcPct val="90000"/>
              </a:lnSpc>
              <a:spcBef>
                <a:spcPts val="499"/>
              </a:spcBef>
              <a:buClr>
                <a:srgbClr val="000000"/>
              </a:buClr>
              <a:buFont typeface="Arial"/>
              <a:buChar char="•"/>
            </a:pPr>
            <a:r>
              <a:rPr lang="fr-FR" sz="2000" b="0" strike="noStrike" spc="-1">
                <a:solidFill>
                  <a:schemeClr val="dk1"/>
                </a:solidFill>
                <a:latin typeface="Calibri"/>
              </a:rPr>
              <a:t>Troisième niveau</a:t>
            </a:r>
            <a:endParaRPr lang="en-US" sz="2000" b="0" strike="noStrike" spc="-1">
              <a:solidFill>
                <a:schemeClr val="dk1"/>
              </a:solidFill>
              <a:latin typeface="Calibri"/>
            </a:endParaRPr>
          </a:p>
          <a:p>
            <a:pPr marL="1600200" lvl="3" indent="-228600" defTabSz="914400">
              <a:lnSpc>
                <a:spcPct val="90000"/>
              </a:lnSpc>
              <a:spcBef>
                <a:spcPts val="499"/>
              </a:spcBef>
              <a:buClr>
                <a:srgbClr val="000000"/>
              </a:buClr>
              <a:buFont typeface="Arial"/>
              <a:buChar char="•"/>
            </a:pPr>
            <a:r>
              <a:rPr lang="fr-FR" sz="1800" b="0" strike="noStrike" spc="-1">
                <a:solidFill>
                  <a:schemeClr val="dk1"/>
                </a:solidFill>
                <a:latin typeface="Calibri"/>
              </a:rPr>
              <a:t>Quatrième niveau</a:t>
            </a:r>
            <a:endParaRPr lang="en-US" sz="1800" b="0" strike="noStrike" spc="-1">
              <a:solidFill>
                <a:schemeClr val="dk1"/>
              </a:solidFill>
              <a:latin typeface="Calibri"/>
            </a:endParaRPr>
          </a:p>
          <a:p>
            <a:pPr marL="2057400" lvl="4" indent="-228600" defTabSz="914400">
              <a:lnSpc>
                <a:spcPct val="90000"/>
              </a:lnSpc>
              <a:spcBef>
                <a:spcPts val="499"/>
              </a:spcBef>
              <a:buClr>
                <a:srgbClr val="000000"/>
              </a:buClr>
              <a:buFont typeface="Arial"/>
              <a:buChar char="•"/>
            </a:pPr>
            <a:r>
              <a:rPr lang="fr-FR" sz="1800" b="0" strike="noStrike" spc="-1">
                <a:solidFill>
                  <a:schemeClr val="dk1"/>
                </a:solidFill>
                <a:latin typeface="Calibri"/>
              </a:rPr>
              <a:t>Cinquième niveau</a:t>
            </a:r>
            <a:endParaRPr lang="en-US" sz="1800" b="0" strike="noStrike" spc="-1">
              <a:solidFill>
                <a:schemeClr val="dk1"/>
              </a:solidFill>
              <a:latin typeface="Calibri"/>
            </a:endParaRPr>
          </a:p>
        </p:txBody>
      </p:sp>
      <p:sp>
        <p:nvSpPr>
          <p:cNvPr id="31"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fr-FR" sz="2800" b="0" strike="noStrike" spc="-1">
                <a:solidFill>
                  <a:schemeClr val="dk1"/>
                </a:solidFill>
                <a:latin typeface="Calibri"/>
              </a:rPr>
              <a:t>Cliquez pour modifier les styles du texte du masque</a:t>
            </a:r>
            <a:endParaRPr lang="en-US" sz="2800" b="0" strike="noStrike" spc="-1">
              <a:solidFill>
                <a:schemeClr val="dk1"/>
              </a:solidFill>
              <a:latin typeface="Calibri"/>
            </a:endParaRPr>
          </a:p>
          <a:p>
            <a:pPr marL="685800" lvl="1" indent="-228600" defTabSz="914400">
              <a:lnSpc>
                <a:spcPct val="90000"/>
              </a:lnSpc>
              <a:spcBef>
                <a:spcPts val="499"/>
              </a:spcBef>
              <a:buClr>
                <a:srgbClr val="000000"/>
              </a:buClr>
              <a:buFont typeface="Arial"/>
              <a:buChar char="•"/>
            </a:pPr>
            <a:r>
              <a:rPr lang="fr-FR" sz="2400" b="0" strike="noStrike" spc="-1">
                <a:solidFill>
                  <a:schemeClr val="dk1"/>
                </a:solidFill>
                <a:latin typeface="Calibri"/>
              </a:rPr>
              <a:t>Deuxième niveau</a:t>
            </a:r>
            <a:endParaRPr lang="en-US" sz="2400" b="0" strike="noStrike" spc="-1">
              <a:solidFill>
                <a:schemeClr val="dk1"/>
              </a:solidFill>
              <a:latin typeface="Calibri"/>
            </a:endParaRPr>
          </a:p>
          <a:p>
            <a:pPr marL="1143000" lvl="2" indent="-228600" defTabSz="914400">
              <a:lnSpc>
                <a:spcPct val="90000"/>
              </a:lnSpc>
              <a:spcBef>
                <a:spcPts val="499"/>
              </a:spcBef>
              <a:buClr>
                <a:srgbClr val="000000"/>
              </a:buClr>
              <a:buFont typeface="Arial"/>
              <a:buChar char="•"/>
            </a:pPr>
            <a:r>
              <a:rPr lang="fr-FR" sz="2000" b="0" strike="noStrike" spc="-1">
                <a:solidFill>
                  <a:schemeClr val="dk1"/>
                </a:solidFill>
                <a:latin typeface="Calibri"/>
              </a:rPr>
              <a:t>Troisième niveau</a:t>
            </a:r>
            <a:endParaRPr lang="en-US" sz="2000" b="0" strike="noStrike" spc="-1">
              <a:solidFill>
                <a:schemeClr val="dk1"/>
              </a:solidFill>
              <a:latin typeface="Calibri"/>
            </a:endParaRPr>
          </a:p>
          <a:p>
            <a:pPr marL="1600200" lvl="3" indent="-228600" defTabSz="914400">
              <a:lnSpc>
                <a:spcPct val="90000"/>
              </a:lnSpc>
              <a:spcBef>
                <a:spcPts val="499"/>
              </a:spcBef>
              <a:buClr>
                <a:srgbClr val="000000"/>
              </a:buClr>
              <a:buFont typeface="Arial"/>
              <a:buChar char="•"/>
            </a:pPr>
            <a:r>
              <a:rPr lang="fr-FR" sz="1800" b="0" strike="noStrike" spc="-1">
                <a:solidFill>
                  <a:schemeClr val="dk1"/>
                </a:solidFill>
                <a:latin typeface="Calibri"/>
              </a:rPr>
              <a:t>Quatrième niveau</a:t>
            </a:r>
            <a:endParaRPr lang="en-US" sz="1800" b="0" strike="noStrike" spc="-1">
              <a:solidFill>
                <a:schemeClr val="dk1"/>
              </a:solidFill>
              <a:latin typeface="Calibri"/>
            </a:endParaRPr>
          </a:p>
          <a:p>
            <a:pPr marL="2057400" lvl="4" indent="-228600" defTabSz="914400">
              <a:lnSpc>
                <a:spcPct val="90000"/>
              </a:lnSpc>
              <a:spcBef>
                <a:spcPts val="499"/>
              </a:spcBef>
              <a:buClr>
                <a:srgbClr val="000000"/>
              </a:buClr>
              <a:buFont typeface="Arial"/>
              <a:buChar char="•"/>
            </a:pPr>
            <a:r>
              <a:rPr lang="fr-FR" sz="1800" b="0" strike="noStrike" spc="-1">
                <a:solidFill>
                  <a:schemeClr val="dk1"/>
                </a:solidFill>
                <a:latin typeface="Calibri"/>
              </a:rPr>
              <a:t>Cinquième niveau</a:t>
            </a:r>
            <a:endParaRPr lang="en-US" sz="1800" b="0" strike="noStrike" spc="-1">
              <a:solidFill>
                <a:schemeClr val="dk1"/>
              </a:solidFill>
              <a:latin typeface="Calibri"/>
            </a:endParaRPr>
          </a:p>
        </p:txBody>
      </p:sp>
      <p:sp>
        <p:nvSpPr>
          <p:cNvPr id="32" name="PlaceHolder 4"/>
          <p:cNvSpPr>
            <a:spLocks noGrp="1"/>
          </p:cNvSpPr>
          <p:nvPr>
            <p:ph type="dt" idx="16"/>
          </p:nvPr>
        </p:nvSpPr>
        <p:spPr>
          <a:xfrm>
            <a:off x="838080" y="6356520"/>
            <a:ext cx="2742840" cy="364680"/>
          </a:xfrm>
          <a:prstGeom prst="rect">
            <a:avLst/>
          </a:prstGeom>
          <a:noFill/>
          <a:ln w="0">
            <a:noFill/>
          </a:ln>
        </p:spPr>
        <p:txBody>
          <a:bodyPr lIns="91440" tIns="45720" rIns="91440" bIns="45720" anchor="ctr">
            <a:noAutofit/>
          </a:bodyPr>
          <a:lstStyle>
            <a:lvl1pPr indent="0" defTabSz="457200">
              <a:lnSpc>
                <a:spcPct val="100000"/>
              </a:lnSpc>
              <a:buNone/>
              <a:defRPr lang="fr-FR" sz="1200" b="0" strike="noStrike" spc="-1">
                <a:solidFill>
                  <a:schemeClr val="dk1">
                    <a:tint val="75000"/>
                  </a:schemeClr>
                </a:solidFill>
                <a:latin typeface="Calibri"/>
              </a:defRPr>
            </a:lvl1pPr>
          </a:lstStyle>
          <a:p>
            <a:pPr indent="0" defTabSz="457200">
              <a:lnSpc>
                <a:spcPct val="100000"/>
              </a:lnSpc>
              <a:buNone/>
            </a:pPr>
            <a:r>
              <a:rPr lang="fr-FR" sz="1200" b="0" strike="noStrike" spc="-1">
                <a:solidFill>
                  <a:schemeClr val="dk1">
                    <a:tint val="75000"/>
                  </a:schemeClr>
                </a:solidFill>
                <a:latin typeface="Calibri"/>
              </a:rPr>
              <a:t>&lt;date/heure&gt;</a:t>
            </a:r>
            <a:endParaRPr lang="fr-FR" sz="1200" b="0" strike="noStrike" spc="-1">
              <a:solidFill>
                <a:srgbClr val="000000"/>
              </a:solidFill>
              <a:latin typeface="Times New Roman"/>
            </a:endParaRPr>
          </a:p>
        </p:txBody>
      </p:sp>
      <p:sp>
        <p:nvSpPr>
          <p:cNvPr id="33" name="PlaceHolder 5"/>
          <p:cNvSpPr>
            <a:spLocks noGrp="1"/>
          </p:cNvSpPr>
          <p:nvPr>
            <p:ph type="ftr" idx="17"/>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strike="noStrike" spc="-1">
                <a:solidFill>
                  <a:schemeClr val="dk1">
                    <a:tint val="75000"/>
                  </a:schemeClr>
                </a:solidFill>
                <a:latin typeface="Calibri"/>
              </a:defRPr>
            </a:lvl1pPr>
          </a:lstStyle>
          <a:p>
            <a:pPr indent="0" algn="ctr" defTabSz="457200">
              <a:lnSpc>
                <a:spcPct val="100000"/>
              </a:lnSpc>
              <a:buNone/>
            </a:pPr>
            <a:r>
              <a:rPr lang="en-US" sz="1200" b="0" strike="noStrike" spc="-1">
                <a:solidFill>
                  <a:schemeClr val="dk1">
                    <a:tint val="75000"/>
                  </a:schemeClr>
                </a:solidFill>
                <a:latin typeface="Calibri"/>
              </a:rPr>
              <a:t>&lt;pied de page&gt;</a:t>
            </a:r>
            <a:endParaRPr lang="fr-FR" sz="1200" b="0" strike="noStrike" spc="-1">
              <a:solidFill>
                <a:srgbClr val="000000"/>
              </a:solidFill>
              <a:latin typeface="Times New Roman"/>
            </a:endParaRPr>
          </a:p>
        </p:txBody>
      </p:sp>
      <p:sp>
        <p:nvSpPr>
          <p:cNvPr id="34" name="PlaceHolder 6"/>
          <p:cNvSpPr>
            <a:spLocks noGrp="1"/>
          </p:cNvSpPr>
          <p:nvPr>
            <p:ph type="sldNum" idx="18"/>
          </p:nvPr>
        </p:nvSpPr>
        <p:spPr>
          <a:xfrm>
            <a:off x="8610480" y="6356520"/>
            <a:ext cx="274284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strike="noStrike" spc="-1">
                <a:solidFill>
                  <a:schemeClr val="dk1">
                    <a:tint val="75000"/>
                  </a:schemeClr>
                </a:solidFill>
                <a:latin typeface="Calibri"/>
              </a:defRPr>
            </a:lvl1pPr>
          </a:lstStyle>
          <a:p>
            <a:pPr indent="0" algn="r" defTabSz="457200">
              <a:lnSpc>
                <a:spcPct val="100000"/>
              </a:lnSpc>
              <a:buNone/>
            </a:pPr>
            <a:fld id="{20E79F6E-1D17-44D0-BDFA-CAC54397334B}" type="slidenum">
              <a:rPr lang="en-US" sz="1200" b="0" strike="noStrike" spc="-1">
                <a:solidFill>
                  <a:schemeClr val="dk1">
                    <a:tint val="75000"/>
                  </a:schemeClr>
                </a:solidFill>
                <a:latin typeface="Calibri"/>
              </a:rPr>
              <a:t>‹N°›</a:t>
            </a:fld>
            <a:endParaRPr lang="fr-FR"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8398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fr-FR" sz="4400" b="0" strike="noStrike" spc="-1">
                <a:solidFill>
                  <a:schemeClr val="dk1"/>
                </a:solidFill>
                <a:latin typeface="Calibri Light"/>
              </a:rPr>
              <a:t>Modifiez le style du titre</a:t>
            </a:r>
            <a:endParaRPr lang="en-US" sz="4400" b="0" strike="noStrike" spc="-1">
              <a:solidFill>
                <a:schemeClr val="dk1"/>
              </a:solidFill>
              <a:latin typeface="Calibri"/>
            </a:endParaRPr>
          </a:p>
        </p:txBody>
      </p:sp>
      <p:sp>
        <p:nvSpPr>
          <p:cNvPr id="39" name="PlaceHolder 2"/>
          <p:cNvSpPr>
            <a:spLocks noGrp="1"/>
          </p:cNvSpPr>
          <p:nvPr>
            <p:ph type="body"/>
          </p:nvPr>
        </p:nvSpPr>
        <p:spPr>
          <a:xfrm>
            <a:off x="839880" y="1681200"/>
            <a:ext cx="5157360" cy="823680"/>
          </a:xfrm>
          <a:prstGeom prst="rect">
            <a:avLst/>
          </a:prstGeom>
          <a:noFill/>
          <a:ln w="0">
            <a:noFill/>
          </a:ln>
        </p:spPr>
        <p:txBody>
          <a:bodyPr lIns="91440" tIns="45720" rIns="91440" bIns="45720" anchor="b">
            <a:noAutofit/>
          </a:bodyPr>
          <a:lstStyle/>
          <a:p>
            <a:pPr indent="0" defTabSz="914400">
              <a:lnSpc>
                <a:spcPct val="90000"/>
              </a:lnSpc>
              <a:spcBef>
                <a:spcPts val="1001"/>
              </a:spcBef>
              <a:buNone/>
              <a:tabLst>
                <a:tab pos="0" algn="l"/>
              </a:tabLst>
            </a:pPr>
            <a:r>
              <a:rPr lang="fr-FR" sz="2400" b="1" strike="noStrike" spc="-1">
                <a:solidFill>
                  <a:schemeClr val="dk1"/>
                </a:solidFill>
                <a:latin typeface="Calibri"/>
              </a:rPr>
              <a:t>Cliquez pour modifier les styles du texte du masque</a:t>
            </a:r>
            <a:endParaRPr lang="en-US" sz="2400" b="0" strike="noStrike" spc="-1">
              <a:solidFill>
                <a:schemeClr val="dk1"/>
              </a:solidFill>
              <a:latin typeface="Calibri"/>
            </a:endParaRPr>
          </a:p>
        </p:txBody>
      </p:sp>
      <p:sp>
        <p:nvSpPr>
          <p:cNvPr id="40" name="PlaceHolder 3"/>
          <p:cNvSpPr>
            <a:spLocks noGrp="1"/>
          </p:cNvSpPr>
          <p:nvPr>
            <p:ph type="body"/>
          </p:nvPr>
        </p:nvSpPr>
        <p:spPr>
          <a:xfrm>
            <a:off x="839880" y="2505240"/>
            <a:ext cx="5157360" cy="3684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fr-FR" sz="2800" b="0" strike="noStrike" spc="-1">
                <a:solidFill>
                  <a:schemeClr val="dk1"/>
                </a:solidFill>
                <a:latin typeface="Calibri"/>
              </a:rPr>
              <a:t>Cliquez pour modifier les styles du texte du masque</a:t>
            </a:r>
            <a:endParaRPr lang="en-US" sz="2800" b="0" strike="noStrike" spc="-1">
              <a:solidFill>
                <a:schemeClr val="dk1"/>
              </a:solidFill>
              <a:latin typeface="Calibri"/>
            </a:endParaRPr>
          </a:p>
          <a:p>
            <a:pPr marL="685800" lvl="1" indent="-228600" defTabSz="914400">
              <a:lnSpc>
                <a:spcPct val="90000"/>
              </a:lnSpc>
              <a:spcBef>
                <a:spcPts val="499"/>
              </a:spcBef>
              <a:buClr>
                <a:srgbClr val="000000"/>
              </a:buClr>
              <a:buFont typeface="Arial"/>
              <a:buChar char="•"/>
            </a:pPr>
            <a:r>
              <a:rPr lang="fr-FR" sz="2400" b="0" strike="noStrike" spc="-1">
                <a:solidFill>
                  <a:schemeClr val="dk1"/>
                </a:solidFill>
                <a:latin typeface="Calibri"/>
              </a:rPr>
              <a:t>Deuxième niveau</a:t>
            </a:r>
            <a:endParaRPr lang="en-US" sz="2400" b="0" strike="noStrike" spc="-1">
              <a:solidFill>
                <a:schemeClr val="dk1"/>
              </a:solidFill>
              <a:latin typeface="Calibri"/>
            </a:endParaRPr>
          </a:p>
          <a:p>
            <a:pPr marL="1143000" lvl="2" indent="-228600" defTabSz="914400">
              <a:lnSpc>
                <a:spcPct val="90000"/>
              </a:lnSpc>
              <a:spcBef>
                <a:spcPts val="499"/>
              </a:spcBef>
              <a:buClr>
                <a:srgbClr val="000000"/>
              </a:buClr>
              <a:buFont typeface="Arial"/>
              <a:buChar char="•"/>
            </a:pPr>
            <a:r>
              <a:rPr lang="fr-FR" sz="2000" b="0" strike="noStrike" spc="-1">
                <a:solidFill>
                  <a:schemeClr val="dk1"/>
                </a:solidFill>
                <a:latin typeface="Calibri"/>
              </a:rPr>
              <a:t>Troisième niveau</a:t>
            </a:r>
            <a:endParaRPr lang="en-US" sz="2000" b="0" strike="noStrike" spc="-1">
              <a:solidFill>
                <a:schemeClr val="dk1"/>
              </a:solidFill>
              <a:latin typeface="Calibri"/>
            </a:endParaRPr>
          </a:p>
          <a:p>
            <a:pPr marL="1600200" lvl="3" indent="-228600" defTabSz="914400">
              <a:lnSpc>
                <a:spcPct val="90000"/>
              </a:lnSpc>
              <a:spcBef>
                <a:spcPts val="499"/>
              </a:spcBef>
              <a:buClr>
                <a:srgbClr val="000000"/>
              </a:buClr>
              <a:buFont typeface="Arial"/>
              <a:buChar char="•"/>
            </a:pPr>
            <a:r>
              <a:rPr lang="fr-FR" sz="1800" b="0" strike="noStrike" spc="-1">
                <a:solidFill>
                  <a:schemeClr val="dk1"/>
                </a:solidFill>
                <a:latin typeface="Calibri"/>
              </a:rPr>
              <a:t>Quatrième niveau</a:t>
            </a:r>
            <a:endParaRPr lang="en-US" sz="1800" b="0" strike="noStrike" spc="-1">
              <a:solidFill>
                <a:schemeClr val="dk1"/>
              </a:solidFill>
              <a:latin typeface="Calibri"/>
            </a:endParaRPr>
          </a:p>
          <a:p>
            <a:pPr marL="2057400" lvl="4" indent="-228600" defTabSz="914400">
              <a:lnSpc>
                <a:spcPct val="90000"/>
              </a:lnSpc>
              <a:spcBef>
                <a:spcPts val="499"/>
              </a:spcBef>
              <a:buClr>
                <a:srgbClr val="000000"/>
              </a:buClr>
              <a:buFont typeface="Arial"/>
              <a:buChar char="•"/>
            </a:pPr>
            <a:r>
              <a:rPr lang="fr-FR" sz="1800" b="0" strike="noStrike" spc="-1">
                <a:solidFill>
                  <a:schemeClr val="dk1"/>
                </a:solidFill>
                <a:latin typeface="Calibri"/>
              </a:rPr>
              <a:t>Cinquième niveau</a:t>
            </a:r>
            <a:endParaRPr lang="en-US" sz="1800" b="0" strike="noStrike" spc="-1">
              <a:solidFill>
                <a:schemeClr val="dk1"/>
              </a:solidFill>
              <a:latin typeface="Calibri"/>
            </a:endParaRPr>
          </a:p>
        </p:txBody>
      </p:sp>
      <p:sp>
        <p:nvSpPr>
          <p:cNvPr id="41" name="PlaceHolder 4"/>
          <p:cNvSpPr>
            <a:spLocks noGrp="1"/>
          </p:cNvSpPr>
          <p:nvPr>
            <p:ph type="body"/>
          </p:nvPr>
        </p:nvSpPr>
        <p:spPr>
          <a:xfrm>
            <a:off x="6172200" y="1681200"/>
            <a:ext cx="5182920" cy="823680"/>
          </a:xfrm>
          <a:prstGeom prst="rect">
            <a:avLst/>
          </a:prstGeom>
          <a:noFill/>
          <a:ln w="0">
            <a:noFill/>
          </a:ln>
        </p:spPr>
        <p:txBody>
          <a:bodyPr lIns="91440" tIns="45720" rIns="91440" bIns="45720" anchor="b">
            <a:noAutofit/>
          </a:bodyPr>
          <a:lstStyle/>
          <a:p>
            <a:pPr indent="0" defTabSz="914400">
              <a:lnSpc>
                <a:spcPct val="90000"/>
              </a:lnSpc>
              <a:spcBef>
                <a:spcPts val="1001"/>
              </a:spcBef>
              <a:buNone/>
              <a:tabLst>
                <a:tab pos="0" algn="l"/>
              </a:tabLst>
            </a:pPr>
            <a:r>
              <a:rPr lang="fr-FR" sz="2400" b="1" strike="noStrike" spc="-1">
                <a:solidFill>
                  <a:schemeClr val="dk1"/>
                </a:solidFill>
                <a:latin typeface="Calibri"/>
              </a:rPr>
              <a:t>Cliquez pour modifier les styles du texte du masque</a:t>
            </a:r>
            <a:endParaRPr lang="en-US" sz="2400" b="0" strike="noStrike" spc="-1">
              <a:solidFill>
                <a:schemeClr val="dk1"/>
              </a:solidFill>
              <a:latin typeface="Calibri"/>
            </a:endParaRPr>
          </a:p>
        </p:txBody>
      </p:sp>
      <p:sp>
        <p:nvSpPr>
          <p:cNvPr id="42" name="PlaceHolder 5"/>
          <p:cNvSpPr>
            <a:spLocks noGrp="1"/>
          </p:cNvSpPr>
          <p:nvPr>
            <p:ph type="body"/>
          </p:nvPr>
        </p:nvSpPr>
        <p:spPr>
          <a:xfrm>
            <a:off x="6172200" y="2505240"/>
            <a:ext cx="5182920" cy="3684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fr-FR" sz="2800" b="0" strike="noStrike" spc="-1">
                <a:solidFill>
                  <a:schemeClr val="dk1"/>
                </a:solidFill>
                <a:latin typeface="Calibri"/>
              </a:rPr>
              <a:t>Cliquez pour modifier les styles du texte du masque</a:t>
            </a:r>
            <a:endParaRPr lang="en-US" sz="2800" b="0" strike="noStrike" spc="-1">
              <a:solidFill>
                <a:schemeClr val="dk1"/>
              </a:solidFill>
              <a:latin typeface="Calibri"/>
            </a:endParaRPr>
          </a:p>
          <a:p>
            <a:pPr marL="685800" lvl="1" indent="-228600" defTabSz="914400">
              <a:lnSpc>
                <a:spcPct val="90000"/>
              </a:lnSpc>
              <a:spcBef>
                <a:spcPts val="499"/>
              </a:spcBef>
              <a:buClr>
                <a:srgbClr val="000000"/>
              </a:buClr>
              <a:buFont typeface="Arial"/>
              <a:buChar char="•"/>
            </a:pPr>
            <a:r>
              <a:rPr lang="fr-FR" sz="2400" b="0" strike="noStrike" spc="-1">
                <a:solidFill>
                  <a:schemeClr val="dk1"/>
                </a:solidFill>
                <a:latin typeface="Calibri"/>
              </a:rPr>
              <a:t>Deuxième niveau</a:t>
            </a:r>
            <a:endParaRPr lang="en-US" sz="2400" b="0" strike="noStrike" spc="-1">
              <a:solidFill>
                <a:schemeClr val="dk1"/>
              </a:solidFill>
              <a:latin typeface="Calibri"/>
            </a:endParaRPr>
          </a:p>
          <a:p>
            <a:pPr marL="1143000" lvl="2" indent="-228600" defTabSz="914400">
              <a:lnSpc>
                <a:spcPct val="90000"/>
              </a:lnSpc>
              <a:spcBef>
                <a:spcPts val="499"/>
              </a:spcBef>
              <a:buClr>
                <a:srgbClr val="000000"/>
              </a:buClr>
              <a:buFont typeface="Arial"/>
              <a:buChar char="•"/>
            </a:pPr>
            <a:r>
              <a:rPr lang="fr-FR" sz="2000" b="0" strike="noStrike" spc="-1">
                <a:solidFill>
                  <a:schemeClr val="dk1"/>
                </a:solidFill>
                <a:latin typeface="Calibri"/>
              </a:rPr>
              <a:t>Troisième niveau</a:t>
            </a:r>
            <a:endParaRPr lang="en-US" sz="2000" b="0" strike="noStrike" spc="-1">
              <a:solidFill>
                <a:schemeClr val="dk1"/>
              </a:solidFill>
              <a:latin typeface="Calibri"/>
            </a:endParaRPr>
          </a:p>
          <a:p>
            <a:pPr marL="1600200" lvl="3" indent="-228600" defTabSz="914400">
              <a:lnSpc>
                <a:spcPct val="90000"/>
              </a:lnSpc>
              <a:spcBef>
                <a:spcPts val="499"/>
              </a:spcBef>
              <a:buClr>
                <a:srgbClr val="000000"/>
              </a:buClr>
              <a:buFont typeface="Arial"/>
              <a:buChar char="•"/>
            </a:pPr>
            <a:r>
              <a:rPr lang="fr-FR" sz="1800" b="0" strike="noStrike" spc="-1">
                <a:solidFill>
                  <a:schemeClr val="dk1"/>
                </a:solidFill>
                <a:latin typeface="Calibri"/>
              </a:rPr>
              <a:t>Quatrième niveau</a:t>
            </a:r>
            <a:endParaRPr lang="en-US" sz="1800" b="0" strike="noStrike" spc="-1">
              <a:solidFill>
                <a:schemeClr val="dk1"/>
              </a:solidFill>
              <a:latin typeface="Calibri"/>
            </a:endParaRPr>
          </a:p>
          <a:p>
            <a:pPr marL="2057400" lvl="4" indent="-228600" defTabSz="914400">
              <a:lnSpc>
                <a:spcPct val="90000"/>
              </a:lnSpc>
              <a:spcBef>
                <a:spcPts val="499"/>
              </a:spcBef>
              <a:buClr>
                <a:srgbClr val="000000"/>
              </a:buClr>
              <a:buFont typeface="Arial"/>
              <a:buChar char="•"/>
            </a:pPr>
            <a:r>
              <a:rPr lang="fr-FR" sz="1800" b="0" strike="noStrike" spc="-1">
                <a:solidFill>
                  <a:schemeClr val="dk1"/>
                </a:solidFill>
                <a:latin typeface="Calibri"/>
              </a:rPr>
              <a:t>Cinquième niveau</a:t>
            </a:r>
            <a:endParaRPr lang="en-US" sz="1800" b="0" strike="noStrike" spc="-1">
              <a:solidFill>
                <a:schemeClr val="dk1"/>
              </a:solidFill>
              <a:latin typeface="Calibri"/>
            </a:endParaRPr>
          </a:p>
        </p:txBody>
      </p:sp>
      <p:sp>
        <p:nvSpPr>
          <p:cNvPr id="43" name="PlaceHolder 6"/>
          <p:cNvSpPr>
            <a:spLocks noGrp="1"/>
          </p:cNvSpPr>
          <p:nvPr>
            <p:ph type="dt" idx="19"/>
          </p:nvPr>
        </p:nvSpPr>
        <p:spPr>
          <a:xfrm>
            <a:off x="838080" y="6356520"/>
            <a:ext cx="2742840" cy="364680"/>
          </a:xfrm>
          <a:prstGeom prst="rect">
            <a:avLst/>
          </a:prstGeom>
          <a:noFill/>
          <a:ln w="0">
            <a:noFill/>
          </a:ln>
        </p:spPr>
        <p:txBody>
          <a:bodyPr lIns="91440" tIns="45720" rIns="91440" bIns="45720" anchor="ctr">
            <a:noAutofit/>
          </a:bodyPr>
          <a:lstStyle>
            <a:lvl1pPr indent="0" defTabSz="457200">
              <a:lnSpc>
                <a:spcPct val="100000"/>
              </a:lnSpc>
              <a:buNone/>
              <a:defRPr lang="fr-FR" sz="1200" b="0" strike="noStrike" spc="-1">
                <a:solidFill>
                  <a:schemeClr val="dk1">
                    <a:tint val="75000"/>
                  </a:schemeClr>
                </a:solidFill>
                <a:latin typeface="Calibri"/>
              </a:defRPr>
            </a:lvl1pPr>
          </a:lstStyle>
          <a:p>
            <a:pPr indent="0" defTabSz="457200">
              <a:lnSpc>
                <a:spcPct val="100000"/>
              </a:lnSpc>
              <a:buNone/>
            </a:pPr>
            <a:r>
              <a:rPr lang="fr-FR" sz="1200" b="0" strike="noStrike" spc="-1">
                <a:solidFill>
                  <a:schemeClr val="dk1">
                    <a:tint val="75000"/>
                  </a:schemeClr>
                </a:solidFill>
                <a:latin typeface="Calibri"/>
              </a:rPr>
              <a:t>&lt;date/heure&gt;</a:t>
            </a:r>
            <a:endParaRPr lang="fr-FR" sz="1200" b="0" strike="noStrike" spc="-1">
              <a:solidFill>
                <a:srgbClr val="000000"/>
              </a:solidFill>
              <a:latin typeface="Times New Roman"/>
            </a:endParaRPr>
          </a:p>
        </p:txBody>
      </p:sp>
      <p:sp>
        <p:nvSpPr>
          <p:cNvPr id="44" name="PlaceHolder 7"/>
          <p:cNvSpPr>
            <a:spLocks noGrp="1"/>
          </p:cNvSpPr>
          <p:nvPr>
            <p:ph type="ftr" idx="20"/>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strike="noStrike" spc="-1">
                <a:solidFill>
                  <a:schemeClr val="dk1">
                    <a:tint val="75000"/>
                  </a:schemeClr>
                </a:solidFill>
                <a:latin typeface="Calibri"/>
              </a:defRPr>
            </a:lvl1pPr>
          </a:lstStyle>
          <a:p>
            <a:pPr indent="0" algn="ctr" defTabSz="457200">
              <a:lnSpc>
                <a:spcPct val="100000"/>
              </a:lnSpc>
              <a:buNone/>
            </a:pPr>
            <a:r>
              <a:rPr lang="en-US" sz="1200" b="0" strike="noStrike" spc="-1">
                <a:solidFill>
                  <a:schemeClr val="dk1">
                    <a:tint val="75000"/>
                  </a:schemeClr>
                </a:solidFill>
                <a:latin typeface="Calibri"/>
              </a:rPr>
              <a:t>&lt;pied de page&gt;</a:t>
            </a:r>
            <a:endParaRPr lang="fr-FR" sz="1200" b="0" strike="noStrike" spc="-1">
              <a:solidFill>
                <a:srgbClr val="000000"/>
              </a:solidFill>
              <a:latin typeface="Times New Roman"/>
            </a:endParaRPr>
          </a:p>
        </p:txBody>
      </p:sp>
      <p:sp>
        <p:nvSpPr>
          <p:cNvPr id="45" name="PlaceHolder 8"/>
          <p:cNvSpPr>
            <a:spLocks noGrp="1"/>
          </p:cNvSpPr>
          <p:nvPr>
            <p:ph type="sldNum" idx="21"/>
          </p:nvPr>
        </p:nvSpPr>
        <p:spPr>
          <a:xfrm>
            <a:off x="8610480" y="6356520"/>
            <a:ext cx="274284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strike="noStrike" spc="-1">
                <a:solidFill>
                  <a:schemeClr val="dk1">
                    <a:tint val="75000"/>
                  </a:schemeClr>
                </a:solidFill>
                <a:latin typeface="Calibri"/>
              </a:defRPr>
            </a:lvl1pPr>
          </a:lstStyle>
          <a:p>
            <a:pPr indent="0" algn="r" defTabSz="457200">
              <a:lnSpc>
                <a:spcPct val="100000"/>
              </a:lnSpc>
              <a:buNone/>
            </a:pPr>
            <a:fld id="{F8FEB3FB-088B-4258-9D55-5B907E5B66A3}" type="slidenum">
              <a:rPr lang="en-US" sz="1200" b="0" strike="noStrike" spc="-1">
                <a:solidFill>
                  <a:schemeClr val="dk1">
                    <a:tint val="75000"/>
                  </a:schemeClr>
                </a:solidFill>
                <a:latin typeface="Calibri"/>
              </a:rPr>
              <a:t>‹N°›</a:t>
            </a:fld>
            <a:endParaRPr lang="fr-FR"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fr-FR" sz="4400" b="0" strike="noStrike" spc="-1">
                <a:solidFill>
                  <a:schemeClr val="dk1"/>
                </a:solidFill>
                <a:latin typeface="Calibri Light"/>
              </a:rPr>
              <a:t>Modifiez le style du titre</a:t>
            </a:r>
            <a:endParaRPr lang="en-US" sz="4400" b="0" strike="noStrike" spc="-1">
              <a:solidFill>
                <a:schemeClr val="dk1"/>
              </a:solidFill>
              <a:latin typeface="Calibri"/>
            </a:endParaRPr>
          </a:p>
        </p:txBody>
      </p:sp>
      <p:sp>
        <p:nvSpPr>
          <p:cNvPr id="47" name="PlaceHolder 2"/>
          <p:cNvSpPr>
            <a:spLocks noGrp="1"/>
          </p:cNvSpPr>
          <p:nvPr>
            <p:ph type="dt" idx="22"/>
          </p:nvPr>
        </p:nvSpPr>
        <p:spPr>
          <a:xfrm>
            <a:off x="838080" y="6356520"/>
            <a:ext cx="2742840" cy="364680"/>
          </a:xfrm>
          <a:prstGeom prst="rect">
            <a:avLst/>
          </a:prstGeom>
          <a:noFill/>
          <a:ln w="0">
            <a:noFill/>
          </a:ln>
        </p:spPr>
        <p:txBody>
          <a:bodyPr lIns="91440" tIns="45720" rIns="91440" bIns="45720" anchor="ctr">
            <a:noAutofit/>
          </a:bodyPr>
          <a:lstStyle>
            <a:lvl1pPr indent="0" defTabSz="457200">
              <a:lnSpc>
                <a:spcPct val="100000"/>
              </a:lnSpc>
              <a:buNone/>
              <a:defRPr lang="fr-FR" sz="1200" b="0" strike="noStrike" spc="-1">
                <a:solidFill>
                  <a:schemeClr val="dk1">
                    <a:tint val="75000"/>
                  </a:schemeClr>
                </a:solidFill>
                <a:latin typeface="Calibri"/>
              </a:defRPr>
            </a:lvl1pPr>
          </a:lstStyle>
          <a:p>
            <a:pPr indent="0" defTabSz="457200">
              <a:lnSpc>
                <a:spcPct val="100000"/>
              </a:lnSpc>
              <a:buNone/>
            </a:pPr>
            <a:r>
              <a:rPr lang="fr-FR" sz="1200" b="0" strike="noStrike" spc="-1">
                <a:solidFill>
                  <a:schemeClr val="dk1">
                    <a:tint val="75000"/>
                  </a:schemeClr>
                </a:solidFill>
                <a:latin typeface="Calibri"/>
              </a:rPr>
              <a:t>&lt;date/heure&gt;</a:t>
            </a:r>
            <a:endParaRPr lang="fr-FR" sz="1200" b="0" strike="noStrike" spc="-1">
              <a:solidFill>
                <a:srgbClr val="000000"/>
              </a:solidFill>
              <a:latin typeface="Times New Roman"/>
            </a:endParaRPr>
          </a:p>
        </p:txBody>
      </p:sp>
      <p:sp>
        <p:nvSpPr>
          <p:cNvPr id="48" name="PlaceHolder 3"/>
          <p:cNvSpPr>
            <a:spLocks noGrp="1"/>
          </p:cNvSpPr>
          <p:nvPr>
            <p:ph type="ftr" idx="23"/>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strike="noStrike" spc="-1">
                <a:solidFill>
                  <a:schemeClr val="dk1">
                    <a:tint val="75000"/>
                  </a:schemeClr>
                </a:solidFill>
                <a:latin typeface="Calibri"/>
              </a:defRPr>
            </a:lvl1pPr>
          </a:lstStyle>
          <a:p>
            <a:pPr indent="0" algn="ctr" defTabSz="457200">
              <a:lnSpc>
                <a:spcPct val="100000"/>
              </a:lnSpc>
              <a:buNone/>
            </a:pPr>
            <a:r>
              <a:rPr lang="en-US" sz="1200" b="0" strike="noStrike" spc="-1">
                <a:solidFill>
                  <a:schemeClr val="dk1">
                    <a:tint val="75000"/>
                  </a:schemeClr>
                </a:solidFill>
                <a:latin typeface="Calibri"/>
              </a:rPr>
              <a:t>&lt;pied de page&gt;</a:t>
            </a:r>
            <a:endParaRPr lang="fr-FR" sz="1200" b="0" strike="noStrike" spc="-1">
              <a:solidFill>
                <a:srgbClr val="000000"/>
              </a:solidFill>
              <a:latin typeface="Times New Roman"/>
            </a:endParaRPr>
          </a:p>
        </p:txBody>
      </p:sp>
      <p:sp>
        <p:nvSpPr>
          <p:cNvPr id="49" name="PlaceHolder 4"/>
          <p:cNvSpPr>
            <a:spLocks noGrp="1"/>
          </p:cNvSpPr>
          <p:nvPr>
            <p:ph type="sldNum" idx="24"/>
          </p:nvPr>
        </p:nvSpPr>
        <p:spPr>
          <a:xfrm>
            <a:off x="8610480" y="6356520"/>
            <a:ext cx="274284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strike="noStrike" spc="-1">
                <a:solidFill>
                  <a:schemeClr val="dk1">
                    <a:tint val="75000"/>
                  </a:schemeClr>
                </a:solidFill>
                <a:latin typeface="Calibri"/>
              </a:defRPr>
            </a:lvl1pPr>
          </a:lstStyle>
          <a:p>
            <a:pPr indent="0" algn="r" defTabSz="457200">
              <a:lnSpc>
                <a:spcPct val="100000"/>
              </a:lnSpc>
              <a:buNone/>
            </a:pPr>
            <a:fld id="{921D05DE-2BD6-4501-8061-57885231E2B6}" type="slidenum">
              <a:rPr lang="en-US" sz="1200" b="0" strike="noStrike" spc="-1">
                <a:solidFill>
                  <a:schemeClr val="dk1">
                    <a:tint val="75000"/>
                  </a:schemeClr>
                </a:solidFill>
                <a:latin typeface="Calibri"/>
              </a:rPr>
              <a:t>‹N°›</a:t>
            </a:fld>
            <a:endParaRPr lang="fr-FR"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 name="PlaceHolder 1"/>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defTabSz="457200">
              <a:lnSpc>
                <a:spcPct val="100000"/>
              </a:lnSpc>
              <a:buNone/>
              <a:defRPr lang="fr-FR" sz="1200" b="0" strike="noStrike" spc="-1">
                <a:solidFill>
                  <a:schemeClr val="dk1">
                    <a:tint val="75000"/>
                  </a:schemeClr>
                </a:solidFill>
                <a:latin typeface="Calibri"/>
              </a:defRPr>
            </a:lvl1pPr>
          </a:lstStyle>
          <a:p>
            <a:pPr indent="0" defTabSz="457200">
              <a:lnSpc>
                <a:spcPct val="100000"/>
              </a:lnSpc>
              <a:buNone/>
            </a:pPr>
            <a:r>
              <a:rPr lang="fr-FR" sz="1200" b="0" strike="noStrike" spc="-1">
                <a:solidFill>
                  <a:schemeClr val="dk1">
                    <a:tint val="75000"/>
                  </a:schemeClr>
                </a:solidFill>
                <a:latin typeface="Calibri"/>
              </a:rPr>
              <a:t>&lt;date/heure&gt;</a:t>
            </a:r>
            <a:endParaRPr lang="fr-FR" sz="1200" b="0" strike="noStrike" spc="-1">
              <a:solidFill>
                <a:srgbClr val="000000"/>
              </a:solidFill>
              <a:latin typeface="Times New Roman"/>
            </a:endParaRPr>
          </a:p>
        </p:txBody>
      </p:sp>
      <p:sp>
        <p:nvSpPr>
          <p:cNvPr id="52" name="PlaceHolder 2"/>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strike="noStrike" spc="-1">
                <a:solidFill>
                  <a:schemeClr val="dk1">
                    <a:tint val="75000"/>
                  </a:schemeClr>
                </a:solidFill>
                <a:latin typeface="Calibri"/>
              </a:defRPr>
            </a:lvl1pPr>
          </a:lstStyle>
          <a:p>
            <a:pPr indent="0" algn="ctr" defTabSz="457200">
              <a:lnSpc>
                <a:spcPct val="100000"/>
              </a:lnSpc>
              <a:buNone/>
            </a:pPr>
            <a:r>
              <a:rPr lang="en-US" sz="1200" b="0" strike="noStrike" spc="-1">
                <a:solidFill>
                  <a:schemeClr val="dk1">
                    <a:tint val="75000"/>
                  </a:schemeClr>
                </a:solidFill>
                <a:latin typeface="Calibri"/>
              </a:rPr>
              <a:t>&lt;pied de page&gt;</a:t>
            </a:r>
            <a:endParaRPr lang="fr-FR" sz="1200" b="0" strike="noStrike" spc="-1">
              <a:solidFill>
                <a:srgbClr val="000000"/>
              </a:solidFill>
              <a:latin typeface="Times New Roman"/>
            </a:endParaRPr>
          </a:p>
        </p:txBody>
      </p:sp>
      <p:sp>
        <p:nvSpPr>
          <p:cNvPr id="53" name="PlaceHolder 3"/>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strike="noStrike" spc="-1">
                <a:solidFill>
                  <a:schemeClr val="dk1">
                    <a:tint val="75000"/>
                  </a:schemeClr>
                </a:solidFill>
                <a:latin typeface="Calibri"/>
              </a:defRPr>
            </a:lvl1pPr>
          </a:lstStyle>
          <a:p>
            <a:pPr indent="0" algn="r" defTabSz="457200">
              <a:lnSpc>
                <a:spcPct val="100000"/>
              </a:lnSpc>
              <a:buNone/>
            </a:pPr>
            <a:fld id="{40411531-5CAF-4F9B-BD19-23E5325B667F}" type="slidenum">
              <a:rPr lang="en-US" sz="1200" b="0" strike="noStrike" spc="-1">
                <a:solidFill>
                  <a:schemeClr val="dk1">
                    <a:tint val="75000"/>
                  </a:schemeClr>
                </a:solidFill>
                <a:latin typeface="Calibri"/>
              </a:rPr>
              <a:t>‹N°›</a:t>
            </a:fld>
            <a:endParaRPr lang="fr-FR"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p>
            <a:pPr indent="0" defTabSz="914400">
              <a:lnSpc>
                <a:spcPct val="90000"/>
              </a:lnSpc>
              <a:buNone/>
            </a:pPr>
            <a:r>
              <a:rPr lang="fr-FR" sz="3200" b="0" strike="noStrike" spc="-1">
                <a:solidFill>
                  <a:schemeClr val="dk1"/>
                </a:solidFill>
                <a:latin typeface="Calibri Light"/>
              </a:rPr>
              <a:t>Modifiez le style du titre</a:t>
            </a:r>
            <a:endParaRPr lang="en-US" sz="3200" b="0" strike="noStrike" spc="-1">
              <a:solidFill>
                <a:schemeClr val="dk1"/>
              </a:solidFill>
              <a:latin typeface="Calibri"/>
            </a:endParaRPr>
          </a:p>
        </p:txBody>
      </p:sp>
      <p:sp>
        <p:nvSpPr>
          <p:cNvPr id="55"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fr-FR" sz="3200" b="0" strike="noStrike" spc="-1">
                <a:solidFill>
                  <a:schemeClr val="dk1"/>
                </a:solidFill>
                <a:latin typeface="Calibri"/>
              </a:rPr>
              <a:t>Cliquez pour modifier les styles du texte du masque</a:t>
            </a:r>
            <a:endParaRPr lang="en-US" sz="3200" b="0" strike="noStrike" spc="-1">
              <a:solidFill>
                <a:schemeClr val="dk1"/>
              </a:solidFill>
              <a:latin typeface="Calibri"/>
            </a:endParaRPr>
          </a:p>
          <a:p>
            <a:pPr marL="685800" lvl="1" indent="-228600" defTabSz="914400">
              <a:lnSpc>
                <a:spcPct val="90000"/>
              </a:lnSpc>
              <a:spcBef>
                <a:spcPts val="499"/>
              </a:spcBef>
              <a:buClr>
                <a:srgbClr val="000000"/>
              </a:buClr>
              <a:buFont typeface="Arial"/>
              <a:buChar char="•"/>
            </a:pPr>
            <a:r>
              <a:rPr lang="fr-FR" sz="2800" b="0" strike="noStrike" spc="-1">
                <a:solidFill>
                  <a:schemeClr val="dk1"/>
                </a:solidFill>
                <a:latin typeface="Calibri"/>
              </a:rPr>
              <a:t>Deuxième niveau</a:t>
            </a:r>
            <a:endParaRPr lang="en-US" sz="2800" b="0" strike="noStrike" spc="-1">
              <a:solidFill>
                <a:schemeClr val="dk1"/>
              </a:solidFill>
              <a:latin typeface="Calibri"/>
            </a:endParaRPr>
          </a:p>
          <a:p>
            <a:pPr marL="1143000" lvl="2" indent="-228600" defTabSz="914400">
              <a:lnSpc>
                <a:spcPct val="90000"/>
              </a:lnSpc>
              <a:spcBef>
                <a:spcPts val="499"/>
              </a:spcBef>
              <a:buClr>
                <a:srgbClr val="000000"/>
              </a:buClr>
              <a:buFont typeface="Arial"/>
              <a:buChar char="•"/>
            </a:pPr>
            <a:r>
              <a:rPr lang="fr-FR" sz="2400" b="0" strike="noStrike" spc="-1">
                <a:solidFill>
                  <a:schemeClr val="dk1"/>
                </a:solidFill>
                <a:latin typeface="Calibri"/>
              </a:rPr>
              <a:t>Troisième niveau</a:t>
            </a:r>
            <a:endParaRPr lang="en-US" sz="2400" b="0" strike="noStrike" spc="-1">
              <a:solidFill>
                <a:schemeClr val="dk1"/>
              </a:solidFill>
              <a:latin typeface="Calibri"/>
            </a:endParaRPr>
          </a:p>
          <a:p>
            <a:pPr marL="1600200" lvl="3" indent="-228600" defTabSz="914400">
              <a:lnSpc>
                <a:spcPct val="90000"/>
              </a:lnSpc>
              <a:spcBef>
                <a:spcPts val="499"/>
              </a:spcBef>
              <a:buClr>
                <a:srgbClr val="000000"/>
              </a:buClr>
              <a:buFont typeface="Arial"/>
              <a:buChar char="•"/>
            </a:pPr>
            <a:r>
              <a:rPr lang="fr-FR" sz="2000" b="0" strike="noStrike" spc="-1">
                <a:solidFill>
                  <a:schemeClr val="dk1"/>
                </a:solidFill>
                <a:latin typeface="Calibri"/>
              </a:rPr>
              <a:t>Quatrième niveau</a:t>
            </a:r>
            <a:endParaRPr lang="en-US" sz="2000" b="0" strike="noStrike" spc="-1">
              <a:solidFill>
                <a:schemeClr val="dk1"/>
              </a:solidFill>
              <a:latin typeface="Calibri"/>
            </a:endParaRPr>
          </a:p>
          <a:p>
            <a:pPr marL="2057400" lvl="4" indent="-228600" defTabSz="914400">
              <a:lnSpc>
                <a:spcPct val="90000"/>
              </a:lnSpc>
              <a:spcBef>
                <a:spcPts val="499"/>
              </a:spcBef>
              <a:buClr>
                <a:srgbClr val="000000"/>
              </a:buClr>
              <a:buFont typeface="Arial"/>
              <a:buChar char="•"/>
            </a:pPr>
            <a:r>
              <a:rPr lang="fr-FR" sz="2000" b="0" strike="noStrike" spc="-1">
                <a:solidFill>
                  <a:schemeClr val="dk1"/>
                </a:solidFill>
                <a:latin typeface="Calibri"/>
              </a:rPr>
              <a:t>Cinquième niveau</a:t>
            </a:r>
            <a:endParaRPr lang="en-US" sz="2000" b="0" strike="noStrike" spc="-1">
              <a:solidFill>
                <a:schemeClr val="dk1"/>
              </a:solidFill>
              <a:latin typeface="Calibri"/>
            </a:endParaRPr>
          </a:p>
        </p:txBody>
      </p:sp>
      <p:sp>
        <p:nvSpPr>
          <p:cNvPr id="56"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fr-FR" sz="1600" b="0" strike="noStrike" spc="-1">
                <a:solidFill>
                  <a:schemeClr val="dk1"/>
                </a:solidFill>
                <a:latin typeface="Calibri"/>
              </a:rPr>
              <a:t>Cliquez pour modifier les styles du texte du masque</a:t>
            </a:r>
            <a:endParaRPr lang="en-US" sz="1600" b="0" strike="noStrike" spc="-1">
              <a:solidFill>
                <a:schemeClr val="dk1"/>
              </a:solidFill>
              <a:latin typeface="Calibri"/>
            </a:endParaRPr>
          </a:p>
        </p:txBody>
      </p:sp>
      <p:sp>
        <p:nvSpPr>
          <p:cNvPr id="57" name="PlaceHolder 4"/>
          <p:cNvSpPr>
            <a:spLocks noGrp="1"/>
          </p:cNvSpPr>
          <p:nvPr>
            <p:ph type="dt" idx="28"/>
          </p:nvPr>
        </p:nvSpPr>
        <p:spPr>
          <a:xfrm>
            <a:off x="838080" y="6356520"/>
            <a:ext cx="2742840" cy="364680"/>
          </a:xfrm>
          <a:prstGeom prst="rect">
            <a:avLst/>
          </a:prstGeom>
          <a:noFill/>
          <a:ln w="0">
            <a:noFill/>
          </a:ln>
        </p:spPr>
        <p:txBody>
          <a:bodyPr lIns="91440" tIns="45720" rIns="91440" bIns="45720" anchor="ctr">
            <a:noAutofit/>
          </a:bodyPr>
          <a:lstStyle>
            <a:lvl1pPr indent="0" defTabSz="457200">
              <a:lnSpc>
                <a:spcPct val="100000"/>
              </a:lnSpc>
              <a:buNone/>
              <a:defRPr lang="fr-FR" sz="1200" b="0" strike="noStrike" spc="-1">
                <a:solidFill>
                  <a:schemeClr val="dk1">
                    <a:tint val="75000"/>
                  </a:schemeClr>
                </a:solidFill>
                <a:latin typeface="Calibri"/>
              </a:defRPr>
            </a:lvl1pPr>
          </a:lstStyle>
          <a:p>
            <a:pPr indent="0" defTabSz="457200">
              <a:lnSpc>
                <a:spcPct val="100000"/>
              </a:lnSpc>
              <a:buNone/>
            </a:pPr>
            <a:r>
              <a:rPr lang="fr-FR" sz="1200" b="0" strike="noStrike" spc="-1">
                <a:solidFill>
                  <a:schemeClr val="dk1">
                    <a:tint val="75000"/>
                  </a:schemeClr>
                </a:solidFill>
                <a:latin typeface="Calibri"/>
              </a:rPr>
              <a:t>&lt;date/heure&gt;</a:t>
            </a:r>
            <a:endParaRPr lang="fr-FR" sz="1200" b="0" strike="noStrike" spc="-1">
              <a:solidFill>
                <a:srgbClr val="000000"/>
              </a:solidFill>
              <a:latin typeface="Times New Roman"/>
            </a:endParaRPr>
          </a:p>
        </p:txBody>
      </p:sp>
      <p:sp>
        <p:nvSpPr>
          <p:cNvPr id="58" name="PlaceHolder 5"/>
          <p:cNvSpPr>
            <a:spLocks noGrp="1"/>
          </p:cNvSpPr>
          <p:nvPr>
            <p:ph type="ftr" idx="29"/>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strike="noStrike" spc="-1">
                <a:solidFill>
                  <a:schemeClr val="dk1">
                    <a:tint val="75000"/>
                  </a:schemeClr>
                </a:solidFill>
                <a:latin typeface="Calibri"/>
              </a:defRPr>
            </a:lvl1pPr>
          </a:lstStyle>
          <a:p>
            <a:pPr indent="0" algn="ctr" defTabSz="457200">
              <a:lnSpc>
                <a:spcPct val="100000"/>
              </a:lnSpc>
              <a:buNone/>
            </a:pPr>
            <a:r>
              <a:rPr lang="en-US" sz="1200" b="0" strike="noStrike" spc="-1">
                <a:solidFill>
                  <a:schemeClr val="dk1">
                    <a:tint val="75000"/>
                  </a:schemeClr>
                </a:solidFill>
                <a:latin typeface="Calibri"/>
              </a:rPr>
              <a:t>&lt;pied de page&gt;</a:t>
            </a:r>
            <a:endParaRPr lang="fr-FR" sz="1200" b="0" strike="noStrike" spc="-1">
              <a:solidFill>
                <a:srgbClr val="000000"/>
              </a:solidFill>
              <a:latin typeface="Times New Roman"/>
            </a:endParaRPr>
          </a:p>
        </p:txBody>
      </p:sp>
      <p:sp>
        <p:nvSpPr>
          <p:cNvPr id="59" name="PlaceHolder 6"/>
          <p:cNvSpPr>
            <a:spLocks noGrp="1"/>
          </p:cNvSpPr>
          <p:nvPr>
            <p:ph type="sldNum" idx="30"/>
          </p:nvPr>
        </p:nvSpPr>
        <p:spPr>
          <a:xfrm>
            <a:off x="8610480" y="6356520"/>
            <a:ext cx="274284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strike="noStrike" spc="-1">
                <a:solidFill>
                  <a:schemeClr val="dk1">
                    <a:tint val="75000"/>
                  </a:schemeClr>
                </a:solidFill>
                <a:latin typeface="Calibri"/>
              </a:defRPr>
            </a:lvl1pPr>
          </a:lstStyle>
          <a:p>
            <a:pPr indent="0" algn="r" defTabSz="457200">
              <a:lnSpc>
                <a:spcPct val="100000"/>
              </a:lnSpc>
              <a:buNone/>
            </a:pPr>
            <a:fld id="{CA051EBE-5F87-48A2-B6AF-72112C68233E}" type="slidenum">
              <a:rPr lang="en-US" sz="1200" b="0" strike="noStrike" spc="-1">
                <a:solidFill>
                  <a:schemeClr val="dk1">
                    <a:tint val="75000"/>
                  </a:schemeClr>
                </a:solidFill>
                <a:latin typeface="Calibri"/>
              </a:rPr>
              <a:t>‹N°›</a:t>
            </a:fld>
            <a:endParaRPr lang="fr-FR"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0"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p>
            <a:pPr indent="0" defTabSz="914400">
              <a:lnSpc>
                <a:spcPct val="90000"/>
              </a:lnSpc>
              <a:buNone/>
            </a:pPr>
            <a:r>
              <a:rPr lang="fr-FR" sz="3200" b="0" strike="noStrike" spc="-1">
                <a:solidFill>
                  <a:schemeClr val="dk1"/>
                </a:solidFill>
                <a:latin typeface="Calibri Light"/>
              </a:rPr>
              <a:t>Modifiez le style du titre</a:t>
            </a:r>
            <a:endParaRPr lang="en-US" sz="3200" b="0" strike="noStrike" spc="-1">
              <a:solidFill>
                <a:schemeClr val="dk1"/>
              </a:solidFill>
              <a:latin typeface="Calibri"/>
            </a:endParaRPr>
          </a:p>
        </p:txBody>
      </p:sp>
      <p:sp>
        <p:nvSpPr>
          <p:cNvPr id="61" name="PlaceHolder 2"/>
          <p:cNvSpPr>
            <a:spLocks noGrp="1"/>
          </p:cNvSpPr>
          <p:nvPr>
            <p:ph type="body"/>
          </p:nvPr>
        </p:nvSpPr>
        <p:spPr>
          <a:xfrm>
            <a:off x="5183280" y="987480"/>
            <a:ext cx="6171840" cy="4873320"/>
          </a:xfrm>
          <a:prstGeom prst="rect">
            <a:avLst/>
          </a:prstGeom>
          <a:noFill/>
          <a:ln w="0">
            <a:noFill/>
          </a:ln>
        </p:spPr>
        <p:txBody>
          <a:bodyPr lIns="90000" tIns="45000" rIns="90000" bIns="45000" anchor="t">
            <a:noAutofit/>
          </a:bodyPr>
          <a:lstStyle/>
          <a:p>
            <a:pPr indent="0" defTabSz="457200">
              <a:lnSpc>
                <a:spcPct val="100000"/>
              </a:lnSpc>
              <a:buNone/>
              <a:tabLst>
                <a:tab pos="0" algn="l"/>
              </a:tabLst>
            </a:pPr>
            <a:r>
              <a:rPr lang="fr-FR" sz="3200" b="0" strike="noStrike" spc="-1">
                <a:solidFill>
                  <a:schemeClr val="dk1"/>
                </a:solidFill>
                <a:latin typeface="Calibri"/>
              </a:rPr>
              <a:t>Cliquez sur l'icône pour ajouter une image</a:t>
            </a:r>
            <a:endParaRPr lang="en-US" sz="3200" b="0" strike="noStrike" spc="-1">
              <a:solidFill>
                <a:schemeClr val="dk1"/>
              </a:solidFill>
              <a:latin typeface="Calibri"/>
            </a:endParaRPr>
          </a:p>
        </p:txBody>
      </p:sp>
      <p:sp>
        <p:nvSpPr>
          <p:cNvPr id="62"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fr-FR" sz="1600" b="0" strike="noStrike" spc="-1">
                <a:solidFill>
                  <a:schemeClr val="dk1"/>
                </a:solidFill>
                <a:latin typeface="Calibri"/>
              </a:rPr>
              <a:t>Cliquez pour modifier les styles du texte du masque</a:t>
            </a:r>
            <a:endParaRPr lang="en-US" sz="1600" b="0" strike="noStrike" spc="-1">
              <a:solidFill>
                <a:schemeClr val="dk1"/>
              </a:solidFill>
              <a:latin typeface="Calibri"/>
            </a:endParaRPr>
          </a:p>
        </p:txBody>
      </p:sp>
      <p:sp>
        <p:nvSpPr>
          <p:cNvPr id="63" name="PlaceHolder 4"/>
          <p:cNvSpPr>
            <a:spLocks noGrp="1"/>
          </p:cNvSpPr>
          <p:nvPr>
            <p:ph type="dt" idx="31"/>
          </p:nvPr>
        </p:nvSpPr>
        <p:spPr>
          <a:xfrm>
            <a:off x="838080" y="6356520"/>
            <a:ext cx="2742840" cy="364680"/>
          </a:xfrm>
          <a:prstGeom prst="rect">
            <a:avLst/>
          </a:prstGeom>
          <a:noFill/>
          <a:ln w="0">
            <a:noFill/>
          </a:ln>
        </p:spPr>
        <p:txBody>
          <a:bodyPr lIns="91440" tIns="45720" rIns="91440" bIns="45720" anchor="ctr">
            <a:noAutofit/>
          </a:bodyPr>
          <a:lstStyle>
            <a:lvl1pPr indent="0" defTabSz="457200">
              <a:lnSpc>
                <a:spcPct val="100000"/>
              </a:lnSpc>
              <a:buNone/>
              <a:defRPr lang="fr-FR" sz="1200" b="0" strike="noStrike" spc="-1">
                <a:solidFill>
                  <a:schemeClr val="dk1">
                    <a:tint val="75000"/>
                  </a:schemeClr>
                </a:solidFill>
                <a:latin typeface="Calibri"/>
              </a:defRPr>
            </a:lvl1pPr>
          </a:lstStyle>
          <a:p>
            <a:pPr indent="0" defTabSz="457200">
              <a:lnSpc>
                <a:spcPct val="100000"/>
              </a:lnSpc>
              <a:buNone/>
            </a:pPr>
            <a:r>
              <a:rPr lang="fr-FR" sz="1200" b="0" strike="noStrike" spc="-1">
                <a:solidFill>
                  <a:schemeClr val="dk1">
                    <a:tint val="75000"/>
                  </a:schemeClr>
                </a:solidFill>
                <a:latin typeface="Calibri"/>
              </a:rPr>
              <a:t>&lt;date/heure&gt;</a:t>
            </a:r>
            <a:endParaRPr lang="fr-FR" sz="1200" b="0" strike="noStrike" spc="-1">
              <a:solidFill>
                <a:srgbClr val="000000"/>
              </a:solidFill>
              <a:latin typeface="Times New Roman"/>
            </a:endParaRPr>
          </a:p>
        </p:txBody>
      </p:sp>
      <p:sp>
        <p:nvSpPr>
          <p:cNvPr id="64" name="PlaceHolder 5"/>
          <p:cNvSpPr>
            <a:spLocks noGrp="1"/>
          </p:cNvSpPr>
          <p:nvPr>
            <p:ph type="ftr" idx="32"/>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strike="noStrike" spc="-1">
                <a:solidFill>
                  <a:schemeClr val="dk1">
                    <a:tint val="75000"/>
                  </a:schemeClr>
                </a:solidFill>
                <a:latin typeface="Calibri"/>
              </a:defRPr>
            </a:lvl1pPr>
          </a:lstStyle>
          <a:p>
            <a:pPr indent="0" algn="ctr" defTabSz="457200">
              <a:lnSpc>
                <a:spcPct val="100000"/>
              </a:lnSpc>
              <a:buNone/>
            </a:pPr>
            <a:r>
              <a:rPr lang="en-US" sz="1200" b="0" strike="noStrike" spc="-1">
                <a:solidFill>
                  <a:schemeClr val="dk1">
                    <a:tint val="75000"/>
                  </a:schemeClr>
                </a:solidFill>
                <a:latin typeface="Calibri"/>
              </a:rPr>
              <a:t>&lt;pied de page&gt;</a:t>
            </a:r>
            <a:endParaRPr lang="fr-FR" sz="1200" b="0" strike="noStrike" spc="-1">
              <a:solidFill>
                <a:srgbClr val="000000"/>
              </a:solidFill>
              <a:latin typeface="Times New Roman"/>
            </a:endParaRPr>
          </a:p>
        </p:txBody>
      </p:sp>
      <p:sp>
        <p:nvSpPr>
          <p:cNvPr id="65" name="PlaceHolder 6"/>
          <p:cNvSpPr>
            <a:spLocks noGrp="1"/>
          </p:cNvSpPr>
          <p:nvPr>
            <p:ph type="sldNum" idx="33"/>
          </p:nvPr>
        </p:nvSpPr>
        <p:spPr>
          <a:xfrm>
            <a:off x="8610480" y="6356520"/>
            <a:ext cx="274284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strike="noStrike" spc="-1">
                <a:solidFill>
                  <a:schemeClr val="dk1">
                    <a:tint val="75000"/>
                  </a:schemeClr>
                </a:solidFill>
                <a:latin typeface="Calibri"/>
              </a:defRPr>
            </a:lvl1pPr>
          </a:lstStyle>
          <a:p>
            <a:pPr indent="0" algn="r" defTabSz="457200">
              <a:lnSpc>
                <a:spcPct val="100000"/>
              </a:lnSpc>
              <a:buNone/>
            </a:pPr>
            <a:fld id="{70281D89-14D5-4403-BFEE-DD197B9F52D4}" type="slidenum">
              <a:rPr lang="en-US" sz="1200" b="0" strike="noStrike" spc="-1">
                <a:solidFill>
                  <a:schemeClr val="dk1">
                    <a:tint val="75000"/>
                  </a:schemeClr>
                </a:solidFill>
                <a:latin typeface="Calibri"/>
              </a:rPr>
              <a:t>‹N°›</a:t>
            </a:fld>
            <a:endParaRPr lang="fr-FR"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6"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p>
            <a:pPr indent="0" algn="ctr" defTabSz="914400">
              <a:lnSpc>
                <a:spcPct val="90000"/>
              </a:lnSpc>
              <a:buNone/>
            </a:pPr>
            <a:r>
              <a:rPr lang="fr-FR" sz="6000" b="0" strike="noStrike" spc="-1">
                <a:solidFill>
                  <a:schemeClr val="dk1"/>
                </a:solidFill>
                <a:latin typeface="Aptos Display"/>
              </a:rPr>
              <a:t>Modifiez le style du titre</a:t>
            </a:r>
            <a:endParaRPr lang="fr-FR" sz="6000" b="0" strike="noStrike" spc="-1">
              <a:solidFill>
                <a:schemeClr val="dk1"/>
              </a:solidFill>
              <a:latin typeface="Aptos"/>
            </a:endParaRPr>
          </a:p>
        </p:txBody>
      </p:sp>
      <p:sp>
        <p:nvSpPr>
          <p:cNvPr id="67" name="PlaceHolder 2"/>
          <p:cNvSpPr>
            <a:spLocks noGrp="1"/>
          </p:cNvSpPr>
          <p:nvPr>
            <p:ph type="dt" idx="34"/>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fr-FR" sz="1200" b="0" strike="noStrike" spc="-1">
                <a:solidFill>
                  <a:schemeClr val="dk1">
                    <a:tint val="82000"/>
                  </a:schemeClr>
                </a:solidFill>
                <a:latin typeface="Aptos"/>
              </a:defRPr>
            </a:lvl1pPr>
          </a:lstStyle>
          <a:p>
            <a:pPr indent="0" defTabSz="914400">
              <a:lnSpc>
                <a:spcPct val="100000"/>
              </a:lnSpc>
              <a:buNone/>
            </a:pPr>
            <a:r>
              <a:rPr lang="fr-FR" sz="1200" b="0" strike="noStrike" spc="-1">
                <a:solidFill>
                  <a:schemeClr val="dk1">
                    <a:tint val="82000"/>
                  </a:schemeClr>
                </a:solidFill>
                <a:latin typeface="Aptos"/>
              </a:rPr>
              <a:t>&lt;date/heure&gt;</a:t>
            </a:r>
            <a:endParaRPr lang="fr-FR" sz="1200" b="0" strike="noStrike" spc="-1">
              <a:solidFill>
                <a:srgbClr val="000000"/>
              </a:solidFill>
              <a:latin typeface="Times New Roman"/>
            </a:endParaRPr>
          </a:p>
        </p:txBody>
      </p:sp>
      <p:sp>
        <p:nvSpPr>
          <p:cNvPr id="68" name="PlaceHolder 3"/>
          <p:cNvSpPr>
            <a:spLocks noGrp="1"/>
          </p:cNvSpPr>
          <p:nvPr>
            <p:ph type="ftr" idx="35"/>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fr-FR" sz="1400" b="0" strike="noStrike" spc="-1">
                <a:solidFill>
                  <a:srgbClr val="000000"/>
                </a:solidFill>
                <a:latin typeface="Times New Roman"/>
              </a:defRPr>
            </a:lvl1pPr>
          </a:lstStyle>
          <a:p>
            <a:pPr indent="0" algn="ctr">
              <a:buNone/>
            </a:pPr>
            <a:r>
              <a:rPr lang="fr-FR" sz="1400" b="0" strike="noStrike" spc="-1">
                <a:solidFill>
                  <a:srgbClr val="000000"/>
                </a:solidFill>
                <a:latin typeface="Times New Roman"/>
              </a:rPr>
              <a:t>&lt;pied de page&gt;</a:t>
            </a:r>
          </a:p>
        </p:txBody>
      </p:sp>
      <p:sp>
        <p:nvSpPr>
          <p:cNvPr id="69" name="PlaceHolder 4"/>
          <p:cNvSpPr>
            <a:spLocks noGrp="1"/>
          </p:cNvSpPr>
          <p:nvPr>
            <p:ph type="sldNum" idx="36"/>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fr-FR" sz="1200" b="0" strike="noStrike" spc="-1">
                <a:solidFill>
                  <a:schemeClr val="dk1">
                    <a:tint val="82000"/>
                  </a:schemeClr>
                </a:solidFill>
                <a:latin typeface="Aptos"/>
              </a:defRPr>
            </a:lvl1pPr>
          </a:lstStyle>
          <a:p>
            <a:pPr indent="0" algn="r" defTabSz="914400">
              <a:lnSpc>
                <a:spcPct val="100000"/>
              </a:lnSpc>
              <a:buNone/>
            </a:pPr>
            <a:fld id="{B94454B5-F6AE-40E9-88C8-CE9E066E2EA4}" type="slidenum">
              <a:rPr lang="fr-FR" sz="1200" b="0" strike="noStrike" spc="-1">
                <a:solidFill>
                  <a:schemeClr val="dk1">
                    <a:tint val="82000"/>
                  </a:schemeClr>
                </a:solidFill>
                <a:latin typeface="Aptos"/>
              </a:rPr>
              <a:t>‹N°›</a:t>
            </a:fld>
            <a:endParaRPr lang="fr-FR"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7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0.svg"/><Relationship Id="rId13" Type="http://schemas.openxmlformats.org/officeDocument/2006/relationships/image" Target="../media/image15.svg"/><Relationship Id="rId3" Type="http://schemas.openxmlformats.org/officeDocument/2006/relationships/image" Target="../media/image5.svg"/><Relationship Id="rId7" Type="http://schemas.openxmlformats.org/officeDocument/2006/relationships/image" Target="../media/image9.svg"/><Relationship Id="rId12" Type="http://schemas.openxmlformats.org/officeDocument/2006/relationships/image" Target="../media/image14.sv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8.svg"/><Relationship Id="rId11" Type="http://schemas.openxmlformats.org/officeDocument/2006/relationships/image" Target="../media/image13.svg"/><Relationship Id="rId5" Type="http://schemas.openxmlformats.org/officeDocument/2006/relationships/image" Target="../media/image7.svg"/><Relationship Id="rId15" Type="http://schemas.openxmlformats.org/officeDocument/2006/relationships/image" Target="../media/image17.sv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svg"/><Relationship Id="rId14" Type="http://schemas.openxmlformats.org/officeDocument/2006/relationships/image" Target="../media/image16.svg"/></Relationships>
</file>

<file path=ppt/slides/_rels/slide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22.jpeg"/><Relationship Id="rId5" Type="http://schemas.openxmlformats.org/officeDocument/2006/relationships/image" Target="../media/image21.svg"/><Relationship Id="rId4" Type="http://schemas.openxmlformats.org/officeDocument/2006/relationships/image" Target="../media/image20.svg"/></Relationships>
</file>

<file path=ppt/slides/_rels/slide6.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svg"/><Relationship Id="rId7"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4.xml"/><Relationship Id="rId5" Type="http://schemas.openxmlformats.org/officeDocument/2006/relationships/image" Target="../media/image32.png"/><Relationship Id="rId4" Type="http://schemas.openxmlformats.org/officeDocument/2006/relationships/image" Target="../media/image31.png"/></Relationships>
</file>

<file path=ppt/slides/_rels/slide1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1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29.png"/><Relationship Id="rId1" Type="http://schemas.openxmlformats.org/officeDocument/2006/relationships/slideLayout" Target="../slideLayouts/slideLayout4.xml"/><Relationship Id="rId4" Type="http://schemas.openxmlformats.org/officeDocument/2006/relationships/image" Target="../media/image36.png"/></Relationships>
</file>

<file path=ppt/slides/_rels/slide1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3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78" name="Rectangle 123">
            <a:extLst>
              <a:ext uri="{C183D7F6-B498-43B3-948B-1728B52AA6E4}">
                <adec:decorative xmlns:adec="http://schemas.microsoft.com/office/drawing/2017/decorative" val="1"/>
              </a:ext>
            </a:extLst>
          </p:cNvPr>
          <p:cNvSpPr/>
          <p:nvPr/>
        </p:nvSpPr>
        <p:spPr>
          <a:xfrm>
            <a:off x="0" y="0"/>
            <a:ext cx="12191760" cy="68576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800" b="0" strike="noStrike" spc="-1">
              <a:solidFill>
                <a:schemeClr val="lt1"/>
              </a:solidFill>
              <a:latin typeface="Calibri"/>
            </a:endParaRPr>
          </a:p>
        </p:txBody>
      </p:sp>
      <p:sp>
        <p:nvSpPr>
          <p:cNvPr id="79" name="PlaceHolder 1"/>
          <p:cNvSpPr>
            <a:spLocks noGrp="1"/>
          </p:cNvSpPr>
          <p:nvPr>
            <p:ph type="title"/>
          </p:nvPr>
        </p:nvSpPr>
        <p:spPr>
          <a:xfrm>
            <a:off x="478080" y="1122480"/>
            <a:ext cx="4023000" cy="3203640"/>
          </a:xfrm>
          <a:prstGeom prst="rect">
            <a:avLst/>
          </a:prstGeom>
          <a:noFill/>
          <a:ln w="0">
            <a:noFill/>
          </a:ln>
        </p:spPr>
        <p:txBody>
          <a:bodyPr lIns="91440" tIns="45720" rIns="91440" bIns="45720" anchor="b">
            <a:normAutofit/>
          </a:bodyPr>
          <a:lstStyle/>
          <a:p>
            <a:pPr indent="0" algn="ctr" defTabSz="914400">
              <a:lnSpc>
                <a:spcPct val="90000"/>
              </a:lnSpc>
              <a:buNone/>
            </a:pPr>
            <a:r>
              <a:rPr lang="fr-FR" sz="2700" b="1" strike="noStrike" spc="-1">
                <a:solidFill>
                  <a:schemeClr val="dk1"/>
                </a:solidFill>
                <a:latin typeface="Calibri Light"/>
              </a:rPr>
              <a:t>The Jigsaw classroom and the specific characteristics of vocational courses: a question of compatibility?</a:t>
            </a:r>
            <a:br>
              <a:rPr sz="2800"/>
            </a:br>
            <a:br>
              <a:rPr sz="2800"/>
            </a:br>
            <a:endParaRPr lang="en-US" sz="2700" b="0" strike="noStrike" spc="-1">
              <a:solidFill>
                <a:schemeClr val="dk1"/>
              </a:solidFill>
              <a:latin typeface="Calibri"/>
            </a:endParaRPr>
          </a:p>
        </p:txBody>
      </p:sp>
      <p:sp>
        <p:nvSpPr>
          <p:cNvPr id="80" name="PlaceHolder 2"/>
          <p:cNvSpPr>
            <a:spLocks noGrp="1"/>
          </p:cNvSpPr>
          <p:nvPr>
            <p:ph type="subTitle"/>
          </p:nvPr>
        </p:nvSpPr>
        <p:spPr>
          <a:xfrm>
            <a:off x="478080" y="4872960"/>
            <a:ext cx="4023000" cy="1207800"/>
          </a:xfrm>
          <a:prstGeom prst="rect">
            <a:avLst/>
          </a:prstGeom>
          <a:noFill/>
          <a:ln w="0">
            <a:noFill/>
          </a:ln>
        </p:spPr>
        <p:txBody>
          <a:bodyPr lIns="91440" tIns="45720" rIns="91440" bIns="45720" anchor="t">
            <a:normAutofit/>
          </a:bodyPr>
          <a:lstStyle/>
          <a:p>
            <a:pPr indent="0" algn="ctr" defTabSz="914400">
              <a:lnSpc>
                <a:spcPct val="90000"/>
              </a:lnSpc>
              <a:spcBef>
                <a:spcPts val="1001"/>
              </a:spcBef>
              <a:buNone/>
              <a:tabLst>
                <a:tab pos="0" algn="l"/>
              </a:tabLst>
            </a:pPr>
            <a:r>
              <a:rPr lang="fr-FR" sz="1200" b="0" strike="noStrike" spc="-1">
                <a:solidFill>
                  <a:schemeClr val="dk1"/>
                </a:solidFill>
                <a:latin typeface="Calibri"/>
              </a:rPr>
              <a:t>Anaïs Robert, post-doctorante sur le projet ProFAN-Transfert</a:t>
            </a:r>
            <a:endParaRPr lang="fr-FR" sz="1200" b="0" strike="noStrike" spc="-1">
              <a:solidFill>
                <a:srgbClr val="000000"/>
              </a:solidFill>
              <a:latin typeface="Arial"/>
            </a:endParaRPr>
          </a:p>
          <a:p>
            <a:pPr indent="0" algn="ctr" defTabSz="914400">
              <a:lnSpc>
                <a:spcPct val="90000"/>
              </a:lnSpc>
              <a:spcBef>
                <a:spcPts val="1001"/>
              </a:spcBef>
              <a:buNone/>
              <a:tabLst>
                <a:tab pos="0" algn="l"/>
              </a:tabLst>
            </a:pPr>
            <a:r>
              <a:rPr lang="fr-FR" sz="1200" b="0" strike="noStrike" spc="-1">
                <a:solidFill>
                  <a:schemeClr val="dk1"/>
                </a:solidFill>
                <a:latin typeface="Calibri"/>
              </a:rPr>
              <a:t>En collaboration avec Adrien Fillon sous la direction de Céline Darnon et Pascal Huguet</a:t>
            </a:r>
            <a:endParaRPr lang="fr-FR" sz="1200" b="0" strike="noStrike" spc="-1">
              <a:solidFill>
                <a:srgbClr val="000000"/>
              </a:solidFill>
              <a:latin typeface="Arial"/>
            </a:endParaRPr>
          </a:p>
        </p:txBody>
      </p:sp>
      <p:sp>
        <p:nvSpPr>
          <p:cNvPr id="81" name="!!accent">
            <a:extLst>
              <a:ext uri="{C183D7F6-B498-43B3-948B-1728B52AA6E4}">
                <adec:decorative xmlns:adec="http://schemas.microsoft.com/office/drawing/2017/decorative" val="1"/>
              </a:ext>
            </a:extLst>
          </p:cNvPr>
          <p:cNvSpPr/>
          <p:nvPr/>
        </p:nvSpPr>
        <p:spPr>
          <a:xfrm rot="5400000">
            <a:off x="760320" y="346320"/>
            <a:ext cx="145800" cy="703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800" b="0" strike="noStrike" spc="-1">
              <a:solidFill>
                <a:srgbClr val="FFFFFF"/>
              </a:solidFill>
              <a:latin typeface="Calibri"/>
            </a:endParaRPr>
          </a:p>
        </p:txBody>
      </p:sp>
      <p:sp>
        <p:nvSpPr>
          <p:cNvPr id="82" name="Rectangle 125">
            <a:extLst>
              <a:ext uri="{C183D7F6-B498-43B3-948B-1728B52AA6E4}">
                <adec:decorative xmlns:adec="http://schemas.microsoft.com/office/drawing/2017/decorative" val="1"/>
              </a:ext>
            </a:extLst>
          </p:cNvPr>
          <p:cNvSpPr/>
          <p:nvPr/>
        </p:nvSpPr>
        <p:spPr>
          <a:xfrm>
            <a:off x="480960" y="4546800"/>
            <a:ext cx="4023000" cy="18000"/>
          </a:xfrm>
          <a:prstGeom prst="rect">
            <a:avLst/>
          </a:prstGeom>
          <a:solidFill>
            <a:srgbClr val="D5D5D5"/>
          </a:solidFill>
          <a:ln w="3175">
            <a:noFill/>
          </a:ln>
        </p:spPr>
        <p:style>
          <a:lnRef idx="2">
            <a:schemeClr val="accent1">
              <a:shade val="50000"/>
            </a:schemeClr>
          </a:lnRef>
          <a:fillRef idx="1">
            <a:schemeClr val="accent1"/>
          </a:fillRef>
          <a:effectRef idx="0">
            <a:schemeClr val="accent1"/>
          </a:effectRef>
          <a:fontRef idx="minor"/>
        </p:style>
        <p:txBody>
          <a:bodyPr lIns="90000" tIns="-26640" rIns="90000" bIns="-26640" anchor="ctr">
            <a:noAutofit/>
          </a:bodyPr>
          <a:lstStyle/>
          <a:p>
            <a:pPr algn="ctr" defTabSz="457200">
              <a:lnSpc>
                <a:spcPct val="100000"/>
              </a:lnSpc>
            </a:pPr>
            <a:endParaRPr lang="en-US" sz="1800" b="0" strike="noStrike" spc="-1">
              <a:solidFill>
                <a:srgbClr val="FFFFFF"/>
              </a:solidFill>
              <a:latin typeface="Calibri"/>
            </a:endParaRPr>
          </a:p>
        </p:txBody>
      </p:sp>
      <p:pic>
        <p:nvPicPr>
          <p:cNvPr id="83" name="Image 5" descr="Une image contenant clipart, Dessin d’enfant, art, créativité&#10;&#10;Description générée automatiquement"/>
          <p:cNvPicPr/>
          <p:nvPr/>
        </p:nvPicPr>
        <p:blipFill>
          <a:blip r:embed="rId3"/>
          <a:srcRect l="19732" r="24472"/>
          <a:stretch/>
        </p:blipFill>
        <p:spPr>
          <a:xfrm>
            <a:off x="4868640" y="0"/>
            <a:ext cx="7323120" cy="6857640"/>
          </a:xfrm>
          <a:prstGeom prst="rect">
            <a:avLst/>
          </a:prstGeom>
          <a:ln w="0">
            <a:noFill/>
          </a:ln>
        </p:spPr>
      </p:pic>
      <p:pic>
        <p:nvPicPr>
          <p:cNvPr id="84" name="Image 6" descr="Une image contenant logo, Police, symbole, cercle&#10;&#10;Description générée automatiquement"/>
          <p:cNvPicPr/>
          <p:nvPr/>
        </p:nvPicPr>
        <p:blipFill>
          <a:blip r:embed="rId4"/>
          <a:stretch/>
        </p:blipFill>
        <p:spPr>
          <a:xfrm>
            <a:off x="2074320" y="6078960"/>
            <a:ext cx="721800" cy="721800"/>
          </a:xfrm>
          <a:prstGeom prst="rect">
            <a:avLst/>
          </a:prstGeom>
          <a:ln w="0">
            <a:noFill/>
          </a:ln>
        </p:spPr>
      </p:pic>
      <p:pic>
        <p:nvPicPr>
          <p:cNvPr id="85" name="Image 8" descr="Une image contenant Police, affiche, graphisme, texte&#10;&#10;Description générée automatiquement"/>
          <p:cNvPicPr/>
          <p:nvPr/>
        </p:nvPicPr>
        <p:blipFill>
          <a:blip r:embed="rId5"/>
          <a:stretch/>
        </p:blipFill>
        <p:spPr>
          <a:xfrm>
            <a:off x="3633840" y="6055920"/>
            <a:ext cx="867240" cy="719640"/>
          </a:xfrm>
          <a:prstGeom prst="rect">
            <a:avLst/>
          </a:prstGeom>
          <a:ln w="0">
            <a:noFill/>
          </a:ln>
        </p:spPr>
      </p:pic>
      <p:pic>
        <p:nvPicPr>
          <p:cNvPr id="86" name="Image 10" descr="Une image contenant texte, Police, Graphique, logo&#10;&#10;Description générée automatiquement"/>
          <p:cNvPicPr/>
          <p:nvPr/>
        </p:nvPicPr>
        <p:blipFill>
          <a:blip r:embed="rId6"/>
          <a:stretch/>
        </p:blipFill>
        <p:spPr>
          <a:xfrm>
            <a:off x="471960" y="6120360"/>
            <a:ext cx="721800" cy="698040"/>
          </a:xfrm>
          <a:prstGeom prst="rect">
            <a:avLst/>
          </a:prstGeom>
          <a:ln w="0">
            <a:noFill/>
          </a:ln>
        </p:spPr>
      </p:pic>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87" name="Rectangle 7">
            <a:extLst>
              <a:ext uri="{C183D7F6-B498-43B3-948B-1728B52AA6E4}">
                <adec:decorative xmlns:adec="http://schemas.microsoft.com/office/drawing/2017/decorative" val="1"/>
              </a:ext>
            </a:extLst>
          </p:cNvPr>
          <p:cNvSpPr/>
          <p:nvPr/>
        </p:nvSpPr>
        <p:spPr>
          <a:xfrm>
            <a:off x="0" y="0"/>
            <a:ext cx="12191760" cy="68576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800" b="0" strike="noStrike" spc="-1">
              <a:solidFill>
                <a:schemeClr val="lt1"/>
              </a:solidFill>
              <a:latin typeface="Calibri"/>
            </a:endParaRPr>
          </a:p>
        </p:txBody>
      </p:sp>
      <p:sp useBgFill="1">
        <p:nvSpPr>
          <p:cNvPr id="88" name="Rectangle 9">
            <a:extLst>
              <a:ext uri="{C183D7F6-B498-43B3-948B-1728B52AA6E4}">
                <adec:decorative xmlns:adec="http://schemas.microsoft.com/office/drawing/2017/decorative" val="1"/>
              </a:ext>
            </a:extLst>
          </p:cNvPr>
          <p:cNvSpPr/>
          <p:nvPr/>
        </p:nvSpPr>
        <p:spPr>
          <a:xfrm>
            <a:off x="558360" y="0"/>
            <a:ext cx="11167200" cy="2018520"/>
          </a:xfrm>
          <a:prstGeom prst="rect">
            <a:avLst/>
          </a:prstGeom>
          <a:ln w="9525">
            <a:solidFill>
              <a:srgbClr val="E1E1E1"/>
            </a:solidFill>
          </a:ln>
          <a:effectLst>
            <a:outerShdw blurRad="50760" dist="37674"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Calibri"/>
            </a:endParaRPr>
          </a:p>
        </p:txBody>
      </p:sp>
      <p:sp useBgFill="1">
        <p:nvSpPr>
          <p:cNvPr id="89" name="Rectangle 11">
            <a:extLst>
              <a:ext uri="{C183D7F6-B498-43B3-948B-1728B52AA6E4}">
                <adec:decorative xmlns:adec="http://schemas.microsoft.com/office/drawing/2017/decorative" val="1"/>
              </a:ext>
            </a:extLst>
          </p:cNvPr>
          <p:cNvSpPr/>
          <p:nvPr/>
        </p:nvSpPr>
        <p:spPr>
          <a:xfrm>
            <a:off x="567000" y="0"/>
            <a:ext cx="11155320" cy="2011320"/>
          </a:xfrm>
          <a:prstGeom prst="rect">
            <a:avLst/>
          </a:prstGeom>
          <a:ln w="9525">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Calibri"/>
            </a:endParaRPr>
          </a:p>
        </p:txBody>
      </p:sp>
      <p:sp>
        <p:nvSpPr>
          <p:cNvPr id="90" name="PlaceHolder 1"/>
          <p:cNvSpPr>
            <a:spLocks noGrp="1"/>
          </p:cNvSpPr>
          <p:nvPr>
            <p:ph type="title"/>
          </p:nvPr>
        </p:nvSpPr>
        <p:spPr>
          <a:xfrm>
            <a:off x="1115640" y="548640"/>
            <a:ext cx="10167840" cy="1179360"/>
          </a:xfrm>
          <a:prstGeom prst="rect">
            <a:avLst/>
          </a:prstGeom>
          <a:noFill/>
          <a:ln w="0">
            <a:noFill/>
          </a:ln>
        </p:spPr>
        <p:txBody>
          <a:bodyPr lIns="91440" tIns="45720" rIns="91440" bIns="45720" anchor="ctr">
            <a:normAutofit/>
          </a:bodyPr>
          <a:lstStyle/>
          <a:p>
            <a:pPr indent="0" defTabSz="914400">
              <a:lnSpc>
                <a:spcPct val="90000"/>
              </a:lnSpc>
              <a:buNone/>
            </a:pPr>
            <a:r>
              <a:rPr lang="fr-FR" sz="4000" b="0" strike="noStrike" spc="-1">
                <a:solidFill>
                  <a:schemeClr val="dk1"/>
                </a:solidFill>
                <a:latin typeface="Calibri Light"/>
              </a:rPr>
              <a:t>Jigsaw Classroom (Aronson et al., 1978)</a:t>
            </a:r>
            <a:endParaRPr lang="en-US" sz="4000" b="0" strike="noStrike" spc="-1">
              <a:solidFill>
                <a:schemeClr val="dk1"/>
              </a:solidFill>
              <a:latin typeface="Calibri"/>
            </a:endParaRPr>
          </a:p>
        </p:txBody>
      </p:sp>
      <p:sp>
        <p:nvSpPr>
          <p:cNvPr id="91" name="Rectangle 13">
            <a:extLst>
              <a:ext uri="{C183D7F6-B498-43B3-948B-1728B52AA6E4}">
                <adec:decorative xmlns:adec="http://schemas.microsoft.com/office/drawing/2017/decorative" val="1"/>
              </a:ext>
            </a:extLst>
          </p:cNvPr>
          <p:cNvSpPr/>
          <p:nvPr/>
        </p:nvSpPr>
        <p:spPr>
          <a:xfrm>
            <a:off x="498960" y="758880"/>
            <a:ext cx="127800" cy="703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800" b="0" strike="noStrike" spc="-1">
              <a:solidFill>
                <a:srgbClr val="FFFFFF"/>
              </a:solidFill>
              <a:latin typeface="Calibri"/>
            </a:endParaRPr>
          </a:p>
        </p:txBody>
      </p:sp>
      <p:pic>
        <p:nvPicPr>
          <p:cNvPr id="92" name="Graphique 485" descr="Programmatrice contour"/>
          <p:cNvPicPr/>
          <p:nvPr/>
        </p:nvPicPr>
        <p:blipFill>
          <a:blip>
            <a:extLst>
              <a:ext uri="{96DAC541-7B7A-43D3-8B79-37D633B846F1}">
                <asvg:svgBlip xmlns:asvg="http://schemas.microsoft.com/office/drawing/2016/SVG/main" r:embed="rId3"/>
              </a:ext>
            </a:extLst>
          </a:blip>
          <a:stretch/>
        </p:blipFill>
        <p:spPr>
          <a:xfrm>
            <a:off x="4034520" y="2359080"/>
            <a:ext cx="493200" cy="493200"/>
          </a:xfrm>
          <a:prstGeom prst="rect">
            <a:avLst/>
          </a:prstGeom>
          <a:ln w="0">
            <a:noFill/>
          </a:ln>
        </p:spPr>
      </p:pic>
      <p:pic>
        <p:nvPicPr>
          <p:cNvPr id="93" name="Graphique 486" descr="Programmeur contour"/>
          <p:cNvPicPr/>
          <p:nvPr/>
        </p:nvPicPr>
        <p:blipFill>
          <a:blip>
            <a:extLst>
              <a:ext uri="{96DAC541-7B7A-43D3-8B79-37D633B846F1}">
                <asvg:svgBlip xmlns:asvg="http://schemas.microsoft.com/office/drawing/2016/SVG/main" r:embed="rId4"/>
              </a:ext>
            </a:extLst>
          </a:blip>
          <a:stretch/>
        </p:blipFill>
        <p:spPr>
          <a:xfrm>
            <a:off x="4380480" y="2359080"/>
            <a:ext cx="493200" cy="493200"/>
          </a:xfrm>
          <a:prstGeom prst="rect">
            <a:avLst/>
          </a:prstGeom>
          <a:ln w="0">
            <a:noFill/>
          </a:ln>
        </p:spPr>
      </p:pic>
      <p:pic>
        <p:nvPicPr>
          <p:cNvPr id="94" name="Graphique 487" descr="Programmatrice contour"/>
          <p:cNvPicPr/>
          <p:nvPr/>
        </p:nvPicPr>
        <p:blipFill>
          <a:blip>
            <a:extLst>
              <a:ext uri="{96DAC541-7B7A-43D3-8B79-37D633B846F1}">
                <asvg:svgBlip xmlns:asvg="http://schemas.microsoft.com/office/drawing/2016/SVG/main" r:embed="rId5"/>
              </a:ext>
            </a:extLst>
          </a:blip>
          <a:stretch/>
        </p:blipFill>
        <p:spPr>
          <a:xfrm>
            <a:off x="4704480" y="2431080"/>
            <a:ext cx="493200" cy="493200"/>
          </a:xfrm>
          <a:prstGeom prst="rect">
            <a:avLst/>
          </a:prstGeom>
          <a:ln w="0">
            <a:noFill/>
          </a:ln>
        </p:spPr>
      </p:pic>
      <p:pic>
        <p:nvPicPr>
          <p:cNvPr id="95" name="Graphique 488" descr="Programmeur contour"/>
          <p:cNvPicPr/>
          <p:nvPr/>
        </p:nvPicPr>
        <p:blipFill>
          <a:blip>
            <a:extLst>
              <a:ext uri="{96DAC541-7B7A-43D3-8B79-37D633B846F1}">
                <asvg:svgBlip xmlns:asvg="http://schemas.microsoft.com/office/drawing/2016/SVG/main" r:embed="rId6"/>
              </a:ext>
            </a:extLst>
          </a:blip>
          <a:stretch/>
        </p:blipFill>
        <p:spPr>
          <a:xfrm>
            <a:off x="3699360" y="2431080"/>
            <a:ext cx="493200" cy="493200"/>
          </a:xfrm>
          <a:prstGeom prst="rect">
            <a:avLst/>
          </a:prstGeom>
          <a:ln w="0">
            <a:noFill/>
          </a:ln>
        </p:spPr>
      </p:pic>
      <p:pic>
        <p:nvPicPr>
          <p:cNvPr id="96" name="Graphique 489" descr="Programmatrice contour"/>
          <p:cNvPicPr/>
          <p:nvPr/>
        </p:nvPicPr>
        <p:blipFill>
          <a:blip>
            <a:extLst>
              <a:ext uri="{96DAC541-7B7A-43D3-8B79-37D633B846F1}">
                <asvg:svgBlip xmlns:asvg="http://schemas.microsoft.com/office/drawing/2016/SVG/main" r:embed="rId3"/>
              </a:ext>
            </a:extLst>
          </a:blip>
          <a:stretch/>
        </p:blipFill>
        <p:spPr>
          <a:xfrm>
            <a:off x="4051440" y="2996640"/>
            <a:ext cx="493200" cy="493200"/>
          </a:xfrm>
          <a:prstGeom prst="rect">
            <a:avLst/>
          </a:prstGeom>
          <a:ln w="0">
            <a:noFill/>
          </a:ln>
        </p:spPr>
      </p:pic>
      <p:pic>
        <p:nvPicPr>
          <p:cNvPr id="97" name="Graphique 490" descr="Programmeur contour"/>
          <p:cNvPicPr/>
          <p:nvPr/>
        </p:nvPicPr>
        <p:blipFill>
          <a:blip>
            <a:extLst>
              <a:ext uri="{96DAC541-7B7A-43D3-8B79-37D633B846F1}">
                <asvg:svgBlip xmlns:asvg="http://schemas.microsoft.com/office/drawing/2016/SVG/main" r:embed="rId4"/>
              </a:ext>
            </a:extLst>
          </a:blip>
          <a:stretch/>
        </p:blipFill>
        <p:spPr>
          <a:xfrm>
            <a:off x="4397400" y="2996640"/>
            <a:ext cx="493200" cy="493200"/>
          </a:xfrm>
          <a:prstGeom prst="rect">
            <a:avLst/>
          </a:prstGeom>
          <a:ln w="0">
            <a:noFill/>
          </a:ln>
        </p:spPr>
      </p:pic>
      <p:pic>
        <p:nvPicPr>
          <p:cNvPr id="98" name="Graphique 491" descr="Programmatrice contour"/>
          <p:cNvPicPr/>
          <p:nvPr/>
        </p:nvPicPr>
        <p:blipFill>
          <a:blip>
            <a:extLst>
              <a:ext uri="{96DAC541-7B7A-43D3-8B79-37D633B846F1}">
                <asvg:svgBlip xmlns:asvg="http://schemas.microsoft.com/office/drawing/2016/SVG/main" r:embed="rId5"/>
              </a:ext>
            </a:extLst>
          </a:blip>
          <a:stretch/>
        </p:blipFill>
        <p:spPr>
          <a:xfrm>
            <a:off x="4721400" y="3068640"/>
            <a:ext cx="493200" cy="493200"/>
          </a:xfrm>
          <a:prstGeom prst="rect">
            <a:avLst/>
          </a:prstGeom>
          <a:ln w="0">
            <a:noFill/>
          </a:ln>
        </p:spPr>
      </p:pic>
      <p:pic>
        <p:nvPicPr>
          <p:cNvPr id="99" name="Graphique 492" descr="Programmeur contour"/>
          <p:cNvPicPr/>
          <p:nvPr/>
        </p:nvPicPr>
        <p:blipFill>
          <a:blip>
            <a:extLst>
              <a:ext uri="{96DAC541-7B7A-43D3-8B79-37D633B846F1}">
                <asvg:svgBlip xmlns:asvg="http://schemas.microsoft.com/office/drawing/2016/SVG/main" r:embed="rId6"/>
              </a:ext>
            </a:extLst>
          </a:blip>
          <a:stretch/>
        </p:blipFill>
        <p:spPr>
          <a:xfrm>
            <a:off x="3716640" y="3068640"/>
            <a:ext cx="493200" cy="493200"/>
          </a:xfrm>
          <a:prstGeom prst="rect">
            <a:avLst/>
          </a:prstGeom>
          <a:ln w="0">
            <a:noFill/>
          </a:ln>
        </p:spPr>
      </p:pic>
      <p:pic>
        <p:nvPicPr>
          <p:cNvPr id="100" name="Graphique 493" descr="Programmatrice contour"/>
          <p:cNvPicPr/>
          <p:nvPr/>
        </p:nvPicPr>
        <p:blipFill>
          <a:blip>
            <a:extLst>
              <a:ext uri="{96DAC541-7B7A-43D3-8B79-37D633B846F1}">
                <asvg:svgBlip xmlns:asvg="http://schemas.microsoft.com/office/drawing/2016/SVG/main" r:embed="rId3"/>
              </a:ext>
            </a:extLst>
          </a:blip>
          <a:stretch/>
        </p:blipFill>
        <p:spPr>
          <a:xfrm>
            <a:off x="4032000" y="3634200"/>
            <a:ext cx="493200" cy="493200"/>
          </a:xfrm>
          <a:prstGeom prst="rect">
            <a:avLst/>
          </a:prstGeom>
          <a:ln w="0">
            <a:noFill/>
          </a:ln>
        </p:spPr>
      </p:pic>
      <p:pic>
        <p:nvPicPr>
          <p:cNvPr id="101" name="Graphique 494" descr="Programmeur contour"/>
          <p:cNvPicPr/>
          <p:nvPr/>
        </p:nvPicPr>
        <p:blipFill>
          <a:blip>
            <a:extLst>
              <a:ext uri="{96DAC541-7B7A-43D3-8B79-37D633B846F1}">
                <asvg:svgBlip xmlns:asvg="http://schemas.microsoft.com/office/drawing/2016/SVG/main" r:embed="rId4"/>
              </a:ext>
            </a:extLst>
          </a:blip>
          <a:stretch/>
        </p:blipFill>
        <p:spPr>
          <a:xfrm>
            <a:off x="4378320" y="3634200"/>
            <a:ext cx="493200" cy="493200"/>
          </a:xfrm>
          <a:prstGeom prst="rect">
            <a:avLst/>
          </a:prstGeom>
          <a:ln w="0">
            <a:noFill/>
          </a:ln>
        </p:spPr>
      </p:pic>
      <p:pic>
        <p:nvPicPr>
          <p:cNvPr id="102" name="Graphique 495" descr="Programmatrice contour"/>
          <p:cNvPicPr/>
          <p:nvPr/>
        </p:nvPicPr>
        <p:blipFill>
          <a:blip>
            <a:extLst>
              <a:ext uri="{96DAC541-7B7A-43D3-8B79-37D633B846F1}">
                <asvg:svgBlip xmlns:asvg="http://schemas.microsoft.com/office/drawing/2016/SVG/main" r:embed="rId5"/>
              </a:ext>
            </a:extLst>
          </a:blip>
          <a:stretch/>
        </p:blipFill>
        <p:spPr>
          <a:xfrm>
            <a:off x="4701960" y="3706200"/>
            <a:ext cx="493200" cy="493200"/>
          </a:xfrm>
          <a:prstGeom prst="rect">
            <a:avLst/>
          </a:prstGeom>
          <a:ln w="0">
            <a:noFill/>
          </a:ln>
        </p:spPr>
      </p:pic>
      <p:pic>
        <p:nvPicPr>
          <p:cNvPr id="103" name="Graphique 496" descr="Programmeur contour"/>
          <p:cNvPicPr/>
          <p:nvPr/>
        </p:nvPicPr>
        <p:blipFill>
          <a:blip>
            <a:extLst>
              <a:ext uri="{96DAC541-7B7A-43D3-8B79-37D633B846F1}">
                <asvg:svgBlip xmlns:asvg="http://schemas.microsoft.com/office/drawing/2016/SVG/main" r:embed="rId6"/>
              </a:ext>
            </a:extLst>
          </a:blip>
          <a:stretch/>
        </p:blipFill>
        <p:spPr>
          <a:xfrm>
            <a:off x="3697200" y="3706200"/>
            <a:ext cx="493200" cy="493200"/>
          </a:xfrm>
          <a:prstGeom prst="rect">
            <a:avLst/>
          </a:prstGeom>
          <a:ln w="0">
            <a:noFill/>
          </a:ln>
        </p:spPr>
      </p:pic>
      <p:pic>
        <p:nvPicPr>
          <p:cNvPr id="104" name="Graphique 497" descr="Programmatrice contour"/>
          <p:cNvPicPr/>
          <p:nvPr/>
        </p:nvPicPr>
        <p:blipFill>
          <a:blip>
            <a:extLst>
              <a:ext uri="{96DAC541-7B7A-43D3-8B79-37D633B846F1}">
                <asvg:svgBlip xmlns:asvg="http://schemas.microsoft.com/office/drawing/2016/SVG/main" r:embed="rId3"/>
              </a:ext>
            </a:extLst>
          </a:blip>
          <a:stretch/>
        </p:blipFill>
        <p:spPr>
          <a:xfrm>
            <a:off x="4032000" y="4271760"/>
            <a:ext cx="493200" cy="493200"/>
          </a:xfrm>
          <a:prstGeom prst="rect">
            <a:avLst/>
          </a:prstGeom>
          <a:ln w="0">
            <a:noFill/>
          </a:ln>
        </p:spPr>
      </p:pic>
      <p:pic>
        <p:nvPicPr>
          <p:cNvPr id="105" name="Graphique 498" descr="Programmeur contour"/>
          <p:cNvPicPr/>
          <p:nvPr/>
        </p:nvPicPr>
        <p:blipFill>
          <a:blip>
            <a:extLst>
              <a:ext uri="{96DAC541-7B7A-43D3-8B79-37D633B846F1}">
                <asvg:svgBlip xmlns:asvg="http://schemas.microsoft.com/office/drawing/2016/SVG/main" r:embed="rId4"/>
              </a:ext>
            </a:extLst>
          </a:blip>
          <a:stretch/>
        </p:blipFill>
        <p:spPr>
          <a:xfrm>
            <a:off x="4378320" y="4271760"/>
            <a:ext cx="493200" cy="493200"/>
          </a:xfrm>
          <a:prstGeom prst="rect">
            <a:avLst/>
          </a:prstGeom>
          <a:ln w="0">
            <a:noFill/>
          </a:ln>
        </p:spPr>
      </p:pic>
      <p:pic>
        <p:nvPicPr>
          <p:cNvPr id="106" name="Graphique 499" descr="Programmatrice contour"/>
          <p:cNvPicPr/>
          <p:nvPr/>
        </p:nvPicPr>
        <p:blipFill>
          <a:blip>
            <a:extLst>
              <a:ext uri="{96DAC541-7B7A-43D3-8B79-37D633B846F1}">
                <asvg:svgBlip xmlns:asvg="http://schemas.microsoft.com/office/drawing/2016/SVG/main" r:embed="rId5"/>
              </a:ext>
            </a:extLst>
          </a:blip>
          <a:stretch/>
        </p:blipFill>
        <p:spPr>
          <a:xfrm>
            <a:off x="4701960" y="4343760"/>
            <a:ext cx="493200" cy="493200"/>
          </a:xfrm>
          <a:prstGeom prst="rect">
            <a:avLst/>
          </a:prstGeom>
          <a:ln w="0">
            <a:noFill/>
          </a:ln>
        </p:spPr>
      </p:pic>
      <p:pic>
        <p:nvPicPr>
          <p:cNvPr id="107" name="Graphique 500" descr="Programmeur contour"/>
          <p:cNvPicPr/>
          <p:nvPr/>
        </p:nvPicPr>
        <p:blipFill>
          <a:blip>
            <a:extLst>
              <a:ext uri="{96DAC541-7B7A-43D3-8B79-37D633B846F1}">
                <asvg:svgBlip xmlns:asvg="http://schemas.microsoft.com/office/drawing/2016/SVG/main" r:embed="rId6"/>
              </a:ext>
            </a:extLst>
          </a:blip>
          <a:stretch/>
        </p:blipFill>
        <p:spPr>
          <a:xfrm>
            <a:off x="3697200" y="4343760"/>
            <a:ext cx="493200" cy="493200"/>
          </a:xfrm>
          <a:prstGeom prst="rect">
            <a:avLst/>
          </a:prstGeom>
          <a:ln w="0">
            <a:noFill/>
          </a:ln>
        </p:spPr>
      </p:pic>
      <p:pic>
        <p:nvPicPr>
          <p:cNvPr id="108" name="Graphique 501" descr="Programmatrice contour"/>
          <p:cNvPicPr/>
          <p:nvPr/>
        </p:nvPicPr>
        <p:blipFill>
          <a:blip>
            <a:extLst>
              <a:ext uri="{96DAC541-7B7A-43D3-8B79-37D633B846F1}">
                <asvg:svgBlip xmlns:asvg="http://schemas.microsoft.com/office/drawing/2016/SVG/main" r:embed="rId7"/>
              </a:ext>
            </a:extLst>
          </a:blip>
          <a:stretch/>
        </p:blipFill>
        <p:spPr>
          <a:xfrm>
            <a:off x="6727320" y="2404440"/>
            <a:ext cx="493200" cy="493200"/>
          </a:xfrm>
          <a:prstGeom prst="rect">
            <a:avLst/>
          </a:prstGeom>
          <a:ln w="0">
            <a:noFill/>
          </a:ln>
        </p:spPr>
      </p:pic>
      <p:pic>
        <p:nvPicPr>
          <p:cNvPr id="109" name="Graphique 502" descr="Programmeur contour"/>
          <p:cNvPicPr/>
          <p:nvPr/>
        </p:nvPicPr>
        <p:blipFill>
          <a:blip>
            <a:extLst>
              <a:ext uri="{96DAC541-7B7A-43D3-8B79-37D633B846F1}">
                <asvg:svgBlip xmlns:asvg="http://schemas.microsoft.com/office/drawing/2016/SVG/main" r:embed="rId8"/>
              </a:ext>
            </a:extLst>
          </a:blip>
          <a:stretch/>
        </p:blipFill>
        <p:spPr>
          <a:xfrm>
            <a:off x="7073640" y="2404440"/>
            <a:ext cx="493200" cy="493200"/>
          </a:xfrm>
          <a:prstGeom prst="rect">
            <a:avLst/>
          </a:prstGeom>
          <a:ln w="0">
            <a:noFill/>
          </a:ln>
        </p:spPr>
      </p:pic>
      <p:pic>
        <p:nvPicPr>
          <p:cNvPr id="110" name="Graphique 503" descr="Programmatrice contour"/>
          <p:cNvPicPr/>
          <p:nvPr/>
        </p:nvPicPr>
        <p:blipFill>
          <a:blip>
            <a:extLst>
              <a:ext uri="{96DAC541-7B7A-43D3-8B79-37D633B846F1}">
                <asvg:svgBlip xmlns:asvg="http://schemas.microsoft.com/office/drawing/2016/SVG/main" r:embed="rId7"/>
              </a:ext>
            </a:extLst>
          </a:blip>
          <a:stretch/>
        </p:blipFill>
        <p:spPr>
          <a:xfrm>
            <a:off x="7397280" y="2476440"/>
            <a:ext cx="493200" cy="493200"/>
          </a:xfrm>
          <a:prstGeom prst="rect">
            <a:avLst/>
          </a:prstGeom>
          <a:ln w="0">
            <a:noFill/>
          </a:ln>
        </p:spPr>
      </p:pic>
      <p:pic>
        <p:nvPicPr>
          <p:cNvPr id="111" name="Graphique 504" descr="Programmeur contour"/>
          <p:cNvPicPr/>
          <p:nvPr/>
        </p:nvPicPr>
        <p:blipFill>
          <a:blip>
            <a:extLst>
              <a:ext uri="{96DAC541-7B7A-43D3-8B79-37D633B846F1}">
                <asvg:svgBlip xmlns:asvg="http://schemas.microsoft.com/office/drawing/2016/SVG/main" r:embed="rId8"/>
              </a:ext>
            </a:extLst>
          </a:blip>
          <a:stretch/>
        </p:blipFill>
        <p:spPr>
          <a:xfrm>
            <a:off x="6392520" y="2476440"/>
            <a:ext cx="493200" cy="493200"/>
          </a:xfrm>
          <a:prstGeom prst="rect">
            <a:avLst/>
          </a:prstGeom>
          <a:ln w="0">
            <a:noFill/>
          </a:ln>
        </p:spPr>
      </p:pic>
      <p:pic>
        <p:nvPicPr>
          <p:cNvPr id="112" name="Graphique 505" descr="Programmatrice contour"/>
          <p:cNvPicPr/>
          <p:nvPr/>
        </p:nvPicPr>
        <p:blipFill>
          <a:blip>
            <a:extLst>
              <a:ext uri="{96DAC541-7B7A-43D3-8B79-37D633B846F1}">
                <asvg:svgBlip xmlns:asvg="http://schemas.microsoft.com/office/drawing/2016/SVG/main" r:embed="rId9"/>
              </a:ext>
            </a:extLst>
          </a:blip>
          <a:stretch/>
        </p:blipFill>
        <p:spPr>
          <a:xfrm>
            <a:off x="6744600" y="3042000"/>
            <a:ext cx="493200" cy="493200"/>
          </a:xfrm>
          <a:prstGeom prst="rect">
            <a:avLst/>
          </a:prstGeom>
          <a:ln w="0">
            <a:noFill/>
          </a:ln>
        </p:spPr>
      </p:pic>
      <p:pic>
        <p:nvPicPr>
          <p:cNvPr id="113" name="Graphique 506" descr="Programmeur contour"/>
          <p:cNvPicPr/>
          <p:nvPr/>
        </p:nvPicPr>
        <p:blipFill>
          <a:blip>
            <a:extLst>
              <a:ext uri="{96DAC541-7B7A-43D3-8B79-37D633B846F1}">
                <asvg:svgBlip xmlns:asvg="http://schemas.microsoft.com/office/drawing/2016/SVG/main" r:embed="rId10"/>
              </a:ext>
            </a:extLst>
          </a:blip>
          <a:stretch/>
        </p:blipFill>
        <p:spPr>
          <a:xfrm>
            <a:off x="7090560" y="3042000"/>
            <a:ext cx="493200" cy="493200"/>
          </a:xfrm>
          <a:prstGeom prst="rect">
            <a:avLst/>
          </a:prstGeom>
          <a:ln w="0">
            <a:noFill/>
          </a:ln>
        </p:spPr>
      </p:pic>
      <p:pic>
        <p:nvPicPr>
          <p:cNvPr id="114" name="Graphique 507" descr="Programmatrice contour"/>
          <p:cNvPicPr/>
          <p:nvPr/>
        </p:nvPicPr>
        <p:blipFill>
          <a:blip>
            <a:extLst>
              <a:ext uri="{96DAC541-7B7A-43D3-8B79-37D633B846F1}">
                <asvg:svgBlip xmlns:asvg="http://schemas.microsoft.com/office/drawing/2016/SVG/main" r:embed="rId9"/>
              </a:ext>
            </a:extLst>
          </a:blip>
          <a:stretch/>
        </p:blipFill>
        <p:spPr>
          <a:xfrm>
            <a:off x="7414560" y="3114000"/>
            <a:ext cx="493200" cy="493200"/>
          </a:xfrm>
          <a:prstGeom prst="rect">
            <a:avLst/>
          </a:prstGeom>
          <a:ln w="0">
            <a:noFill/>
          </a:ln>
        </p:spPr>
      </p:pic>
      <p:pic>
        <p:nvPicPr>
          <p:cNvPr id="115" name="Graphique 508" descr="Programmeur contour"/>
          <p:cNvPicPr/>
          <p:nvPr/>
        </p:nvPicPr>
        <p:blipFill>
          <a:blip>
            <a:extLst>
              <a:ext uri="{96DAC541-7B7A-43D3-8B79-37D633B846F1}">
                <asvg:svgBlip xmlns:asvg="http://schemas.microsoft.com/office/drawing/2016/SVG/main" r:embed="rId10"/>
              </a:ext>
            </a:extLst>
          </a:blip>
          <a:stretch/>
        </p:blipFill>
        <p:spPr>
          <a:xfrm>
            <a:off x="6409440" y="3114000"/>
            <a:ext cx="493200" cy="493200"/>
          </a:xfrm>
          <a:prstGeom prst="rect">
            <a:avLst/>
          </a:prstGeom>
          <a:ln w="0">
            <a:noFill/>
          </a:ln>
        </p:spPr>
      </p:pic>
      <p:pic>
        <p:nvPicPr>
          <p:cNvPr id="116" name="Graphique 509" descr="Programmatrice contour"/>
          <p:cNvPicPr/>
          <p:nvPr/>
        </p:nvPicPr>
        <p:blipFill>
          <a:blip>
            <a:extLst>
              <a:ext uri="{96DAC541-7B7A-43D3-8B79-37D633B846F1}">
                <asvg:svgBlip xmlns:asvg="http://schemas.microsoft.com/office/drawing/2016/SVG/main" r:embed="rId11"/>
              </a:ext>
            </a:extLst>
          </a:blip>
          <a:stretch/>
        </p:blipFill>
        <p:spPr>
          <a:xfrm>
            <a:off x="6725160" y="3679560"/>
            <a:ext cx="493200" cy="493200"/>
          </a:xfrm>
          <a:prstGeom prst="rect">
            <a:avLst/>
          </a:prstGeom>
          <a:ln w="0">
            <a:noFill/>
          </a:ln>
        </p:spPr>
      </p:pic>
      <p:pic>
        <p:nvPicPr>
          <p:cNvPr id="117" name="Graphique 510" descr="Programmeur contour"/>
          <p:cNvPicPr/>
          <p:nvPr/>
        </p:nvPicPr>
        <p:blipFill>
          <a:blip>
            <a:extLst>
              <a:ext uri="{96DAC541-7B7A-43D3-8B79-37D633B846F1}">
                <asvg:svgBlip xmlns:asvg="http://schemas.microsoft.com/office/drawing/2016/SVG/main" r:embed="rId12"/>
              </a:ext>
            </a:extLst>
          </a:blip>
          <a:stretch/>
        </p:blipFill>
        <p:spPr>
          <a:xfrm>
            <a:off x="7071120" y="3679560"/>
            <a:ext cx="493200" cy="493200"/>
          </a:xfrm>
          <a:prstGeom prst="rect">
            <a:avLst/>
          </a:prstGeom>
          <a:ln w="0">
            <a:noFill/>
          </a:ln>
        </p:spPr>
      </p:pic>
      <p:pic>
        <p:nvPicPr>
          <p:cNvPr id="118" name="Graphique 511" descr="Programmatrice contour"/>
          <p:cNvPicPr/>
          <p:nvPr/>
        </p:nvPicPr>
        <p:blipFill>
          <a:blip>
            <a:extLst>
              <a:ext uri="{96DAC541-7B7A-43D3-8B79-37D633B846F1}">
                <asvg:svgBlip xmlns:asvg="http://schemas.microsoft.com/office/drawing/2016/SVG/main" r:embed="rId11"/>
              </a:ext>
            </a:extLst>
          </a:blip>
          <a:stretch/>
        </p:blipFill>
        <p:spPr>
          <a:xfrm>
            <a:off x="7395120" y="3751560"/>
            <a:ext cx="493200" cy="493200"/>
          </a:xfrm>
          <a:prstGeom prst="rect">
            <a:avLst/>
          </a:prstGeom>
          <a:ln w="0">
            <a:noFill/>
          </a:ln>
        </p:spPr>
      </p:pic>
      <p:pic>
        <p:nvPicPr>
          <p:cNvPr id="119" name="Graphique 512" descr="Programmeur contour"/>
          <p:cNvPicPr/>
          <p:nvPr/>
        </p:nvPicPr>
        <p:blipFill>
          <a:blip>
            <a:extLst>
              <a:ext uri="{96DAC541-7B7A-43D3-8B79-37D633B846F1}">
                <asvg:svgBlip xmlns:asvg="http://schemas.microsoft.com/office/drawing/2016/SVG/main" r:embed="rId12"/>
              </a:ext>
            </a:extLst>
          </a:blip>
          <a:stretch/>
        </p:blipFill>
        <p:spPr>
          <a:xfrm>
            <a:off x="6390360" y="3751560"/>
            <a:ext cx="493200" cy="493200"/>
          </a:xfrm>
          <a:prstGeom prst="rect">
            <a:avLst/>
          </a:prstGeom>
          <a:ln w="0">
            <a:noFill/>
          </a:ln>
        </p:spPr>
      </p:pic>
      <p:pic>
        <p:nvPicPr>
          <p:cNvPr id="120" name="Graphique 513" descr="Programmatrice contour"/>
          <p:cNvPicPr/>
          <p:nvPr/>
        </p:nvPicPr>
        <p:blipFill>
          <a:blip>
            <a:extLst>
              <a:ext uri="{96DAC541-7B7A-43D3-8B79-37D633B846F1}">
                <asvg:svgBlip xmlns:asvg="http://schemas.microsoft.com/office/drawing/2016/SVG/main" r:embed="rId13"/>
              </a:ext>
            </a:extLst>
          </a:blip>
          <a:stretch/>
        </p:blipFill>
        <p:spPr>
          <a:xfrm>
            <a:off x="6725160" y="4317120"/>
            <a:ext cx="493200" cy="493200"/>
          </a:xfrm>
          <a:prstGeom prst="rect">
            <a:avLst/>
          </a:prstGeom>
          <a:ln w="0">
            <a:noFill/>
          </a:ln>
        </p:spPr>
      </p:pic>
      <p:pic>
        <p:nvPicPr>
          <p:cNvPr id="121" name="Graphique 514" descr="Programmeur contour"/>
          <p:cNvPicPr/>
          <p:nvPr/>
        </p:nvPicPr>
        <p:blipFill>
          <a:blip>
            <a:extLst>
              <a:ext uri="{96DAC541-7B7A-43D3-8B79-37D633B846F1}">
                <asvg:svgBlip xmlns:asvg="http://schemas.microsoft.com/office/drawing/2016/SVG/main" r:embed="rId14"/>
              </a:ext>
            </a:extLst>
          </a:blip>
          <a:stretch/>
        </p:blipFill>
        <p:spPr>
          <a:xfrm>
            <a:off x="7071120" y="4317120"/>
            <a:ext cx="493200" cy="493200"/>
          </a:xfrm>
          <a:prstGeom prst="rect">
            <a:avLst/>
          </a:prstGeom>
          <a:ln w="0">
            <a:noFill/>
          </a:ln>
        </p:spPr>
      </p:pic>
      <p:pic>
        <p:nvPicPr>
          <p:cNvPr id="122" name="Graphique 515" descr="Programmatrice contour"/>
          <p:cNvPicPr/>
          <p:nvPr/>
        </p:nvPicPr>
        <p:blipFill>
          <a:blip>
            <a:extLst>
              <a:ext uri="{96DAC541-7B7A-43D3-8B79-37D633B846F1}">
                <asvg:svgBlip xmlns:asvg="http://schemas.microsoft.com/office/drawing/2016/SVG/main" r:embed="rId13"/>
              </a:ext>
            </a:extLst>
          </a:blip>
          <a:stretch/>
        </p:blipFill>
        <p:spPr>
          <a:xfrm>
            <a:off x="7395120" y="4389120"/>
            <a:ext cx="493200" cy="493200"/>
          </a:xfrm>
          <a:prstGeom prst="rect">
            <a:avLst/>
          </a:prstGeom>
          <a:ln w="0">
            <a:noFill/>
          </a:ln>
        </p:spPr>
      </p:pic>
      <p:pic>
        <p:nvPicPr>
          <p:cNvPr id="123" name="Graphique 516" descr="Programmeur contour"/>
          <p:cNvPicPr/>
          <p:nvPr/>
        </p:nvPicPr>
        <p:blipFill>
          <a:blip>
            <a:extLst>
              <a:ext uri="{96DAC541-7B7A-43D3-8B79-37D633B846F1}">
                <asvg:svgBlip xmlns:asvg="http://schemas.microsoft.com/office/drawing/2016/SVG/main" r:embed="rId14"/>
              </a:ext>
            </a:extLst>
          </a:blip>
          <a:stretch/>
        </p:blipFill>
        <p:spPr>
          <a:xfrm>
            <a:off x="6390360" y="4389120"/>
            <a:ext cx="493200" cy="493200"/>
          </a:xfrm>
          <a:prstGeom prst="rect">
            <a:avLst/>
          </a:prstGeom>
          <a:ln w="0">
            <a:noFill/>
          </a:ln>
        </p:spPr>
      </p:pic>
      <p:pic>
        <p:nvPicPr>
          <p:cNvPr id="124" name="Graphique 517" descr="Programmatrice contour"/>
          <p:cNvPicPr/>
          <p:nvPr/>
        </p:nvPicPr>
        <p:blipFill>
          <a:blip>
            <a:extLst>
              <a:ext uri="{96DAC541-7B7A-43D3-8B79-37D633B846F1}">
                <asvg:svgBlip xmlns:asvg="http://schemas.microsoft.com/office/drawing/2016/SVG/main" r:embed="rId3"/>
              </a:ext>
            </a:extLst>
          </a:blip>
          <a:stretch/>
        </p:blipFill>
        <p:spPr>
          <a:xfrm>
            <a:off x="9329400" y="2359080"/>
            <a:ext cx="493200" cy="493200"/>
          </a:xfrm>
          <a:prstGeom prst="rect">
            <a:avLst/>
          </a:prstGeom>
          <a:ln w="0">
            <a:noFill/>
          </a:ln>
        </p:spPr>
      </p:pic>
      <p:pic>
        <p:nvPicPr>
          <p:cNvPr id="125" name="Graphique 518" descr="Programmeur contour"/>
          <p:cNvPicPr/>
          <p:nvPr/>
        </p:nvPicPr>
        <p:blipFill>
          <a:blip>
            <a:extLst>
              <a:ext uri="{96DAC541-7B7A-43D3-8B79-37D633B846F1}">
                <asvg:svgBlip xmlns:asvg="http://schemas.microsoft.com/office/drawing/2016/SVG/main" r:embed="rId4"/>
              </a:ext>
            </a:extLst>
          </a:blip>
          <a:stretch/>
        </p:blipFill>
        <p:spPr>
          <a:xfrm>
            <a:off x="9675360" y="2359080"/>
            <a:ext cx="493200" cy="493200"/>
          </a:xfrm>
          <a:prstGeom prst="rect">
            <a:avLst/>
          </a:prstGeom>
          <a:ln w="0">
            <a:noFill/>
          </a:ln>
        </p:spPr>
      </p:pic>
      <p:pic>
        <p:nvPicPr>
          <p:cNvPr id="126" name="Graphique 519" descr="Programmatrice contour"/>
          <p:cNvPicPr/>
          <p:nvPr/>
        </p:nvPicPr>
        <p:blipFill>
          <a:blip>
            <a:extLst>
              <a:ext uri="{96DAC541-7B7A-43D3-8B79-37D633B846F1}">
                <asvg:svgBlip xmlns:asvg="http://schemas.microsoft.com/office/drawing/2016/SVG/main" r:embed="rId5"/>
              </a:ext>
            </a:extLst>
          </a:blip>
          <a:stretch/>
        </p:blipFill>
        <p:spPr>
          <a:xfrm>
            <a:off x="9999360" y="2431080"/>
            <a:ext cx="493200" cy="493200"/>
          </a:xfrm>
          <a:prstGeom prst="rect">
            <a:avLst/>
          </a:prstGeom>
          <a:ln w="0">
            <a:noFill/>
          </a:ln>
        </p:spPr>
      </p:pic>
      <p:pic>
        <p:nvPicPr>
          <p:cNvPr id="127" name="Graphique 520" descr="Programmeur contour"/>
          <p:cNvPicPr/>
          <p:nvPr/>
        </p:nvPicPr>
        <p:blipFill>
          <a:blip>
            <a:extLst>
              <a:ext uri="{96DAC541-7B7A-43D3-8B79-37D633B846F1}">
                <asvg:svgBlip xmlns:asvg="http://schemas.microsoft.com/office/drawing/2016/SVG/main" r:embed="rId6"/>
              </a:ext>
            </a:extLst>
          </a:blip>
          <a:stretch/>
        </p:blipFill>
        <p:spPr>
          <a:xfrm>
            <a:off x="8994240" y="2431080"/>
            <a:ext cx="493200" cy="493200"/>
          </a:xfrm>
          <a:prstGeom prst="rect">
            <a:avLst/>
          </a:prstGeom>
          <a:ln w="0">
            <a:noFill/>
          </a:ln>
        </p:spPr>
      </p:pic>
      <p:pic>
        <p:nvPicPr>
          <p:cNvPr id="128" name="Graphique 521" descr="Programmatrice contour"/>
          <p:cNvPicPr/>
          <p:nvPr/>
        </p:nvPicPr>
        <p:blipFill>
          <a:blip>
            <a:extLst>
              <a:ext uri="{96DAC541-7B7A-43D3-8B79-37D633B846F1}">
                <asvg:svgBlip xmlns:asvg="http://schemas.microsoft.com/office/drawing/2016/SVG/main" r:embed="rId3"/>
              </a:ext>
            </a:extLst>
          </a:blip>
          <a:stretch/>
        </p:blipFill>
        <p:spPr>
          <a:xfrm>
            <a:off x="9346320" y="2996640"/>
            <a:ext cx="493200" cy="493200"/>
          </a:xfrm>
          <a:prstGeom prst="rect">
            <a:avLst/>
          </a:prstGeom>
          <a:ln w="0">
            <a:noFill/>
          </a:ln>
        </p:spPr>
      </p:pic>
      <p:pic>
        <p:nvPicPr>
          <p:cNvPr id="129" name="Graphique 522" descr="Programmeur contour"/>
          <p:cNvPicPr/>
          <p:nvPr/>
        </p:nvPicPr>
        <p:blipFill>
          <a:blip>
            <a:extLst>
              <a:ext uri="{96DAC541-7B7A-43D3-8B79-37D633B846F1}">
                <asvg:svgBlip xmlns:asvg="http://schemas.microsoft.com/office/drawing/2016/SVG/main" r:embed="rId4"/>
              </a:ext>
            </a:extLst>
          </a:blip>
          <a:stretch/>
        </p:blipFill>
        <p:spPr>
          <a:xfrm>
            <a:off x="9692280" y="2996640"/>
            <a:ext cx="493200" cy="493200"/>
          </a:xfrm>
          <a:prstGeom prst="rect">
            <a:avLst/>
          </a:prstGeom>
          <a:ln w="0">
            <a:noFill/>
          </a:ln>
        </p:spPr>
      </p:pic>
      <p:pic>
        <p:nvPicPr>
          <p:cNvPr id="130" name="Graphique 523" descr="Programmatrice contour"/>
          <p:cNvPicPr/>
          <p:nvPr/>
        </p:nvPicPr>
        <p:blipFill>
          <a:blip>
            <a:extLst>
              <a:ext uri="{96DAC541-7B7A-43D3-8B79-37D633B846F1}">
                <asvg:svgBlip xmlns:asvg="http://schemas.microsoft.com/office/drawing/2016/SVG/main" r:embed="rId5"/>
              </a:ext>
            </a:extLst>
          </a:blip>
          <a:stretch/>
        </p:blipFill>
        <p:spPr>
          <a:xfrm>
            <a:off x="10016280" y="3068640"/>
            <a:ext cx="493200" cy="493200"/>
          </a:xfrm>
          <a:prstGeom prst="rect">
            <a:avLst/>
          </a:prstGeom>
          <a:ln w="0">
            <a:noFill/>
          </a:ln>
        </p:spPr>
      </p:pic>
      <p:pic>
        <p:nvPicPr>
          <p:cNvPr id="131" name="Graphique 524" descr="Programmeur contour"/>
          <p:cNvPicPr/>
          <p:nvPr/>
        </p:nvPicPr>
        <p:blipFill>
          <a:blip>
            <a:extLst>
              <a:ext uri="{96DAC541-7B7A-43D3-8B79-37D633B846F1}">
                <asvg:svgBlip xmlns:asvg="http://schemas.microsoft.com/office/drawing/2016/SVG/main" r:embed="rId6"/>
              </a:ext>
            </a:extLst>
          </a:blip>
          <a:stretch/>
        </p:blipFill>
        <p:spPr>
          <a:xfrm>
            <a:off x="9011520" y="3068640"/>
            <a:ext cx="493200" cy="493200"/>
          </a:xfrm>
          <a:prstGeom prst="rect">
            <a:avLst/>
          </a:prstGeom>
          <a:ln w="0">
            <a:noFill/>
          </a:ln>
        </p:spPr>
      </p:pic>
      <p:pic>
        <p:nvPicPr>
          <p:cNvPr id="132" name="Graphique 525" descr="Programmatrice contour"/>
          <p:cNvPicPr/>
          <p:nvPr/>
        </p:nvPicPr>
        <p:blipFill>
          <a:blip>
            <a:extLst>
              <a:ext uri="{96DAC541-7B7A-43D3-8B79-37D633B846F1}">
                <asvg:svgBlip xmlns:asvg="http://schemas.microsoft.com/office/drawing/2016/SVG/main" r:embed="rId3"/>
              </a:ext>
            </a:extLst>
          </a:blip>
          <a:stretch/>
        </p:blipFill>
        <p:spPr>
          <a:xfrm>
            <a:off x="9326880" y="3634200"/>
            <a:ext cx="493200" cy="493200"/>
          </a:xfrm>
          <a:prstGeom prst="rect">
            <a:avLst/>
          </a:prstGeom>
          <a:ln w="0">
            <a:noFill/>
          </a:ln>
        </p:spPr>
      </p:pic>
      <p:pic>
        <p:nvPicPr>
          <p:cNvPr id="133" name="Graphique 526" descr="Programmeur contour"/>
          <p:cNvPicPr/>
          <p:nvPr/>
        </p:nvPicPr>
        <p:blipFill>
          <a:blip>
            <a:extLst>
              <a:ext uri="{96DAC541-7B7A-43D3-8B79-37D633B846F1}">
                <asvg:svgBlip xmlns:asvg="http://schemas.microsoft.com/office/drawing/2016/SVG/main" r:embed="rId4"/>
              </a:ext>
            </a:extLst>
          </a:blip>
          <a:stretch/>
        </p:blipFill>
        <p:spPr>
          <a:xfrm>
            <a:off x="9672840" y="3634200"/>
            <a:ext cx="493200" cy="493200"/>
          </a:xfrm>
          <a:prstGeom prst="rect">
            <a:avLst/>
          </a:prstGeom>
          <a:ln w="0">
            <a:noFill/>
          </a:ln>
        </p:spPr>
      </p:pic>
      <p:pic>
        <p:nvPicPr>
          <p:cNvPr id="134" name="Graphique 527" descr="Programmatrice contour"/>
          <p:cNvPicPr/>
          <p:nvPr/>
        </p:nvPicPr>
        <p:blipFill>
          <a:blip>
            <a:extLst>
              <a:ext uri="{96DAC541-7B7A-43D3-8B79-37D633B846F1}">
                <asvg:svgBlip xmlns:asvg="http://schemas.microsoft.com/office/drawing/2016/SVG/main" r:embed="rId5"/>
              </a:ext>
            </a:extLst>
          </a:blip>
          <a:stretch/>
        </p:blipFill>
        <p:spPr>
          <a:xfrm>
            <a:off x="9996840" y="3706200"/>
            <a:ext cx="493200" cy="493200"/>
          </a:xfrm>
          <a:prstGeom prst="rect">
            <a:avLst/>
          </a:prstGeom>
          <a:ln w="0">
            <a:noFill/>
          </a:ln>
        </p:spPr>
      </p:pic>
      <p:pic>
        <p:nvPicPr>
          <p:cNvPr id="135" name="Graphique 528" descr="Programmeur contour"/>
          <p:cNvPicPr/>
          <p:nvPr/>
        </p:nvPicPr>
        <p:blipFill>
          <a:blip>
            <a:extLst>
              <a:ext uri="{96DAC541-7B7A-43D3-8B79-37D633B846F1}">
                <asvg:svgBlip xmlns:asvg="http://schemas.microsoft.com/office/drawing/2016/SVG/main" r:embed="rId6"/>
              </a:ext>
            </a:extLst>
          </a:blip>
          <a:stretch/>
        </p:blipFill>
        <p:spPr>
          <a:xfrm>
            <a:off x="8992080" y="3706200"/>
            <a:ext cx="493200" cy="493200"/>
          </a:xfrm>
          <a:prstGeom prst="rect">
            <a:avLst/>
          </a:prstGeom>
          <a:ln w="0">
            <a:noFill/>
          </a:ln>
        </p:spPr>
      </p:pic>
      <p:pic>
        <p:nvPicPr>
          <p:cNvPr id="136" name="Graphique 529" descr="Programmatrice contour"/>
          <p:cNvPicPr/>
          <p:nvPr/>
        </p:nvPicPr>
        <p:blipFill>
          <a:blip>
            <a:extLst>
              <a:ext uri="{96DAC541-7B7A-43D3-8B79-37D633B846F1}">
                <asvg:svgBlip xmlns:asvg="http://schemas.microsoft.com/office/drawing/2016/SVG/main" r:embed="rId3"/>
              </a:ext>
            </a:extLst>
          </a:blip>
          <a:stretch/>
        </p:blipFill>
        <p:spPr>
          <a:xfrm>
            <a:off x="9326880" y="4271760"/>
            <a:ext cx="493200" cy="493200"/>
          </a:xfrm>
          <a:prstGeom prst="rect">
            <a:avLst/>
          </a:prstGeom>
          <a:ln w="0">
            <a:noFill/>
          </a:ln>
        </p:spPr>
      </p:pic>
      <p:pic>
        <p:nvPicPr>
          <p:cNvPr id="137" name="Graphique 530" descr="Programmeur contour"/>
          <p:cNvPicPr/>
          <p:nvPr/>
        </p:nvPicPr>
        <p:blipFill>
          <a:blip>
            <a:extLst>
              <a:ext uri="{96DAC541-7B7A-43D3-8B79-37D633B846F1}">
                <asvg:svgBlip xmlns:asvg="http://schemas.microsoft.com/office/drawing/2016/SVG/main" r:embed="rId4"/>
              </a:ext>
            </a:extLst>
          </a:blip>
          <a:stretch/>
        </p:blipFill>
        <p:spPr>
          <a:xfrm>
            <a:off x="9672840" y="4271760"/>
            <a:ext cx="493200" cy="493200"/>
          </a:xfrm>
          <a:prstGeom prst="rect">
            <a:avLst/>
          </a:prstGeom>
          <a:ln w="0">
            <a:noFill/>
          </a:ln>
        </p:spPr>
      </p:pic>
      <p:pic>
        <p:nvPicPr>
          <p:cNvPr id="138" name="Graphique 531" descr="Programmatrice contour"/>
          <p:cNvPicPr/>
          <p:nvPr/>
        </p:nvPicPr>
        <p:blipFill>
          <a:blip>
            <a:extLst>
              <a:ext uri="{96DAC541-7B7A-43D3-8B79-37D633B846F1}">
                <asvg:svgBlip xmlns:asvg="http://schemas.microsoft.com/office/drawing/2016/SVG/main" r:embed="rId5"/>
              </a:ext>
            </a:extLst>
          </a:blip>
          <a:stretch/>
        </p:blipFill>
        <p:spPr>
          <a:xfrm>
            <a:off x="9996840" y="4343760"/>
            <a:ext cx="493200" cy="493200"/>
          </a:xfrm>
          <a:prstGeom prst="rect">
            <a:avLst/>
          </a:prstGeom>
          <a:ln w="0">
            <a:noFill/>
          </a:ln>
        </p:spPr>
      </p:pic>
      <p:pic>
        <p:nvPicPr>
          <p:cNvPr id="139" name="Graphique 532" descr="Programmeur contour"/>
          <p:cNvPicPr/>
          <p:nvPr/>
        </p:nvPicPr>
        <p:blipFill>
          <a:blip>
            <a:extLst>
              <a:ext uri="{96DAC541-7B7A-43D3-8B79-37D633B846F1}">
                <asvg:svgBlip xmlns:asvg="http://schemas.microsoft.com/office/drawing/2016/SVG/main" r:embed="rId6"/>
              </a:ext>
            </a:extLst>
          </a:blip>
          <a:stretch/>
        </p:blipFill>
        <p:spPr>
          <a:xfrm>
            <a:off x="8992080" y="4343760"/>
            <a:ext cx="493200" cy="493200"/>
          </a:xfrm>
          <a:prstGeom prst="rect">
            <a:avLst/>
          </a:prstGeom>
          <a:ln w="0">
            <a:noFill/>
          </a:ln>
        </p:spPr>
      </p:pic>
      <p:pic>
        <p:nvPicPr>
          <p:cNvPr id="140" name="Graphique 533" descr="Utilisateurs avec un remplissage uni"/>
          <p:cNvPicPr/>
          <p:nvPr/>
        </p:nvPicPr>
        <p:blipFill>
          <a:blip>
            <a:extLst>
              <a:ext uri="{96DAC541-7B7A-43D3-8B79-37D633B846F1}">
                <asvg:svgBlip xmlns:asvg="http://schemas.microsoft.com/office/drawing/2016/SVG/main" r:embed="rId15"/>
              </a:ext>
            </a:extLst>
          </a:blip>
          <a:stretch/>
        </p:blipFill>
        <p:spPr>
          <a:xfrm>
            <a:off x="1556640" y="2626920"/>
            <a:ext cx="914040" cy="914040"/>
          </a:xfrm>
          <a:prstGeom prst="rect">
            <a:avLst/>
          </a:prstGeom>
          <a:ln w="0">
            <a:noFill/>
          </a:ln>
        </p:spPr>
      </p:pic>
      <p:pic>
        <p:nvPicPr>
          <p:cNvPr id="141" name="Graphique 534" descr="Utilisateurs avec un remplissage uni"/>
          <p:cNvPicPr/>
          <p:nvPr/>
        </p:nvPicPr>
        <p:blipFill>
          <a:blip>
            <a:extLst>
              <a:ext uri="{96DAC541-7B7A-43D3-8B79-37D633B846F1}">
                <asvg:svgBlip xmlns:asvg="http://schemas.microsoft.com/office/drawing/2016/SVG/main" r:embed="rId15"/>
              </a:ext>
            </a:extLst>
          </a:blip>
          <a:stretch/>
        </p:blipFill>
        <p:spPr>
          <a:xfrm>
            <a:off x="2128320" y="3136680"/>
            <a:ext cx="914040" cy="914040"/>
          </a:xfrm>
          <a:prstGeom prst="rect">
            <a:avLst/>
          </a:prstGeom>
          <a:ln w="0">
            <a:noFill/>
          </a:ln>
        </p:spPr>
      </p:pic>
      <p:pic>
        <p:nvPicPr>
          <p:cNvPr id="142" name="Graphique 535" descr="Utilisateurs avec un remplissage uni"/>
          <p:cNvPicPr/>
          <p:nvPr/>
        </p:nvPicPr>
        <p:blipFill>
          <a:blip>
            <a:extLst>
              <a:ext uri="{96DAC541-7B7A-43D3-8B79-37D633B846F1}">
                <asvg:svgBlip xmlns:asvg="http://schemas.microsoft.com/office/drawing/2016/SVG/main" r:embed="rId15"/>
              </a:ext>
            </a:extLst>
          </a:blip>
          <a:stretch/>
        </p:blipFill>
        <p:spPr>
          <a:xfrm>
            <a:off x="1037880" y="3136680"/>
            <a:ext cx="914040" cy="914040"/>
          </a:xfrm>
          <a:prstGeom prst="rect">
            <a:avLst/>
          </a:prstGeom>
          <a:ln w="0">
            <a:noFill/>
          </a:ln>
        </p:spPr>
      </p:pic>
      <p:pic>
        <p:nvPicPr>
          <p:cNvPr id="143" name="Graphique 536" descr="Utilisateurs avec un remplissage uni"/>
          <p:cNvPicPr/>
          <p:nvPr/>
        </p:nvPicPr>
        <p:blipFill>
          <a:blip>
            <a:extLst>
              <a:ext uri="{96DAC541-7B7A-43D3-8B79-37D633B846F1}">
                <asvg:svgBlip xmlns:asvg="http://schemas.microsoft.com/office/drawing/2016/SVG/main" r:embed="rId15"/>
              </a:ext>
            </a:extLst>
          </a:blip>
          <a:stretch/>
        </p:blipFill>
        <p:spPr>
          <a:xfrm>
            <a:off x="1037880" y="3721680"/>
            <a:ext cx="914040" cy="914040"/>
          </a:xfrm>
          <a:prstGeom prst="rect">
            <a:avLst/>
          </a:prstGeom>
          <a:ln w="0">
            <a:noFill/>
          </a:ln>
        </p:spPr>
      </p:pic>
      <p:pic>
        <p:nvPicPr>
          <p:cNvPr id="144" name="Graphique 537" descr="Utilisateurs avec un remplissage uni"/>
          <p:cNvPicPr/>
          <p:nvPr/>
        </p:nvPicPr>
        <p:blipFill>
          <a:blip>
            <a:extLst>
              <a:ext uri="{96DAC541-7B7A-43D3-8B79-37D633B846F1}">
                <asvg:svgBlip xmlns:asvg="http://schemas.microsoft.com/office/drawing/2016/SVG/main" r:embed="rId15"/>
              </a:ext>
            </a:extLst>
          </a:blip>
          <a:stretch/>
        </p:blipFill>
        <p:spPr>
          <a:xfrm>
            <a:off x="2116800" y="3721680"/>
            <a:ext cx="914040" cy="914040"/>
          </a:xfrm>
          <a:prstGeom prst="rect">
            <a:avLst/>
          </a:prstGeom>
          <a:ln w="0">
            <a:noFill/>
          </a:ln>
        </p:spPr>
      </p:pic>
      <p:sp>
        <p:nvSpPr>
          <p:cNvPr id="145" name="Rectangle à coins arrondis 600"/>
          <p:cNvSpPr/>
          <p:nvPr/>
        </p:nvSpPr>
        <p:spPr>
          <a:xfrm>
            <a:off x="5931720" y="5087880"/>
            <a:ext cx="2354040" cy="488880"/>
          </a:xfrm>
          <a:prstGeom prst="roundRect">
            <a:avLst>
              <a:gd name="adj" fmla="val 16667"/>
            </a:avLst>
          </a:prstGeom>
          <a:gradFill rotWithShape="0">
            <a:gsLst>
              <a:gs pos="0">
                <a:srgbClr val="F08C56"/>
              </a:gs>
              <a:gs pos="50000">
                <a:srgbClr val="F57A27"/>
              </a:gs>
              <a:gs pos="100000">
                <a:srgbClr val="E46B19"/>
              </a:gs>
            </a:gsLst>
            <a:lin ang="5400000"/>
          </a:gradFill>
          <a:ln w="0">
            <a:noFill/>
          </a:ln>
          <a:effectLst>
            <a:outerShdw blurRad="57240" dist="19080" dir="5400000" algn="ctr" rotWithShape="0">
              <a:srgbClr val="000000">
                <a:alpha val="63000"/>
              </a:srgbClr>
            </a:outerShdw>
          </a:effectLst>
        </p:spPr>
        <p:style>
          <a:lnRef idx="0">
            <a:schemeClr val="accent2"/>
          </a:lnRef>
          <a:fillRef idx="3">
            <a:schemeClr val="accent2"/>
          </a:fillRef>
          <a:effectRef idx="3">
            <a:schemeClr val="accent2"/>
          </a:effectRef>
          <a:fontRef idx="minor"/>
        </p:style>
        <p:txBody>
          <a:bodyPr lIns="90000" tIns="45000" rIns="90000" bIns="45000" anchor="ctr">
            <a:noAutofit/>
          </a:bodyPr>
          <a:lstStyle/>
          <a:p>
            <a:pPr algn="ctr" defTabSz="457200">
              <a:lnSpc>
                <a:spcPct val="100000"/>
              </a:lnSpc>
            </a:pPr>
            <a:r>
              <a:rPr lang="fr-FR" sz="1200" b="1" strike="noStrike" spc="-1">
                <a:solidFill>
                  <a:schemeClr val="lt1"/>
                </a:solidFill>
                <a:latin typeface="Arial"/>
              </a:rPr>
              <a:t>Expert groups</a:t>
            </a:r>
            <a:endParaRPr lang="fr-FR" sz="1200" b="0" strike="noStrike" spc="-1">
              <a:solidFill>
                <a:srgbClr val="000000"/>
              </a:solidFill>
              <a:latin typeface="Arial"/>
            </a:endParaRPr>
          </a:p>
        </p:txBody>
      </p:sp>
      <p:sp>
        <p:nvSpPr>
          <p:cNvPr id="146" name="Rectangle à coins arrondis 601"/>
          <p:cNvSpPr/>
          <p:nvPr/>
        </p:nvSpPr>
        <p:spPr>
          <a:xfrm>
            <a:off x="8643600" y="5087880"/>
            <a:ext cx="2354040" cy="488880"/>
          </a:xfrm>
          <a:prstGeom prst="roundRect">
            <a:avLst>
              <a:gd name="adj" fmla="val 16667"/>
            </a:avLst>
          </a:prstGeom>
          <a:gradFill rotWithShape="0">
            <a:gsLst>
              <a:gs pos="0">
                <a:srgbClr val="F08C56"/>
              </a:gs>
              <a:gs pos="50000">
                <a:srgbClr val="F57A27"/>
              </a:gs>
              <a:gs pos="100000">
                <a:srgbClr val="E46B19"/>
              </a:gs>
            </a:gsLst>
            <a:lin ang="5400000"/>
          </a:gradFill>
          <a:ln w="0">
            <a:noFill/>
          </a:ln>
          <a:effectLst>
            <a:outerShdw blurRad="57240" dist="19080" dir="5400000" algn="ctr" rotWithShape="0">
              <a:srgbClr val="000000">
                <a:alpha val="63000"/>
              </a:srgbClr>
            </a:outerShdw>
          </a:effectLst>
        </p:spPr>
        <p:style>
          <a:lnRef idx="0">
            <a:schemeClr val="accent2"/>
          </a:lnRef>
          <a:fillRef idx="3">
            <a:schemeClr val="accent2"/>
          </a:fillRef>
          <a:effectRef idx="3">
            <a:schemeClr val="accent2"/>
          </a:effectRef>
          <a:fontRef idx="minor"/>
        </p:style>
        <p:txBody>
          <a:bodyPr lIns="90000" tIns="45000" rIns="90000" bIns="45000" anchor="ctr">
            <a:noAutofit/>
          </a:bodyPr>
          <a:lstStyle/>
          <a:p>
            <a:pPr algn="ctr" defTabSz="457200">
              <a:lnSpc>
                <a:spcPct val="100000"/>
              </a:lnSpc>
            </a:pPr>
            <a:r>
              <a:rPr lang="fr-FR" sz="1200" b="1" strike="noStrike" spc="-1">
                <a:solidFill>
                  <a:schemeClr val="lt1"/>
                </a:solidFill>
                <a:latin typeface="Arial"/>
              </a:rPr>
              <a:t>Jigsaw groups</a:t>
            </a:r>
            <a:endParaRPr lang="fr-FR" sz="1200" b="0" strike="noStrike" spc="-1">
              <a:solidFill>
                <a:srgbClr val="000000"/>
              </a:solidFill>
              <a:latin typeface="Arial"/>
            </a:endParaRPr>
          </a:p>
        </p:txBody>
      </p:sp>
      <p:sp>
        <p:nvSpPr>
          <p:cNvPr id="147" name="Rectangle à coins arrondis 602"/>
          <p:cNvSpPr/>
          <p:nvPr/>
        </p:nvSpPr>
        <p:spPr>
          <a:xfrm>
            <a:off x="3220200" y="5088600"/>
            <a:ext cx="2354040" cy="488880"/>
          </a:xfrm>
          <a:prstGeom prst="roundRect">
            <a:avLst>
              <a:gd name="adj" fmla="val 16667"/>
            </a:avLst>
          </a:prstGeom>
          <a:gradFill rotWithShape="0">
            <a:gsLst>
              <a:gs pos="0">
                <a:srgbClr val="F08C56"/>
              </a:gs>
              <a:gs pos="50000">
                <a:srgbClr val="F57A27"/>
              </a:gs>
              <a:gs pos="100000">
                <a:srgbClr val="E46B19"/>
              </a:gs>
            </a:gsLst>
            <a:lin ang="5400000"/>
          </a:gradFill>
          <a:ln w="0">
            <a:noFill/>
          </a:ln>
          <a:effectLst>
            <a:outerShdw blurRad="57240" dist="19080" dir="5400000" algn="ctr" rotWithShape="0">
              <a:srgbClr val="000000">
                <a:alpha val="63000"/>
              </a:srgbClr>
            </a:outerShdw>
          </a:effectLst>
        </p:spPr>
        <p:style>
          <a:lnRef idx="0">
            <a:schemeClr val="accent2"/>
          </a:lnRef>
          <a:fillRef idx="3">
            <a:schemeClr val="accent2"/>
          </a:fillRef>
          <a:effectRef idx="3">
            <a:schemeClr val="accent2"/>
          </a:effectRef>
          <a:fontRef idx="minor"/>
        </p:style>
        <p:txBody>
          <a:bodyPr lIns="90000" tIns="45000" rIns="90000" bIns="45000" anchor="ctr">
            <a:noAutofit/>
          </a:bodyPr>
          <a:lstStyle/>
          <a:p>
            <a:pPr algn="ctr" defTabSz="457200">
              <a:lnSpc>
                <a:spcPct val="100000"/>
              </a:lnSpc>
            </a:pPr>
            <a:r>
              <a:rPr lang="fr-FR" sz="1200" b="1" strike="noStrike" spc="-1">
                <a:solidFill>
                  <a:schemeClr val="lt1"/>
                </a:solidFill>
                <a:latin typeface="Arial"/>
              </a:rPr>
              <a:t>Home groups</a:t>
            </a:r>
            <a:endParaRPr lang="fr-FR" sz="1200" b="0" strike="noStrike" spc="-1">
              <a:solidFill>
                <a:srgbClr val="000000"/>
              </a:solidFill>
              <a:latin typeface="Arial"/>
            </a:endParaRPr>
          </a:p>
        </p:txBody>
      </p:sp>
      <p:grpSp>
        <p:nvGrpSpPr>
          <p:cNvPr id="148" name="Graphique 6"/>
          <p:cNvGrpSpPr/>
          <p:nvPr/>
        </p:nvGrpSpPr>
        <p:grpSpPr>
          <a:xfrm>
            <a:off x="5811840" y="2139840"/>
            <a:ext cx="2569680" cy="2791800"/>
            <a:chOff x="5811840" y="2139840"/>
            <a:chExt cx="2569680" cy="2791800"/>
          </a:xfrm>
        </p:grpSpPr>
        <p:sp>
          <p:nvSpPr>
            <p:cNvPr id="149" name="Forme libre 10"/>
            <p:cNvSpPr/>
            <p:nvPr/>
          </p:nvSpPr>
          <p:spPr>
            <a:xfrm>
              <a:off x="6946920" y="2342160"/>
              <a:ext cx="299520" cy="281880"/>
            </a:xfrm>
            <a:custGeom>
              <a:avLst/>
              <a:gdLst>
                <a:gd name="textAreaLeft" fmla="*/ 0 w 299520"/>
                <a:gd name="textAreaRight" fmla="*/ 299880 w 299520"/>
                <a:gd name="textAreaTop" fmla="*/ 0 h 281880"/>
                <a:gd name="textAreaBottom" fmla="*/ 282240 h 281880"/>
              </a:gdLst>
              <a:ahLst/>
              <a:cxnLst/>
              <a:rect l="textAreaLeft" t="textAreaTop" r="textAreaRight" b="textAreaBottom"/>
              <a:pathLst>
                <a:path w="299848" h="299838">
                  <a:moveTo>
                    <a:pt x="149929" y="299839"/>
                  </a:moveTo>
                  <a:cubicBezTo>
                    <a:pt x="232727" y="299839"/>
                    <a:pt x="299848" y="232718"/>
                    <a:pt x="299848" y="149919"/>
                  </a:cubicBezTo>
                  <a:cubicBezTo>
                    <a:pt x="299848" y="67121"/>
                    <a:pt x="232727" y="0"/>
                    <a:pt x="149929" y="0"/>
                  </a:cubicBezTo>
                  <a:lnTo>
                    <a:pt x="145646" y="0"/>
                  </a:lnTo>
                  <a:cubicBezTo>
                    <a:pt x="64149" y="1456"/>
                    <a:pt x="-899" y="68415"/>
                    <a:pt x="9" y="149919"/>
                  </a:cubicBezTo>
                  <a:cubicBezTo>
                    <a:pt x="151" y="232658"/>
                    <a:pt x="67191" y="299698"/>
                    <a:pt x="149929" y="299839"/>
                  </a:cubicBezTo>
                  <a:close/>
                  <a:moveTo>
                    <a:pt x="147102" y="85668"/>
                  </a:moveTo>
                  <a:lnTo>
                    <a:pt x="149929" y="85668"/>
                  </a:lnTo>
                  <a:cubicBezTo>
                    <a:pt x="185413" y="85668"/>
                    <a:pt x="214180" y="114436"/>
                    <a:pt x="214176" y="149924"/>
                  </a:cubicBezTo>
                  <a:cubicBezTo>
                    <a:pt x="214176" y="185408"/>
                    <a:pt x="185408" y="214171"/>
                    <a:pt x="149925" y="214171"/>
                  </a:cubicBezTo>
                  <a:cubicBezTo>
                    <a:pt x="114436" y="214171"/>
                    <a:pt x="85673" y="185403"/>
                    <a:pt x="85673" y="149915"/>
                  </a:cubicBezTo>
                  <a:cubicBezTo>
                    <a:pt x="85673" y="149718"/>
                    <a:pt x="85678" y="149517"/>
                    <a:pt x="85678" y="149320"/>
                  </a:cubicBezTo>
                  <a:cubicBezTo>
                    <a:pt x="85129" y="114808"/>
                    <a:pt x="112590" y="86349"/>
                    <a:pt x="147102" y="85668"/>
                  </a:cubicBezTo>
                  <a:close/>
                </a:path>
              </a:pathLst>
            </a:custGeom>
            <a:solidFill>
              <a:srgbClr val="000000"/>
            </a:solidFill>
            <a:ln w="317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fr-FR" sz="1800" b="0" strike="noStrike" spc="-1">
                <a:solidFill>
                  <a:schemeClr val="dk1"/>
                </a:solidFill>
                <a:latin typeface="Calibri"/>
              </a:endParaRPr>
            </a:p>
          </p:txBody>
        </p:sp>
        <p:sp>
          <p:nvSpPr>
            <p:cNvPr id="150" name="Forme libre 12"/>
            <p:cNvSpPr/>
            <p:nvPr/>
          </p:nvSpPr>
          <p:spPr>
            <a:xfrm>
              <a:off x="5811840" y="2139840"/>
              <a:ext cx="2569680" cy="2791800"/>
            </a:xfrm>
            <a:custGeom>
              <a:avLst/>
              <a:gdLst>
                <a:gd name="textAreaLeft" fmla="*/ 0 w 2569680"/>
                <a:gd name="textAreaRight" fmla="*/ 2570040 w 2569680"/>
                <a:gd name="textAreaTop" fmla="*/ 0 h 2791800"/>
                <a:gd name="textAreaBottom" fmla="*/ 2792160 h 2791800"/>
              </a:gdLst>
              <a:ahLst/>
              <a:cxnLst/>
              <a:rect l="textAreaLeft" t="textAreaTop" r="textAreaRight" b="textAreaBottom"/>
              <a:pathLst>
                <a:path w="2570048" h="3427630">
                  <a:moveTo>
                    <a:pt x="2570048" y="471176"/>
                  </a:moveTo>
                  <a:cubicBezTo>
                    <a:pt x="2570048" y="376551"/>
                    <a:pt x="2493337" y="299839"/>
                    <a:pt x="2398712" y="299839"/>
                  </a:cubicBezTo>
                  <a:lnTo>
                    <a:pt x="1756200" y="299839"/>
                  </a:lnTo>
                  <a:lnTo>
                    <a:pt x="1756200" y="214171"/>
                  </a:lnTo>
                  <a:cubicBezTo>
                    <a:pt x="1756033" y="95957"/>
                    <a:pt x="1660243" y="165"/>
                    <a:pt x="1542029" y="0"/>
                  </a:cubicBezTo>
                  <a:lnTo>
                    <a:pt x="1028019" y="0"/>
                  </a:lnTo>
                  <a:cubicBezTo>
                    <a:pt x="909793" y="142"/>
                    <a:pt x="813990" y="95944"/>
                    <a:pt x="813849" y="214171"/>
                  </a:cubicBezTo>
                  <a:lnTo>
                    <a:pt x="813849" y="299839"/>
                  </a:lnTo>
                  <a:lnTo>
                    <a:pt x="171337" y="299839"/>
                  </a:lnTo>
                  <a:cubicBezTo>
                    <a:pt x="76759" y="299959"/>
                    <a:pt x="120" y="376598"/>
                    <a:pt x="0" y="471176"/>
                  </a:cubicBezTo>
                  <a:lnTo>
                    <a:pt x="0" y="3256294"/>
                  </a:lnTo>
                  <a:cubicBezTo>
                    <a:pt x="0" y="3350919"/>
                    <a:pt x="76712" y="3427630"/>
                    <a:pt x="171337" y="3427630"/>
                  </a:cubicBezTo>
                  <a:lnTo>
                    <a:pt x="2398712" y="3427630"/>
                  </a:lnTo>
                  <a:cubicBezTo>
                    <a:pt x="2493337" y="3427630"/>
                    <a:pt x="2570048" y="3350919"/>
                    <a:pt x="2570048" y="3256294"/>
                  </a:cubicBezTo>
                  <a:close/>
                  <a:moveTo>
                    <a:pt x="728180" y="385507"/>
                  </a:moveTo>
                  <a:lnTo>
                    <a:pt x="899517" y="385507"/>
                  </a:lnTo>
                  <a:lnTo>
                    <a:pt x="899517" y="214171"/>
                  </a:lnTo>
                  <a:cubicBezTo>
                    <a:pt x="899517" y="143199"/>
                    <a:pt x="957047" y="85668"/>
                    <a:pt x="1028019" y="85668"/>
                  </a:cubicBezTo>
                  <a:lnTo>
                    <a:pt x="1542029" y="85668"/>
                  </a:lnTo>
                  <a:cubicBezTo>
                    <a:pt x="1613001" y="85668"/>
                    <a:pt x="1670531" y="143199"/>
                    <a:pt x="1670531" y="214171"/>
                  </a:cubicBezTo>
                  <a:lnTo>
                    <a:pt x="1670531" y="385507"/>
                  </a:lnTo>
                  <a:lnTo>
                    <a:pt x="1841868" y="385507"/>
                  </a:lnTo>
                  <a:lnTo>
                    <a:pt x="1841868" y="729080"/>
                  </a:lnTo>
                  <a:lnTo>
                    <a:pt x="728180" y="729080"/>
                  </a:lnTo>
                  <a:close/>
                  <a:moveTo>
                    <a:pt x="2398712" y="3341962"/>
                  </a:moveTo>
                  <a:lnTo>
                    <a:pt x="171337" y="3341962"/>
                  </a:lnTo>
                  <a:cubicBezTo>
                    <a:pt x="124022" y="3341962"/>
                    <a:pt x="85668" y="3303608"/>
                    <a:pt x="85668" y="3256294"/>
                  </a:cubicBezTo>
                  <a:lnTo>
                    <a:pt x="85668" y="471176"/>
                  </a:lnTo>
                  <a:cubicBezTo>
                    <a:pt x="85668" y="423861"/>
                    <a:pt x="124022" y="385507"/>
                    <a:pt x="171337" y="385507"/>
                  </a:cubicBezTo>
                  <a:lnTo>
                    <a:pt x="642512" y="385507"/>
                  </a:lnTo>
                  <a:lnTo>
                    <a:pt x="642512" y="814748"/>
                  </a:lnTo>
                  <a:lnTo>
                    <a:pt x="1927536" y="814748"/>
                  </a:lnTo>
                  <a:lnTo>
                    <a:pt x="1927536" y="385507"/>
                  </a:lnTo>
                  <a:lnTo>
                    <a:pt x="2398712" y="385507"/>
                  </a:lnTo>
                  <a:cubicBezTo>
                    <a:pt x="2446026" y="385507"/>
                    <a:pt x="2484380" y="423861"/>
                    <a:pt x="2484380" y="471176"/>
                  </a:cubicBezTo>
                  <a:lnTo>
                    <a:pt x="2484380" y="3256294"/>
                  </a:lnTo>
                  <a:cubicBezTo>
                    <a:pt x="2484380" y="3303608"/>
                    <a:pt x="2446026" y="3341962"/>
                    <a:pt x="2398712" y="3341962"/>
                  </a:cubicBezTo>
                  <a:close/>
                </a:path>
              </a:pathLst>
            </a:custGeom>
            <a:solidFill>
              <a:srgbClr val="000000"/>
            </a:solidFill>
            <a:ln w="317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fr-FR" sz="1800" b="0" strike="noStrike" spc="-1">
                <a:solidFill>
                  <a:schemeClr val="dk1"/>
                </a:solidFill>
                <a:latin typeface="Calibri"/>
              </a:endParaRPr>
            </a:p>
          </p:txBody>
        </p:sp>
      </p:grpSp>
      <p:sp>
        <p:nvSpPr>
          <p:cNvPr id="151" name="ZoneTexte 14"/>
          <p:cNvSpPr/>
          <p:nvPr/>
        </p:nvSpPr>
        <p:spPr>
          <a:xfrm>
            <a:off x="5895360" y="3280680"/>
            <a:ext cx="2390400" cy="1644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85840" indent="-285840" defTabSz="457200">
              <a:lnSpc>
                <a:spcPct val="100000"/>
              </a:lnSpc>
              <a:buClr>
                <a:srgbClr val="FFC000"/>
              </a:buClr>
              <a:buFont typeface="Arial"/>
              <a:buChar char="•"/>
            </a:pPr>
            <a:r>
              <a:rPr lang="fr-FR" sz="1700" b="1" strike="noStrike" spc="-1">
                <a:solidFill>
                  <a:schemeClr val="accent4"/>
                </a:solidFill>
                <a:latin typeface="Calibri"/>
              </a:rPr>
              <a:t>Topic 1 : Introduction</a:t>
            </a:r>
            <a:endParaRPr lang="fr-FR" sz="1700" b="0" strike="noStrike" spc="-1">
              <a:solidFill>
                <a:srgbClr val="000000"/>
              </a:solidFill>
              <a:latin typeface="Arial"/>
            </a:endParaRPr>
          </a:p>
          <a:p>
            <a:pPr marL="285840" indent="-285840" defTabSz="457200">
              <a:lnSpc>
                <a:spcPct val="100000"/>
              </a:lnSpc>
              <a:buClr>
                <a:srgbClr val="70AD47"/>
              </a:buClr>
              <a:buFont typeface="Arial"/>
              <a:buChar char="•"/>
            </a:pPr>
            <a:r>
              <a:rPr lang="fr-FR" sz="1700" b="1" strike="noStrike" spc="-1">
                <a:solidFill>
                  <a:schemeClr val="accent6"/>
                </a:solidFill>
                <a:latin typeface="Calibri"/>
              </a:rPr>
              <a:t>Topic 2 : Method</a:t>
            </a:r>
            <a:endParaRPr lang="fr-FR" sz="1700" b="0" strike="noStrike" spc="-1">
              <a:solidFill>
                <a:srgbClr val="000000"/>
              </a:solidFill>
              <a:latin typeface="Arial"/>
            </a:endParaRPr>
          </a:p>
          <a:p>
            <a:pPr marL="285840" indent="-285840" defTabSz="457200">
              <a:lnSpc>
                <a:spcPct val="100000"/>
              </a:lnSpc>
              <a:buClr>
                <a:srgbClr val="ED7D31"/>
              </a:buClr>
              <a:buFont typeface="Arial"/>
              <a:buChar char="•"/>
            </a:pPr>
            <a:r>
              <a:rPr lang="fr-FR" sz="1700" b="1" strike="noStrike" spc="-1">
                <a:solidFill>
                  <a:schemeClr val="accent2"/>
                </a:solidFill>
                <a:latin typeface="Calibri"/>
              </a:rPr>
              <a:t>Topic 3 : Results</a:t>
            </a:r>
            <a:endParaRPr lang="fr-FR" sz="1700" b="0" strike="noStrike" spc="-1">
              <a:solidFill>
                <a:srgbClr val="000000"/>
              </a:solidFill>
              <a:latin typeface="Arial"/>
            </a:endParaRPr>
          </a:p>
          <a:p>
            <a:pPr marL="285840" indent="-285840" defTabSz="457200">
              <a:lnSpc>
                <a:spcPct val="100000"/>
              </a:lnSpc>
              <a:buClr>
                <a:srgbClr val="5B9BD5"/>
              </a:buClr>
              <a:buFont typeface="Arial"/>
              <a:buChar char="•"/>
            </a:pPr>
            <a:r>
              <a:rPr lang="fr-FR" sz="1700" b="1" strike="noStrike" spc="-1">
                <a:solidFill>
                  <a:schemeClr val="accent5"/>
                </a:solidFill>
                <a:latin typeface="Calibri"/>
              </a:rPr>
              <a:t>Topic 4 : Discussion</a:t>
            </a:r>
            <a:endParaRPr lang="fr-FR" sz="1700" b="0" strike="noStrike" spc="-1">
              <a:solidFill>
                <a:srgbClr val="000000"/>
              </a:solidFill>
              <a:latin typeface="Arial"/>
            </a:endParaRPr>
          </a:p>
        </p:txBody>
      </p:sp>
      <p:sp>
        <p:nvSpPr>
          <p:cNvPr id="3" name="PlaceHolder 2"/>
          <p:cNvSpPr>
            <a:spLocks noGrp="1"/>
          </p:cNvSpPr>
          <p:nvPr>
            <p:ph type="sldNum" idx="12"/>
          </p:nvPr>
        </p:nvSpPr>
        <p:spPr/>
        <p:txBody>
          <a:bodyPr/>
          <a:lstStyle/>
          <a:p>
            <a:fld id="{C5A60A58-EA14-4472-AED5-4AA8E072601F}" type="slidenum">
              <a:t>2</a:t>
            </a:fld>
            <a:endParaRPr/>
          </a:p>
        </p:txBody>
      </p:sp>
    </p:spTree>
  </p:cSld>
  <p:clrMapOvr>
    <a:masterClrMapping/>
  </p:clrMapOvr>
  <p:transition spd="slow">
    <p:wipe/>
  </p:transition>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140"/>
                                        </p:tgtEl>
                                        <p:attrNameLst>
                                          <p:attrName>style.visibility</p:attrName>
                                        </p:attrNameLst>
                                      </p:cBhvr>
                                      <p:to>
                                        <p:strVal val="visible"/>
                                      </p:to>
                                    </p:set>
                                    <p:animEffect transition="in" filter="fade">
                                      <p:cBhvr additive="repl">
                                        <p:cTn id="7" dur="500"/>
                                        <p:tgtEl>
                                          <p:spTgt spid="140"/>
                                        </p:tgtEl>
                                      </p:cBhvr>
                                    </p:animEffect>
                                  </p:childTnLst>
                                </p:cTn>
                              </p:par>
                              <p:par>
                                <p:cTn id="8" presetID="10" presetClass="entr" fill="hold" nodeType="withEffect">
                                  <p:stCondLst>
                                    <p:cond delay="0"/>
                                  </p:stCondLst>
                                  <p:childTnLst>
                                    <p:set>
                                      <p:cBhvr>
                                        <p:cTn id="9" dur="1" fill="hold">
                                          <p:stCondLst>
                                            <p:cond delay="0"/>
                                          </p:stCondLst>
                                        </p:cTn>
                                        <p:tgtEl>
                                          <p:spTgt spid="142"/>
                                        </p:tgtEl>
                                        <p:attrNameLst>
                                          <p:attrName>style.visibility</p:attrName>
                                        </p:attrNameLst>
                                      </p:cBhvr>
                                      <p:to>
                                        <p:strVal val="visible"/>
                                      </p:to>
                                    </p:set>
                                    <p:animEffect transition="in" filter="fade">
                                      <p:cBhvr additive="repl">
                                        <p:cTn id="10" dur="500"/>
                                        <p:tgtEl>
                                          <p:spTgt spid="142"/>
                                        </p:tgtEl>
                                      </p:cBhvr>
                                    </p:animEffect>
                                  </p:childTnLst>
                                </p:cTn>
                              </p:par>
                              <p:par>
                                <p:cTn id="11" presetID="10" presetClass="entr" fill="hold" nodeType="withEffect">
                                  <p:stCondLst>
                                    <p:cond delay="0"/>
                                  </p:stCondLst>
                                  <p:childTnLst>
                                    <p:set>
                                      <p:cBhvr>
                                        <p:cTn id="12" dur="1" fill="hold">
                                          <p:stCondLst>
                                            <p:cond delay="0"/>
                                          </p:stCondLst>
                                        </p:cTn>
                                        <p:tgtEl>
                                          <p:spTgt spid="141"/>
                                        </p:tgtEl>
                                        <p:attrNameLst>
                                          <p:attrName>style.visibility</p:attrName>
                                        </p:attrNameLst>
                                      </p:cBhvr>
                                      <p:to>
                                        <p:strVal val="visible"/>
                                      </p:to>
                                    </p:set>
                                    <p:animEffect transition="in" filter="fade">
                                      <p:cBhvr additive="repl">
                                        <p:cTn id="13" dur="500"/>
                                        <p:tgtEl>
                                          <p:spTgt spid="141"/>
                                        </p:tgtEl>
                                      </p:cBhvr>
                                    </p:animEffect>
                                  </p:childTnLst>
                                </p:cTn>
                              </p:par>
                              <p:par>
                                <p:cTn id="14" presetID="10" presetClass="entr" fill="hold" nodeType="withEffect">
                                  <p:stCondLst>
                                    <p:cond delay="0"/>
                                  </p:stCondLst>
                                  <p:childTnLst>
                                    <p:set>
                                      <p:cBhvr>
                                        <p:cTn id="15" dur="1" fill="hold">
                                          <p:stCondLst>
                                            <p:cond delay="0"/>
                                          </p:stCondLst>
                                        </p:cTn>
                                        <p:tgtEl>
                                          <p:spTgt spid="144"/>
                                        </p:tgtEl>
                                        <p:attrNameLst>
                                          <p:attrName>style.visibility</p:attrName>
                                        </p:attrNameLst>
                                      </p:cBhvr>
                                      <p:to>
                                        <p:strVal val="visible"/>
                                      </p:to>
                                    </p:set>
                                    <p:animEffect transition="in" filter="fade">
                                      <p:cBhvr additive="repl">
                                        <p:cTn id="16" dur="500"/>
                                        <p:tgtEl>
                                          <p:spTgt spid="144"/>
                                        </p:tgtEl>
                                      </p:cBhvr>
                                    </p:animEffect>
                                  </p:childTnLst>
                                </p:cTn>
                              </p:par>
                              <p:par>
                                <p:cTn id="17" presetID="10" presetClass="entr" fill="hold" nodeType="withEffect">
                                  <p:stCondLst>
                                    <p:cond delay="0"/>
                                  </p:stCondLst>
                                  <p:childTnLst>
                                    <p:set>
                                      <p:cBhvr>
                                        <p:cTn id="18" dur="1" fill="hold">
                                          <p:stCondLst>
                                            <p:cond delay="0"/>
                                          </p:stCondLst>
                                        </p:cTn>
                                        <p:tgtEl>
                                          <p:spTgt spid="143"/>
                                        </p:tgtEl>
                                        <p:attrNameLst>
                                          <p:attrName>style.visibility</p:attrName>
                                        </p:attrNameLst>
                                      </p:cBhvr>
                                      <p:to>
                                        <p:strVal val="visible"/>
                                      </p:to>
                                    </p:set>
                                    <p:animEffect transition="in" filter="fade">
                                      <p:cBhvr additive="repl">
                                        <p:cTn id="19" dur="500"/>
                                        <p:tgtEl>
                                          <p:spTgt spid="143"/>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fill="hold" nodeType="clickEffect">
                                  <p:stCondLst>
                                    <p:cond delay="0"/>
                                  </p:stCondLst>
                                  <p:childTnLst>
                                    <p:set>
                                      <p:cBhvr>
                                        <p:cTn id="23" dur="1" fill="hold">
                                          <p:stCondLst>
                                            <p:cond delay="0"/>
                                          </p:stCondLst>
                                        </p:cTn>
                                        <p:tgtEl>
                                          <p:spTgt spid="92"/>
                                        </p:tgtEl>
                                        <p:attrNameLst>
                                          <p:attrName>style.visibility</p:attrName>
                                        </p:attrNameLst>
                                      </p:cBhvr>
                                      <p:to>
                                        <p:strVal val="visible"/>
                                      </p:to>
                                    </p:set>
                                    <p:animEffect transition="in" filter="fade">
                                      <p:cBhvr additive="repl">
                                        <p:cTn id="24" dur="500"/>
                                        <p:tgtEl>
                                          <p:spTgt spid="92"/>
                                        </p:tgtEl>
                                      </p:cBhvr>
                                    </p:animEffect>
                                  </p:childTnLst>
                                </p:cTn>
                              </p:par>
                              <p:par>
                                <p:cTn id="25" presetID="10" presetClass="entr" fill="hold" nodeType="withEffect">
                                  <p:stCondLst>
                                    <p:cond delay="0"/>
                                  </p:stCondLst>
                                  <p:childTnLst>
                                    <p:set>
                                      <p:cBhvr>
                                        <p:cTn id="26" dur="1" fill="hold">
                                          <p:stCondLst>
                                            <p:cond delay="0"/>
                                          </p:stCondLst>
                                        </p:cTn>
                                        <p:tgtEl>
                                          <p:spTgt spid="93"/>
                                        </p:tgtEl>
                                        <p:attrNameLst>
                                          <p:attrName>style.visibility</p:attrName>
                                        </p:attrNameLst>
                                      </p:cBhvr>
                                      <p:to>
                                        <p:strVal val="visible"/>
                                      </p:to>
                                    </p:set>
                                    <p:animEffect transition="in" filter="fade">
                                      <p:cBhvr additive="repl">
                                        <p:cTn id="27" dur="500"/>
                                        <p:tgtEl>
                                          <p:spTgt spid="93"/>
                                        </p:tgtEl>
                                      </p:cBhvr>
                                    </p:animEffect>
                                  </p:childTnLst>
                                </p:cTn>
                              </p:par>
                              <p:par>
                                <p:cTn id="28" presetID="10" presetClass="entr" fill="hold" nodeType="withEffect">
                                  <p:stCondLst>
                                    <p:cond delay="0"/>
                                  </p:stCondLst>
                                  <p:childTnLst>
                                    <p:set>
                                      <p:cBhvr>
                                        <p:cTn id="29" dur="1" fill="hold">
                                          <p:stCondLst>
                                            <p:cond delay="0"/>
                                          </p:stCondLst>
                                        </p:cTn>
                                        <p:tgtEl>
                                          <p:spTgt spid="94"/>
                                        </p:tgtEl>
                                        <p:attrNameLst>
                                          <p:attrName>style.visibility</p:attrName>
                                        </p:attrNameLst>
                                      </p:cBhvr>
                                      <p:to>
                                        <p:strVal val="visible"/>
                                      </p:to>
                                    </p:set>
                                    <p:animEffect transition="in" filter="fade">
                                      <p:cBhvr additive="repl">
                                        <p:cTn id="30" dur="500"/>
                                        <p:tgtEl>
                                          <p:spTgt spid="94"/>
                                        </p:tgtEl>
                                      </p:cBhvr>
                                    </p:animEffect>
                                  </p:childTnLst>
                                </p:cTn>
                              </p:par>
                              <p:par>
                                <p:cTn id="31" presetID="10" presetClass="entr" fill="hold" nodeType="withEffect">
                                  <p:stCondLst>
                                    <p:cond delay="0"/>
                                  </p:stCondLst>
                                  <p:childTnLst>
                                    <p:set>
                                      <p:cBhvr>
                                        <p:cTn id="32" dur="1" fill="hold">
                                          <p:stCondLst>
                                            <p:cond delay="0"/>
                                          </p:stCondLst>
                                        </p:cTn>
                                        <p:tgtEl>
                                          <p:spTgt spid="95"/>
                                        </p:tgtEl>
                                        <p:attrNameLst>
                                          <p:attrName>style.visibility</p:attrName>
                                        </p:attrNameLst>
                                      </p:cBhvr>
                                      <p:to>
                                        <p:strVal val="visible"/>
                                      </p:to>
                                    </p:set>
                                    <p:animEffect transition="in" filter="fade">
                                      <p:cBhvr additive="repl">
                                        <p:cTn id="33" dur="500"/>
                                        <p:tgtEl>
                                          <p:spTgt spid="95"/>
                                        </p:tgtEl>
                                      </p:cBhvr>
                                    </p:animEffect>
                                  </p:childTnLst>
                                </p:cTn>
                              </p:par>
                              <p:par>
                                <p:cTn id="34" presetID="10" presetClass="entr" fill="hold" nodeType="withEffect">
                                  <p:stCondLst>
                                    <p:cond delay="0"/>
                                  </p:stCondLst>
                                  <p:childTnLst>
                                    <p:set>
                                      <p:cBhvr>
                                        <p:cTn id="35" dur="1" fill="hold">
                                          <p:stCondLst>
                                            <p:cond delay="0"/>
                                          </p:stCondLst>
                                        </p:cTn>
                                        <p:tgtEl>
                                          <p:spTgt spid="96"/>
                                        </p:tgtEl>
                                        <p:attrNameLst>
                                          <p:attrName>style.visibility</p:attrName>
                                        </p:attrNameLst>
                                      </p:cBhvr>
                                      <p:to>
                                        <p:strVal val="visible"/>
                                      </p:to>
                                    </p:set>
                                    <p:animEffect transition="in" filter="fade">
                                      <p:cBhvr additive="repl">
                                        <p:cTn id="36" dur="500"/>
                                        <p:tgtEl>
                                          <p:spTgt spid="96"/>
                                        </p:tgtEl>
                                      </p:cBhvr>
                                    </p:animEffect>
                                  </p:childTnLst>
                                </p:cTn>
                              </p:par>
                              <p:par>
                                <p:cTn id="37" presetID="10" presetClass="entr" fill="hold" nodeType="withEffect">
                                  <p:stCondLst>
                                    <p:cond delay="0"/>
                                  </p:stCondLst>
                                  <p:childTnLst>
                                    <p:set>
                                      <p:cBhvr>
                                        <p:cTn id="38" dur="1" fill="hold">
                                          <p:stCondLst>
                                            <p:cond delay="0"/>
                                          </p:stCondLst>
                                        </p:cTn>
                                        <p:tgtEl>
                                          <p:spTgt spid="97"/>
                                        </p:tgtEl>
                                        <p:attrNameLst>
                                          <p:attrName>style.visibility</p:attrName>
                                        </p:attrNameLst>
                                      </p:cBhvr>
                                      <p:to>
                                        <p:strVal val="visible"/>
                                      </p:to>
                                    </p:set>
                                    <p:animEffect transition="in" filter="fade">
                                      <p:cBhvr additive="repl">
                                        <p:cTn id="39" dur="500"/>
                                        <p:tgtEl>
                                          <p:spTgt spid="97"/>
                                        </p:tgtEl>
                                      </p:cBhvr>
                                    </p:animEffect>
                                  </p:childTnLst>
                                </p:cTn>
                              </p:par>
                              <p:par>
                                <p:cTn id="40" presetID="10" presetClass="entr" fill="hold" nodeType="withEffect">
                                  <p:stCondLst>
                                    <p:cond delay="0"/>
                                  </p:stCondLst>
                                  <p:childTnLst>
                                    <p:set>
                                      <p:cBhvr>
                                        <p:cTn id="41" dur="1" fill="hold">
                                          <p:stCondLst>
                                            <p:cond delay="0"/>
                                          </p:stCondLst>
                                        </p:cTn>
                                        <p:tgtEl>
                                          <p:spTgt spid="98"/>
                                        </p:tgtEl>
                                        <p:attrNameLst>
                                          <p:attrName>style.visibility</p:attrName>
                                        </p:attrNameLst>
                                      </p:cBhvr>
                                      <p:to>
                                        <p:strVal val="visible"/>
                                      </p:to>
                                    </p:set>
                                    <p:animEffect transition="in" filter="fade">
                                      <p:cBhvr additive="repl">
                                        <p:cTn id="42" dur="500"/>
                                        <p:tgtEl>
                                          <p:spTgt spid="98"/>
                                        </p:tgtEl>
                                      </p:cBhvr>
                                    </p:animEffect>
                                  </p:childTnLst>
                                </p:cTn>
                              </p:par>
                              <p:par>
                                <p:cTn id="43" presetID="10" presetClass="entr" fill="hold" nodeType="withEffect">
                                  <p:stCondLst>
                                    <p:cond delay="0"/>
                                  </p:stCondLst>
                                  <p:childTnLst>
                                    <p:set>
                                      <p:cBhvr>
                                        <p:cTn id="44" dur="1" fill="hold">
                                          <p:stCondLst>
                                            <p:cond delay="0"/>
                                          </p:stCondLst>
                                        </p:cTn>
                                        <p:tgtEl>
                                          <p:spTgt spid="99"/>
                                        </p:tgtEl>
                                        <p:attrNameLst>
                                          <p:attrName>style.visibility</p:attrName>
                                        </p:attrNameLst>
                                      </p:cBhvr>
                                      <p:to>
                                        <p:strVal val="visible"/>
                                      </p:to>
                                    </p:set>
                                    <p:animEffect transition="in" filter="fade">
                                      <p:cBhvr additive="repl">
                                        <p:cTn id="45" dur="500"/>
                                        <p:tgtEl>
                                          <p:spTgt spid="99"/>
                                        </p:tgtEl>
                                      </p:cBhvr>
                                    </p:animEffect>
                                  </p:childTnLst>
                                </p:cTn>
                              </p:par>
                              <p:par>
                                <p:cTn id="46" presetID="10" presetClass="entr" fill="hold" nodeType="withEffect">
                                  <p:stCondLst>
                                    <p:cond delay="0"/>
                                  </p:stCondLst>
                                  <p:childTnLst>
                                    <p:set>
                                      <p:cBhvr>
                                        <p:cTn id="47" dur="1" fill="hold">
                                          <p:stCondLst>
                                            <p:cond delay="0"/>
                                          </p:stCondLst>
                                        </p:cTn>
                                        <p:tgtEl>
                                          <p:spTgt spid="100"/>
                                        </p:tgtEl>
                                        <p:attrNameLst>
                                          <p:attrName>style.visibility</p:attrName>
                                        </p:attrNameLst>
                                      </p:cBhvr>
                                      <p:to>
                                        <p:strVal val="visible"/>
                                      </p:to>
                                    </p:set>
                                    <p:animEffect transition="in" filter="fade">
                                      <p:cBhvr additive="repl">
                                        <p:cTn id="48" dur="500"/>
                                        <p:tgtEl>
                                          <p:spTgt spid="100"/>
                                        </p:tgtEl>
                                      </p:cBhvr>
                                    </p:animEffect>
                                  </p:childTnLst>
                                </p:cTn>
                              </p:par>
                              <p:par>
                                <p:cTn id="49" presetID="10" presetClass="entr" fill="hold" nodeType="withEffect">
                                  <p:stCondLst>
                                    <p:cond delay="0"/>
                                  </p:stCondLst>
                                  <p:childTnLst>
                                    <p:set>
                                      <p:cBhvr>
                                        <p:cTn id="50" dur="1" fill="hold">
                                          <p:stCondLst>
                                            <p:cond delay="0"/>
                                          </p:stCondLst>
                                        </p:cTn>
                                        <p:tgtEl>
                                          <p:spTgt spid="101"/>
                                        </p:tgtEl>
                                        <p:attrNameLst>
                                          <p:attrName>style.visibility</p:attrName>
                                        </p:attrNameLst>
                                      </p:cBhvr>
                                      <p:to>
                                        <p:strVal val="visible"/>
                                      </p:to>
                                    </p:set>
                                    <p:animEffect transition="in" filter="fade">
                                      <p:cBhvr additive="repl">
                                        <p:cTn id="51" dur="500"/>
                                        <p:tgtEl>
                                          <p:spTgt spid="101"/>
                                        </p:tgtEl>
                                      </p:cBhvr>
                                    </p:animEffect>
                                  </p:childTnLst>
                                </p:cTn>
                              </p:par>
                              <p:par>
                                <p:cTn id="52" presetID="10" presetClass="entr" fill="hold" nodeType="withEffect">
                                  <p:stCondLst>
                                    <p:cond delay="0"/>
                                  </p:stCondLst>
                                  <p:childTnLst>
                                    <p:set>
                                      <p:cBhvr>
                                        <p:cTn id="53" dur="1" fill="hold">
                                          <p:stCondLst>
                                            <p:cond delay="0"/>
                                          </p:stCondLst>
                                        </p:cTn>
                                        <p:tgtEl>
                                          <p:spTgt spid="102"/>
                                        </p:tgtEl>
                                        <p:attrNameLst>
                                          <p:attrName>style.visibility</p:attrName>
                                        </p:attrNameLst>
                                      </p:cBhvr>
                                      <p:to>
                                        <p:strVal val="visible"/>
                                      </p:to>
                                    </p:set>
                                    <p:animEffect transition="in" filter="fade">
                                      <p:cBhvr additive="repl">
                                        <p:cTn id="54" dur="500"/>
                                        <p:tgtEl>
                                          <p:spTgt spid="102"/>
                                        </p:tgtEl>
                                      </p:cBhvr>
                                    </p:animEffect>
                                  </p:childTnLst>
                                </p:cTn>
                              </p:par>
                              <p:par>
                                <p:cTn id="55" presetID="10" presetClass="entr" fill="hold" nodeType="withEffect">
                                  <p:stCondLst>
                                    <p:cond delay="0"/>
                                  </p:stCondLst>
                                  <p:childTnLst>
                                    <p:set>
                                      <p:cBhvr>
                                        <p:cTn id="56" dur="1" fill="hold">
                                          <p:stCondLst>
                                            <p:cond delay="0"/>
                                          </p:stCondLst>
                                        </p:cTn>
                                        <p:tgtEl>
                                          <p:spTgt spid="103"/>
                                        </p:tgtEl>
                                        <p:attrNameLst>
                                          <p:attrName>style.visibility</p:attrName>
                                        </p:attrNameLst>
                                      </p:cBhvr>
                                      <p:to>
                                        <p:strVal val="visible"/>
                                      </p:to>
                                    </p:set>
                                    <p:animEffect transition="in" filter="fade">
                                      <p:cBhvr additive="repl">
                                        <p:cTn id="57" dur="500"/>
                                        <p:tgtEl>
                                          <p:spTgt spid="103"/>
                                        </p:tgtEl>
                                      </p:cBhvr>
                                    </p:animEffect>
                                  </p:childTnLst>
                                </p:cTn>
                              </p:par>
                              <p:par>
                                <p:cTn id="58" presetID="10" presetClass="entr" fill="hold" nodeType="withEffect">
                                  <p:stCondLst>
                                    <p:cond delay="0"/>
                                  </p:stCondLst>
                                  <p:childTnLst>
                                    <p:set>
                                      <p:cBhvr>
                                        <p:cTn id="59" dur="1" fill="hold">
                                          <p:stCondLst>
                                            <p:cond delay="0"/>
                                          </p:stCondLst>
                                        </p:cTn>
                                        <p:tgtEl>
                                          <p:spTgt spid="104"/>
                                        </p:tgtEl>
                                        <p:attrNameLst>
                                          <p:attrName>style.visibility</p:attrName>
                                        </p:attrNameLst>
                                      </p:cBhvr>
                                      <p:to>
                                        <p:strVal val="visible"/>
                                      </p:to>
                                    </p:set>
                                    <p:animEffect transition="in" filter="fade">
                                      <p:cBhvr additive="repl">
                                        <p:cTn id="60" dur="500"/>
                                        <p:tgtEl>
                                          <p:spTgt spid="104"/>
                                        </p:tgtEl>
                                      </p:cBhvr>
                                    </p:animEffect>
                                  </p:childTnLst>
                                </p:cTn>
                              </p:par>
                              <p:par>
                                <p:cTn id="61" presetID="10" presetClass="entr" fill="hold" nodeType="withEffect">
                                  <p:stCondLst>
                                    <p:cond delay="0"/>
                                  </p:stCondLst>
                                  <p:childTnLst>
                                    <p:set>
                                      <p:cBhvr>
                                        <p:cTn id="62" dur="1" fill="hold">
                                          <p:stCondLst>
                                            <p:cond delay="0"/>
                                          </p:stCondLst>
                                        </p:cTn>
                                        <p:tgtEl>
                                          <p:spTgt spid="105"/>
                                        </p:tgtEl>
                                        <p:attrNameLst>
                                          <p:attrName>style.visibility</p:attrName>
                                        </p:attrNameLst>
                                      </p:cBhvr>
                                      <p:to>
                                        <p:strVal val="visible"/>
                                      </p:to>
                                    </p:set>
                                    <p:animEffect transition="in" filter="fade">
                                      <p:cBhvr additive="repl">
                                        <p:cTn id="63" dur="500"/>
                                        <p:tgtEl>
                                          <p:spTgt spid="105"/>
                                        </p:tgtEl>
                                      </p:cBhvr>
                                    </p:animEffect>
                                  </p:childTnLst>
                                </p:cTn>
                              </p:par>
                              <p:par>
                                <p:cTn id="64" presetID="10" presetClass="entr" fill="hold" nodeType="withEffect">
                                  <p:stCondLst>
                                    <p:cond delay="0"/>
                                  </p:stCondLst>
                                  <p:childTnLst>
                                    <p:set>
                                      <p:cBhvr>
                                        <p:cTn id="65" dur="1" fill="hold">
                                          <p:stCondLst>
                                            <p:cond delay="0"/>
                                          </p:stCondLst>
                                        </p:cTn>
                                        <p:tgtEl>
                                          <p:spTgt spid="106"/>
                                        </p:tgtEl>
                                        <p:attrNameLst>
                                          <p:attrName>style.visibility</p:attrName>
                                        </p:attrNameLst>
                                      </p:cBhvr>
                                      <p:to>
                                        <p:strVal val="visible"/>
                                      </p:to>
                                    </p:set>
                                    <p:animEffect transition="in" filter="fade">
                                      <p:cBhvr additive="repl">
                                        <p:cTn id="66" dur="500"/>
                                        <p:tgtEl>
                                          <p:spTgt spid="106"/>
                                        </p:tgtEl>
                                      </p:cBhvr>
                                    </p:animEffect>
                                  </p:childTnLst>
                                </p:cTn>
                              </p:par>
                              <p:par>
                                <p:cTn id="67" presetID="10" presetClass="entr" fill="hold" nodeType="withEffect">
                                  <p:stCondLst>
                                    <p:cond delay="0"/>
                                  </p:stCondLst>
                                  <p:childTnLst>
                                    <p:set>
                                      <p:cBhvr>
                                        <p:cTn id="68" dur="1" fill="hold">
                                          <p:stCondLst>
                                            <p:cond delay="0"/>
                                          </p:stCondLst>
                                        </p:cTn>
                                        <p:tgtEl>
                                          <p:spTgt spid="107"/>
                                        </p:tgtEl>
                                        <p:attrNameLst>
                                          <p:attrName>style.visibility</p:attrName>
                                        </p:attrNameLst>
                                      </p:cBhvr>
                                      <p:to>
                                        <p:strVal val="visible"/>
                                      </p:to>
                                    </p:set>
                                    <p:animEffect transition="in" filter="fade">
                                      <p:cBhvr additive="repl">
                                        <p:cTn id="69" dur="500"/>
                                        <p:tgtEl>
                                          <p:spTgt spid="107"/>
                                        </p:tgtEl>
                                      </p:cBhvr>
                                    </p:animEffect>
                                  </p:childTnLst>
                                </p:cTn>
                              </p:par>
                            </p:childTnLst>
                          </p:cTn>
                        </p:par>
                      </p:childTnLst>
                    </p:cTn>
                  </p:par>
                  <p:par>
                    <p:cTn id="70" fill="hold">
                      <p:stCondLst>
                        <p:cond delay="indefinite"/>
                      </p:stCondLst>
                      <p:childTnLst>
                        <p:par>
                          <p:cTn id="71" fill="hold">
                            <p:stCondLst>
                              <p:cond delay="0"/>
                            </p:stCondLst>
                            <p:childTnLst>
                              <p:par>
                                <p:cTn id="72" presetID="17" presetClass="entr" presetSubtype="10" fill="hold" nodeType="clickEffect">
                                  <p:stCondLst>
                                    <p:cond delay="0"/>
                                  </p:stCondLst>
                                  <p:childTnLst>
                                    <p:set>
                                      <p:cBhvr>
                                        <p:cTn id="73" dur="1" fill="hold">
                                          <p:stCondLst>
                                            <p:cond delay="0"/>
                                          </p:stCondLst>
                                        </p:cTn>
                                        <p:tgtEl>
                                          <p:spTgt spid="147"/>
                                        </p:tgtEl>
                                        <p:attrNameLst>
                                          <p:attrName>style.visibility</p:attrName>
                                        </p:attrNameLst>
                                      </p:cBhvr>
                                      <p:to>
                                        <p:strVal val="visible"/>
                                      </p:to>
                                    </p:set>
                                    <p:anim calcmode="lin" valueType="num">
                                      <p:cBhvr additive="repl">
                                        <p:cTn id="74" dur="500" fill="hold"/>
                                        <p:tgtEl>
                                          <p:spTgt spid="147"/>
                                        </p:tgtEl>
                                        <p:attrNameLst>
                                          <p:attrName>ppt_w</p:attrName>
                                        </p:attrNameLst>
                                      </p:cBhvr>
                                      <p:tavLst>
                                        <p:tav tm="0">
                                          <p:val>
                                            <p:fltVal val="0"/>
                                          </p:val>
                                        </p:tav>
                                        <p:tav tm="100000">
                                          <p:val>
                                            <p:strVal val="#ppt_w"/>
                                          </p:val>
                                        </p:tav>
                                      </p:tavLst>
                                    </p:anim>
                                    <p:anim calcmode="lin" valueType="num">
                                      <p:cBhvr additive="repl">
                                        <p:cTn id="75" dur="500" fill="hold"/>
                                        <p:tgtEl>
                                          <p:spTgt spid="147"/>
                                        </p:tgtEl>
                                        <p:attrNameLst>
                                          <p:attrName>ppt_h</p:attrName>
                                        </p:attrNameLst>
                                      </p:cBhvr>
                                      <p:tavLst>
                                        <p:tav tm="0">
                                          <p:val>
                                            <p:strVal val="#ppt_h"/>
                                          </p:val>
                                        </p:tav>
                                        <p:tav tm="100000">
                                          <p:val>
                                            <p:strVal val="#ppt_h"/>
                                          </p:val>
                                        </p:tav>
                                      </p:tavLst>
                                    </p:anim>
                                  </p:childTnLst>
                                </p:cTn>
                              </p:par>
                            </p:childTnLst>
                          </p:cTn>
                        </p:par>
                      </p:childTnLst>
                    </p:cTn>
                  </p:par>
                  <p:par>
                    <p:cTn id="76" fill="hold">
                      <p:stCondLst>
                        <p:cond delay="indefinite"/>
                      </p:stCondLst>
                      <p:childTnLst>
                        <p:par>
                          <p:cTn id="77" fill="hold">
                            <p:stCondLst>
                              <p:cond delay="0"/>
                            </p:stCondLst>
                            <p:childTnLst>
                              <p:par>
                                <p:cTn id="78" presetID="17" presetClass="entr" presetSubtype="10" fill="hold" nodeType="clickEffect">
                                  <p:stCondLst>
                                    <p:cond delay="0"/>
                                  </p:stCondLst>
                                  <p:childTnLst>
                                    <p:set>
                                      <p:cBhvr>
                                        <p:cTn id="79" dur="1" fill="hold">
                                          <p:stCondLst>
                                            <p:cond delay="0"/>
                                          </p:stCondLst>
                                        </p:cTn>
                                        <p:tgtEl>
                                          <p:spTgt spid="148"/>
                                        </p:tgtEl>
                                        <p:attrNameLst>
                                          <p:attrName>style.visibility</p:attrName>
                                        </p:attrNameLst>
                                      </p:cBhvr>
                                      <p:to>
                                        <p:strVal val="visible"/>
                                      </p:to>
                                    </p:set>
                                    <p:anim calcmode="lin" valueType="num">
                                      <p:cBhvr additive="repl">
                                        <p:cTn id="80" dur="500" fill="hold"/>
                                        <p:tgtEl>
                                          <p:spTgt spid="148"/>
                                        </p:tgtEl>
                                        <p:attrNameLst>
                                          <p:attrName>ppt_w</p:attrName>
                                        </p:attrNameLst>
                                      </p:cBhvr>
                                      <p:tavLst>
                                        <p:tav tm="0">
                                          <p:val>
                                            <p:fltVal val="0"/>
                                          </p:val>
                                        </p:tav>
                                        <p:tav tm="100000">
                                          <p:val>
                                            <p:strVal val="#ppt_w"/>
                                          </p:val>
                                        </p:tav>
                                      </p:tavLst>
                                    </p:anim>
                                    <p:anim calcmode="lin" valueType="num">
                                      <p:cBhvr additive="repl">
                                        <p:cTn id="81" dur="500" fill="hold"/>
                                        <p:tgtEl>
                                          <p:spTgt spid="148"/>
                                        </p:tgtEl>
                                        <p:attrNameLst>
                                          <p:attrName>ppt_h</p:attrName>
                                        </p:attrNameLst>
                                      </p:cBhvr>
                                      <p:tavLst>
                                        <p:tav tm="0">
                                          <p:val>
                                            <p:strVal val="#ppt_h"/>
                                          </p:val>
                                        </p:tav>
                                        <p:tav tm="100000">
                                          <p:val>
                                            <p:strVal val="#ppt_h"/>
                                          </p:val>
                                        </p:tav>
                                      </p:tavLst>
                                    </p:anim>
                                    <p:set>
                                      <p:cBhvr>
                                        <p:cTn id="82" dur="1" fill="hold"/>
                                        <p:tgtEl>
                                          <p:spTgt spid="148"/>
                                        </p:tgtEl>
                                        <p:attrNameLst>
                                          <p:attrName>style.visibility</p:attrName>
                                        </p:attrNameLst>
                                      </p:cBhvr>
                                      <p:to>
                                        <p:strVal val="hidden"/>
                                      </p:to>
                                    </p:set>
                                  </p:childTnLst>
                                </p:cTn>
                              </p:par>
                              <p:par>
                                <p:cTn id="83" presetID="17" presetClass="entr" presetSubtype="10" fill="hold" nodeType="withEffect">
                                  <p:stCondLst>
                                    <p:cond delay="0"/>
                                  </p:stCondLst>
                                  <p:childTnLst>
                                    <p:set>
                                      <p:cBhvr>
                                        <p:cTn id="84" dur="1" fill="hold">
                                          <p:stCondLst>
                                            <p:cond delay="0"/>
                                          </p:stCondLst>
                                        </p:cTn>
                                        <p:tgtEl>
                                          <p:spTgt spid="151"/>
                                        </p:tgtEl>
                                        <p:attrNameLst>
                                          <p:attrName>style.visibility</p:attrName>
                                        </p:attrNameLst>
                                      </p:cBhvr>
                                      <p:to>
                                        <p:strVal val="visible"/>
                                      </p:to>
                                    </p:set>
                                    <p:anim calcmode="lin" valueType="num">
                                      <p:cBhvr additive="repl">
                                        <p:cTn id="85" dur="500" fill="hold"/>
                                        <p:tgtEl>
                                          <p:spTgt spid="151"/>
                                        </p:tgtEl>
                                        <p:attrNameLst>
                                          <p:attrName>ppt_w</p:attrName>
                                        </p:attrNameLst>
                                      </p:cBhvr>
                                      <p:tavLst>
                                        <p:tav tm="0">
                                          <p:val>
                                            <p:fltVal val="0"/>
                                          </p:val>
                                        </p:tav>
                                        <p:tav tm="100000">
                                          <p:val>
                                            <p:strVal val="#ppt_w"/>
                                          </p:val>
                                        </p:tav>
                                      </p:tavLst>
                                    </p:anim>
                                    <p:anim calcmode="lin" valueType="num">
                                      <p:cBhvr additive="repl">
                                        <p:cTn id="86" dur="500" fill="hold"/>
                                        <p:tgtEl>
                                          <p:spTgt spid="151"/>
                                        </p:tgtEl>
                                        <p:attrNameLst>
                                          <p:attrName>ppt_h</p:attrName>
                                        </p:attrNameLst>
                                      </p:cBhvr>
                                      <p:tavLst>
                                        <p:tav tm="0">
                                          <p:val>
                                            <p:strVal val="#ppt_h"/>
                                          </p:val>
                                        </p:tav>
                                        <p:tav tm="100000">
                                          <p:val>
                                            <p:strVal val="#ppt_h"/>
                                          </p:val>
                                        </p:tav>
                                      </p:tavLst>
                                    </p:anim>
                                    <p:set>
                                      <p:cBhvr>
                                        <p:cTn id="87" dur="1" fill="hold"/>
                                        <p:tgtEl>
                                          <p:spTgt spid="151"/>
                                        </p:tgtEl>
                                        <p:attrNameLst>
                                          <p:attrName>style.visibility</p:attrName>
                                        </p:attrNameLst>
                                      </p:cBhvr>
                                      <p:to>
                                        <p:strVal val="hidden"/>
                                      </p:to>
                                    </p:set>
                                  </p:childTnLst>
                                </p:cTn>
                              </p:par>
                            </p:childTnLst>
                          </p:cTn>
                        </p:par>
                      </p:childTnLst>
                    </p:cTn>
                  </p:par>
                  <p:par>
                    <p:cTn id="88" fill="hold">
                      <p:stCondLst>
                        <p:cond delay="indefinite"/>
                      </p:stCondLst>
                      <p:childTnLst>
                        <p:par>
                          <p:cTn id="89" fill="hold">
                            <p:stCondLst>
                              <p:cond delay="0"/>
                            </p:stCondLst>
                            <p:childTnLst>
                              <p:par>
                                <p:cTn id="90" presetID="10" presetClass="entr" fill="hold" nodeType="clickEffect">
                                  <p:stCondLst>
                                    <p:cond delay="0"/>
                                  </p:stCondLst>
                                  <p:childTnLst>
                                    <p:set>
                                      <p:cBhvr>
                                        <p:cTn id="91" dur="1" fill="hold">
                                          <p:stCondLst>
                                            <p:cond delay="0"/>
                                          </p:stCondLst>
                                        </p:cTn>
                                        <p:tgtEl>
                                          <p:spTgt spid="108"/>
                                        </p:tgtEl>
                                        <p:attrNameLst>
                                          <p:attrName>style.visibility</p:attrName>
                                        </p:attrNameLst>
                                      </p:cBhvr>
                                      <p:to>
                                        <p:strVal val="visible"/>
                                      </p:to>
                                    </p:set>
                                    <p:animEffect transition="in" filter="fade">
                                      <p:cBhvr additive="repl">
                                        <p:cTn id="92" dur="500"/>
                                        <p:tgtEl>
                                          <p:spTgt spid="108"/>
                                        </p:tgtEl>
                                      </p:cBhvr>
                                    </p:animEffect>
                                  </p:childTnLst>
                                </p:cTn>
                              </p:par>
                              <p:par>
                                <p:cTn id="93" presetID="10" presetClass="entr" fill="hold" nodeType="withEffect">
                                  <p:stCondLst>
                                    <p:cond delay="0"/>
                                  </p:stCondLst>
                                  <p:childTnLst>
                                    <p:set>
                                      <p:cBhvr>
                                        <p:cTn id="94" dur="1" fill="hold">
                                          <p:stCondLst>
                                            <p:cond delay="0"/>
                                          </p:stCondLst>
                                        </p:cTn>
                                        <p:tgtEl>
                                          <p:spTgt spid="109"/>
                                        </p:tgtEl>
                                        <p:attrNameLst>
                                          <p:attrName>style.visibility</p:attrName>
                                        </p:attrNameLst>
                                      </p:cBhvr>
                                      <p:to>
                                        <p:strVal val="visible"/>
                                      </p:to>
                                    </p:set>
                                    <p:animEffect transition="in" filter="fade">
                                      <p:cBhvr additive="repl">
                                        <p:cTn id="95" dur="500"/>
                                        <p:tgtEl>
                                          <p:spTgt spid="109"/>
                                        </p:tgtEl>
                                      </p:cBhvr>
                                    </p:animEffect>
                                  </p:childTnLst>
                                </p:cTn>
                              </p:par>
                              <p:par>
                                <p:cTn id="96" presetID="10" presetClass="entr" fill="hold" nodeType="withEffect">
                                  <p:stCondLst>
                                    <p:cond delay="0"/>
                                  </p:stCondLst>
                                  <p:childTnLst>
                                    <p:set>
                                      <p:cBhvr>
                                        <p:cTn id="97" dur="1" fill="hold">
                                          <p:stCondLst>
                                            <p:cond delay="0"/>
                                          </p:stCondLst>
                                        </p:cTn>
                                        <p:tgtEl>
                                          <p:spTgt spid="110"/>
                                        </p:tgtEl>
                                        <p:attrNameLst>
                                          <p:attrName>style.visibility</p:attrName>
                                        </p:attrNameLst>
                                      </p:cBhvr>
                                      <p:to>
                                        <p:strVal val="visible"/>
                                      </p:to>
                                    </p:set>
                                    <p:animEffect transition="in" filter="fade">
                                      <p:cBhvr additive="repl">
                                        <p:cTn id="98" dur="500"/>
                                        <p:tgtEl>
                                          <p:spTgt spid="110"/>
                                        </p:tgtEl>
                                      </p:cBhvr>
                                    </p:animEffect>
                                  </p:childTnLst>
                                </p:cTn>
                              </p:par>
                              <p:par>
                                <p:cTn id="99" presetID="10" presetClass="entr" fill="hold" nodeType="withEffect">
                                  <p:stCondLst>
                                    <p:cond delay="0"/>
                                  </p:stCondLst>
                                  <p:childTnLst>
                                    <p:set>
                                      <p:cBhvr>
                                        <p:cTn id="100" dur="1" fill="hold">
                                          <p:stCondLst>
                                            <p:cond delay="0"/>
                                          </p:stCondLst>
                                        </p:cTn>
                                        <p:tgtEl>
                                          <p:spTgt spid="111"/>
                                        </p:tgtEl>
                                        <p:attrNameLst>
                                          <p:attrName>style.visibility</p:attrName>
                                        </p:attrNameLst>
                                      </p:cBhvr>
                                      <p:to>
                                        <p:strVal val="visible"/>
                                      </p:to>
                                    </p:set>
                                    <p:animEffect transition="in" filter="fade">
                                      <p:cBhvr additive="repl">
                                        <p:cTn id="101" dur="500"/>
                                        <p:tgtEl>
                                          <p:spTgt spid="111"/>
                                        </p:tgtEl>
                                      </p:cBhvr>
                                    </p:animEffect>
                                  </p:childTnLst>
                                </p:cTn>
                              </p:par>
                              <p:par>
                                <p:cTn id="102" presetID="10" presetClass="entr" fill="hold" nodeType="withEffect">
                                  <p:stCondLst>
                                    <p:cond delay="0"/>
                                  </p:stCondLst>
                                  <p:childTnLst>
                                    <p:set>
                                      <p:cBhvr>
                                        <p:cTn id="103" dur="1" fill="hold">
                                          <p:stCondLst>
                                            <p:cond delay="0"/>
                                          </p:stCondLst>
                                        </p:cTn>
                                        <p:tgtEl>
                                          <p:spTgt spid="112"/>
                                        </p:tgtEl>
                                        <p:attrNameLst>
                                          <p:attrName>style.visibility</p:attrName>
                                        </p:attrNameLst>
                                      </p:cBhvr>
                                      <p:to>
                                        <p:strVal val="visible"/>
                                      </p:to>
                                    </p:set>
                                    <p:animEffect transition="in" filter="fade">
                                      <p:cBhvr additive="repl">
                                        <p:cTn id="104" dur="500"/>
                                        <p:tgtEl>
                                          <p:spTgt spid="112"/>
                                        </p:tgtEl>
                                      </p:cBhvr>
                                    </p:animEffect>
                                  </p:childTnLst>
                                </p:cTn>
                              </p:par>
                              <p:par>
                                <p:cTn id="105" presetID="10" presetClass="entr" fill="hold" nodeType="withEffect">
                                  <p:stCondLst>
                                    <p:cond delay="0"/>
                                  </p:stCondLst>
                                  <p:childTnLst>
                                    <p:set>
                                      <p:cBhvr>
                                        <p:cTn id="106" dur="1" fill="hold">
                                          <p:stCondLst>
                                            <p:cond delay="0"/>
                                          </p:stCondLst>
                                        </p:cTn>
                                        <p:tgtEl>
                                          <p:spTgt spid="113"/>
                                        </p:tgtEl>
                                        <p:attrNameLst>
                                          <p:attrName>style.visibility</p:attrName>
                                        </p:attrNameLst>
                                      </p:cBhvr>
                                      <p:to>
                                        <p:strVal val="visible"/>
                                      </p:to>
                                    </p:set>
                                    <p:animEffect transition="in" filter="fade">
                                      <p:cBhvr additive="repl">
                                        <p:cTn id="107" dur="500"/>
                                        <p:tgtEl>
                                          <p:spTgt spid="113"/>
                                        </p:tgtEl>
                                      </p:cBhvr>
                                    </p:animEffect>
                                  </p:childTnLst>
                                </p:cTn>
                              </p:par>
                              <p:par>
                                <p:cTn id="108" presetID="10" presetClass="entr" fill="hold" nodeType="withEffect">
                                  <p:stCondLst>
                                    <p:cond delay="0"/>
                                  </p:stCondLst>
                                  <p:childTnLst>
                                    <p:set>
                                      <p:cBhvr>
                                        <p:cTn id="109" dur="1" fill="hold">
                                          <p:stCondLst>
                                            <p:cond delay="0"/>
                                          </p:stCondLst>
                                        </p:cTn>
                                        <p:tgtEl>
                                          <p:spTgt spid="114"/>
                                        </p:tgtEl>
                                        <p:attrNameLst>
                                          <p:attrName>style.visibility</p:attrName>
                                        </p:attrNameLst>
                                      </p:cBhvr>
                                      <p:to>
                                        <p:strVal val="visible"/>
                                      </p:to>
                                    </p:set>
                                    <p:animEffect transition="in" filter="fade">
                                      <p:cBhvr additive="repl">
                                        <p:cTn id="110" dur="500"/>
                                        <p:tgtEl>
                                          <p:spTgt spid="114"/>
                                        </p:tgtEl>
                                      </p:cBhvr>
                                    </p:animEffect>
                                  </p:childTnLst>
                                </p:cTn>
                              </p:par>
                              <p:par>
                                <p:cTn id="111" presetID="10" presetClass="entr" fill="hold" nodeType="withEffect">
                                  <p:stCondLst>
                                    <p:cond delay="0"/>
                                  </p:stCondLst>
                                  <p:childTnLst>
                                    <p:set>
                                      <p:cBhvr>
                                        <p:cTn id="112" dur="1" fill="hold">
                                          <p:stCondLst>
                                            <p:cond delay="0"/>
                                          </p:stCondLst>
                                        </p:cTn>
                                        <p:tgtEl>
                                          <p:spTgt spid="115"/>
                                        </p:tgtEl>
                                        <p:attrNameLst>
                                          <p:attrName>style.visibility</p:attrName>
                                        </p:attrNameLst>
                                      </p:cBhvr>
                                      <p:to>
                                        <p:strVal val="visible"/>
                                      </p:to>
                                    </p:set>
                                    <p:animEffect transition="in" filter="fade">
                                      <p:cBhvr additive="repl">
                                        <p:cTn id="113" dur="500"/>
                                        <p:tgtEl>
                                          <p:spTgt spid="115"/>
                                        </p:tgtEl>
                                      </p:cBhvr>
                                    </p:animEffect>
                                  </p:childTnLst>
                                </p:cTn>
                              </p:par>
                              <p:par>
                                <p:cTn id="114" presetID="10" presetClass="entr" fill="hold" nodeType="withEffect">
                                  <p:stCondLst>
                                    <p:cond delay="0"/>
                                  </p:stCondLst>
                                  <p:childTnLst>
                                    <p:set>
                                      <p:cBhvr>
                                        <p:cTn id="115" dur="1" fill="hold">
                                          <p:stCondLst>
                                            <p:cond delay="0"/>
                                          </p:stCondLst>
                                        </p:cTn>
                                        <p:tgtEl>
                                          <p:spTgt spid="116"/>
                                        </p:tgtEl>
                                        <p:attrNameLst>
                                          <p:attrName>style.visibility</p:attrName>
                                        </p:attrNameLst>
                                      </p:cBhvr>
                                      <p:to>
                                        <p:strVal val="visible"/>
                                      </p:to>
                                    </p:set>
                                    <p:animEffect transition="in" filter="fade">
                                      <p:cBhvr additive="repl">
                                        <p:cTn id="116" dur="500"/>
                                        <p:tgtEl>
                                          <p:spTgt spid="116"/>
                                        </p:tgtEl>
                                      </p:cBhvr>
                                    </p:animEffect>
                                  </p:childTnLst>
                                </p:cTn>
                              </p:par>
                              <p:par>
                                <p:cTn id="117" presetID="10" presetClass="entr" fill="hold" nodeType="withEffect">
                                  <p:stCondLst>
                                    <p:cond delay="0"/>
                                  </p:stCondLst>
                                  <p:childTnLst>
                                    <p:set>
                                      <p:cBhvr>
                                        <p:cTn id="118" dur="1" fill="hold">
                                          <p:stCondLst>
                                            <p:cond delay="0"/>
                                          </p:stCondLst>
                                        </p:cTn>
                                        <p:tgtEl>
                                          <p:spTgt spid="117"/>
                                        </p:tgtEl>
                                        <p:attrNameLst>
                                          <p:attrName>style.visibility</p:attrName>
                                        </p:attrNameLst>
                                      </p:cBhvr>
                                      <p:to>
                                        <p:strVal val="visible"/>
                                      </p:to>
                                    </p:set>
                                    <p:animEffect transition="in" filter="fade">
                                      <p:cBhvr additive="repl">
                                        <p:cTn id="119" dur="500"/>
                                        <p:tgtEl>
                                          <p:spTgt spid="117"/>
                                        </p:tgtEl>
                                      </p:cBhvr>
                                    </p:animEffect>
                                  </p:childTnLst>
                                </p:cTn>
                              </p:par>
                              <p:par>
                                <p:cTn id="120" presetID="10" presetClass="entr" fill="hold" nodeType="withEffect">
                                  <p:stCondLst>
                                    <p:cond delay="0"/>
                                  </p:stCondLst>
                                  <p:childTnLst>
                                    <p:set>
                                      <p:cBhvr>
                                        <p:cTn id="121" dur="1" fill="hold">
                                          <p:stCondLst>
                                            <p:cond delay="0"/>
                                          </p:stCondLst>
                                        </p:cTn>
                                        <p:tgtEl>
                                          <p:spTgt spid="118"/>
                                        </p:tgtEl>
                                        <p:attrNameLst>
                                          <p:attrName>style.visibility</p:attrName>
                                        </p:attrNameLst>
                                      </p:cBhvr>
                                      <p:to>
                                        <p:strVal val="visible"/>
                                      </p:to>
                                    </p:set>
                                    <p:animEffect transition="in" filter="fade">
                                      <p:cBhvr additive="repl">
                                        <p:cTn id="122" dur="500"/>
                                        <p:tgtEl>
                                          <p:spTgt spid="118"/>
                                        </p:tgtEl>
                                      </p:cBhvr>
                                    </p:animEffect>
                                  </p:childTnLst>
                                </p:cTn>
                              </p:par>
                              <p:par>
                                <p:cTn id="123" presetID="10" presetClass="entr" fill="hold" nodeType="withEffect">
                                  <p:stCondLst>
                                    <p:cond delay="0"/>
                                  </p:stCondLst>
                                  <p:childTnLst>
                                    <p:set>
                                      <p:cBhvr>
                                        <p:cTn id="124" dur="1" fill="hold">
                                          <p:stCondLst>
                                            <p:cond delay="0"/>
                                          </p:stCondLst>
                                        </p:cTn>
                                        <p:tgtEl>
                                          <p:spTgt spid="119"/>
                                        </p:tgtEl>
                                        <p:attrNameLst>
                                          <p:attrName>style.visibility</p:attrName>
                                        </p:attrNameLst>
                                      </p:cBhvr>
                                      <p:to>
                                        <p:strVal val="visible"/>
                                      </p:to>
                                    </p:set>
                                    <p:animEffect transition="in" filter="fade">
                                      <p:cBhvr additive="repl">
                                        <p:cTn id="125" dur="500"/>
                                        <p:tgtEl>
                                          <p:spTgt spid="119"/>
                                        </p:tgtEl>
                                      </p:cBhvr>
                                    </p:animEffect>
                                  </p:childTnLst>
                                </p:cTn>
                              </p:par>
                              <p:par>
                                <p:cTn id="126" presetID="10" presetClass="entr" fill="hold" nodeType="withEffect">
                                  <p:stCondLst>
                                    <p:cond delay="0"/>
                                  </p:stCondLst>
                                  <p:childTnLst>
                                    <p:set>
                                      <p:cBhvr>
                                        <p:cTn id="127" dur="1" fill="hold">
                                          <p:stCondLst>
                                            <p:cond delay="0"/>
                                          </p:stCondLst>
                                        </p:cTn>
                                        <p:tgtEl>
                                          <p:spTgt spid="120"/>
                                        </p:tgtEl>
                                        <p:attrNameLst>
                                          <p:attrName>style.visibility</p:attrName>
                                        </p:attrNameLst>
                                      </p:cBhvr>
                                      <p:to>
                                        <p:strVal val="visible"/>
                                      </p:to>
                                    </p:set>
                                    <p:animEffect transition="in" filter="fade">
                                      <p:cBhvr additive="repl">
                                        <p:cTn id="128" dur="500"/>
                                        <p:tgtEl>
                                          <p:spTgt spid="120"/>
                                        </p:tgtEl>
                                      </p:cBhvr>
                                    </p:animEffect>
                                  </p:childTnLst>
                                </p:cTn>
                              </p:par>
                              <p:par>
                                <p:cTn id="129" presetID="10" presetClass="entr" fill="hold" nodeType="withEffect">
                                  <p:stCondLst>
                                    <p:cond delay="0"/>
                                  </p:stCondLst>
                                  <p:childTnLst>
                                    <p:set>
                                      <p:cBhvr>
                                        <p:cTn id="130" dur="1" fill="hold">
                                          <p:stCondLst>
                                            <p:cond delay="0"/>
                                          </p:stCondLst>
                                        </p:cTn>
                                        <p:tgtEl>
                                          <p:spTgt spid="121"/>
                                        </p:tgtEl>
                                        <p:attrNameLst>
                                          <p:attrName>style.visibility</p:attrName>
                                        </p:attrNameLst>
                                      </p:cBhvr>
                                      <p:to>
                                        <p:strVal val="visible"/>
                                      </p:to>
                                    </p:set>
                                    <p:animEffect transition="in" filter="fade">
                                      <p:cBhvr additive="repl">
                                        <p:cTn id="131" dur="500"/>
                                        <p:tgtEl>
                                          <p:spTgt spid="121"/>
                                        </p:tgtEl>
                                      </p:cBhvr>
                                    </p:animEffect>
                                  </p:childTnLst>
                                </p:cTn>
                              </p:par>
                              <p:par>
                                <p:cTn id="132" presetID="10" presetClass="entr" fill="hold" nodeType="withEffect">
                                  <p:stCondLst>
                                    <p:cond delay="0"/>
                                  </p:stCondLst>
                                  <p:childTnLst>
                                    <p:set>
                                      <p:cBhvr>
                                        <p:cTn id="133" dur="1" fill="hold">
                                          <p:stCondLst>
                                            <p:cond delay="0"/>
                                          </p:stCondLst>
                                        </p:cTn>
                                        <p:tgtEl>
                                          <p:spTgt spid="122"/>
                                        </p:tgtEl>
                                        <p:attrNameLst>
                                          <p:attrName>style.visibility</p:attrName>
                                        </p:attrNameLst>
                                      </p:cBhvr>
                                      <p:to>
                                        <p:strVal val="visible"/>
                                      </p:to>
                                    </p:set>
                                    <p:animEffect transition="in" filter="fade">
                                      <p:cBhvr additive="repl">
                                        <p:cTn id="134" dur="500"/>
                                        <p:tgtEl>
                                          <p:spTgt spid="122"/>
                                        </p:tgtEl>
                                      </p:cBhvr>
                                    </p:animEffect>
                                  </p:childTnLst>
                                </p:cTn>
                              </p:par>
                              <p:par>
                                <p:cTn id="135" presetID="10" presetClass="entr" fill="hold" nodeType="withEffect">
                                  <p:stCondLst>
                                    <p:cond delay="0"/>
                                  </p:stCondLst>
                                  <p:childTnLst>
                                    <p:set>
                                      <p:cBhvr>
                                        <p:cTn id="136" dur="1" fill="hold">
                                          <p:stCondLst>
                                            <p:cond delay="0"/>
                                          </p:stCondLst>
                                        </p:cTn>
                                        <p:tgtEl>
                                          <p:spTgt spid="123"/>
                                        </p:tgtEl>
                                        <p:attrNameLst>
                                          <p:attrName>style.visibility</p:attrName>
                                        </p:attrNameLst>
                                      </p:cBhvr>
                                      <p:to>
                                        <p:strVal val="visible"/>
                                      </p:to>
                                    </p:set>
                                    <p:animEffect transition="in" filter="fade">
                                      <p:cBhvr additive="repl">
                                        <p:cTn id="137" dur="500"/>
                                        <p:tgtEl>
                                          <p:spTgt spid="123"/>
                                        </p:tgtEl>
                                      </p:cBhvr>
                                    </p:animEffect>
                                  </p:childTnLst>
                                </p:cTn>
                              </p:par>
                            </p:childTnLst>
                          </p:cTn>
                        </p:par>
                      </p:childTnLst>
                    </p:cTn>
                  </p:par>
                  <p:par>
                    <p:cTn id="138" fill="hold">
                      <p:stCondLst>
                        <p:cond delay="indefinite"/>
                      </p:stCondLst>
                      <p:childTnLst>
                        <p:par>
                          <p:cTn id="139" fill="hold">
                            <p:stCondLst>
                              <p:cond delay="0"/>
                            </p:stCondLst>
                            <p:childTnLst>
                              <p:par>
                                <p:cTn id="140" presetID="17" presetClass="entr" presetSubtype="10" fill="hold" nodeType="clickEffect">
                                  <p:stCondLst>
                                    <p:cond delay="0"/>
                                  </p:stCondLst>
                                  <p:childTnLst>
                                    <p:set>
                                      <p:cBhvr>
                                        <p:cTn id="141" dur="1" fill="hold">
                                          <p:stCondLst>
                                            <p:cond delay="0"/>
                                          </p:stCondLst>
                                        </p:cTn>
                                        <p:tgtEl>
                                          <p:spTgt spid="145"/>
                                        </p:tgtEl>
                                        <p:attrNameLst>
                                          <p:attrName>style.visibility</p:attrName>
                                        </p:attrNameLst>
                                      </p:cBhvr>
                                      <p:to>
                                        <p:strVal val="visible"/>
                                      </p:to>
                                    </p:set>
                                    <p:anim calcmode="lin" valueType="num">
                                      <p:cBhvr additive="repl">
                                        <p:cTn id="142" dur="500" fill="hold"/>
                                        <p:tgtEl>
                                          <p:spTgt spid="145"/>
                                        </p:tgtEl>
                                        <p:attrNameLst>
                                          <p:attrName>ppt_w</p:attrName>
                                        </p:attrNameLst>
                                      </p:cBhvr>
                                      <p:tavLst>
                                        <p:tav tm="0">
                                          <p:val>
                                            <p:fltVal val="0"/>
                                          </p:val>
                                        </p:tav>
                                        <p:tav tm="100000">
                                          <p:val>
                                            <p:strVal val="#ppt_w"/>
                                          </p:val>
                                        </p:tav>
                                      </p:tavLst>
                                    </p:anim>
                                    <p:anim calcmode="lin" valueType="num">
                                      <p:cBhvr additive="repl">
                                        <p:cTn id="143" dur="500" fill="hold"/>
                                        <p:tgtEl>
                                          <p:spTgt spid="145"/>
                                        </p:tgtEl>
                                        <p:attrNameLst>
                                          <p:attrName>ppt_h</p:attrName>
                                        </p:attrNameLst>
                                      </p:cBhvr>
                                      <p:tavLst>
                                        <p:tav tm="0">
                                          <p:val>
                                            <p:strVal val="#ppt_h"/>
                                          </p:val>
                                        </p:tav>
                                        <p:tav tm="100000">
                                          <p:val>
                                            <p:strVal val="#ppt_h"/>
                                          </p:val>
                                        </p:tav>
                                      </p:tavLst>
                                    </p:anim>
                                  </p:childTnLst>
                                </p:cTn>
                              </p:par>
                            </p:childTnLst>
                          </p:cTn>
                        </p:par>
                      </p:childTnLst>
                    </p:cTn>
                  </p:par>
                  <p:par>
                    <p:cTn id="144" fill="hold">
                      <p:stCondLst>
                        <p:cond delay="indefinite"/>
                      </p:stCondLst>
                      <p:childTnLst>
                        <p:par>
                          <p:cTn id="145" fill="hold">
                            <p:stCondLst>
                              <p:cond delay="0"/>
                            </p:stCondLst>
                            <p:childTnLst>
                              <p:par>
                                <p:cTn id="146" presetID="10" presetClass="entr" fill="hold" nodeType="clickEffect">
                                  <p:stCondLst>
                                    <p:cond delay="0"/>
                                  </p:stCondLst>
                                  <p:childTnLst>
                                    <p:set>
                                      <p:cBhvr>
                                        <p:cTn id="147" dur="1" fill="hold">
                                          <p:stCondLst>
                                            <p:cond delay="0"/>
                                          </p:stCondLst>
                                        </p:cTn>
                                        <p:tgtEl>
                                          <p:spTgt spid="124"/>
                                        </p:tgtEl>
                                        <p:attrNameLst>
                                          <p:attrName>style.visibility</p:attrName>
                                        </p:attrNameLst>
                                      </p:cBhvr>
                                      <p:to>
                                        <p:strVal val="visible"/>
                                      </p:to>
                                    </p:set>
                                    <p:animEffect transition="in" filter="fade">
                                      <p:cBhvr additive="repl">
                                        <p:cTn id="148" dur="500"/>
                                        <p:tgtEl>
                                          <p:spTgt spid="124"/>
                                        </p:tgtEl>
                                      </p:cBhvr>
                                    </p:animEffect>
                                  </p:childTnLst>
                                </p:cTn>
                              </p:par>
                              <p:par>
                                <p:cTn id="149" presetID="10" presetClass="entr" fill="hold" nodeType="withEffect">
                                  <p:stCondLst>
                                    <p:cond delay="0"/>
                                  </p:stCondLst>
                                  <p:childTnLst>
                                    <p:set>
                                      <p:cBhvr>
                                        <p:cTn id="150" dur="1" fill="hold">
                                          <p:stCondLst>
                                            <p:cond delay="0"/>
                                          </p:stCondLst>
                                        </p:cTn>
                                        <p:tgtEl>
                                          <p:spTgt spid="125"/>
                                        </p:tgtEl>
                                        <p:attrNameLst>
                                          <p:attrName>style.visibility</p:attrName>
                                        </p:attrNameLst>
                                      </p:cBhvr>
                                      <p:to>
                                        <p:strVal val="visible"/>
                                      </p:to>
                                    </p:set>
                                    <p:animEffect transition="in" filter="fade">
                                      <p:cBhvr additive="repl">
                                        <p:cTn id="151" dur="500"/>
                                        <p:tgtEl>
                                          <p:spTgt spid="125"/>
                                        </p:tgtEl>
                                      </p:cBhvr>
                                    </p:animEffect>
                                  </p:childTnLst>
                                </p:cTn>
                              </p:par>
                              <p:par>
                                <p:cTn id="152" presetID="10" presetClass="entr" fill="hold" nodeType="withEffect">
                                  <p:stCondLst>
                                    <p:cond delay="0"/>
                                  </p:stCondLst>
                                  <p:childTnLst>
                                    <p:set>
                                      <p:cBhvr>
                                        <p:cTn id="153" dur="1" fill="hold">
                                          <p:stCondLst>
                                            <p:cond delay="0"/>
                                          </p:stCondLst>
                                        </p:cTn>
                                        <p:tgtEl>
                                          <p:spTgt spid="126"/>
                                        </p:tgtEl>
                                        <p:attrNameLst>
                                          <p:attrName>style.visibility</p:attrName>
                                        </p:attrNameLst>
                                      </p:cBhvr>
                                      <p:to>
                                        <p:strVal val="visible"/>
                                      </p:to>
                                    </p:set>
                                    <p:animEffect transition="in" filter="fade">
                                      <p:cBhvr additive="repl">
                                        <p:cTn id="154" dur="500"/>
                                        <p:tgtEl>
                                          <p:spTgt spid="126"/>
                                        </p:tgtEl>
                                      </p:cBhvr>
                                    </p:animEffect>
                                  </p:childTnLst>
                                </p:cTn>
                              </p:par>
                              <p:par>
                                <p:cTn id="155" presetID="10" presetClass="entr" fill="hold" nodeType="withEffect">
                                  <p:stCondLst>
                                    <p:cond delay="0"/>
                                  </p:stCondLst>
                                  <p:childTnLst>
                                    <p:set>
                                      <p:cBhvr>
                                        <p:cTn id="156" dur="1" fill="hold">
                                          <p:stCondLst>
                                            <p:cond delay="0"/>
                                          </p:stCondLst>
                                        </p:cTn>
                                        <p:tgtEl>
                                          <p:spTgt spid="127"/>
                                        </p:tgtEl>
                                        <p:attrNameLst>
                                          <p:attrName>style.visibility</p:attrName>
                                        </p:attrNameLst>
                                      </p:cBhvr>
                                      <p:to>
                                        <p:strVal val="visible"/>
                                      </p:to>
                                    </p:set>
                                    <p:animEffect transition="in" filter="fade">
                                      <p:cBhvr additive="repl">
                                        <p:cTn id="157" dur="500"/>
                                        <p:tgtEl>
                                          <p:spTgt spid="127"/>
                                        </p:tgtEl>
                                      </p:cBhvr>
                                    </p:animEffect>
                                  </p:childTnLst>
                                </p:cTn>
                              </p:par>
                              <p:par>
                                <p:cTn id="158" presetID="10" presetClass="entr" fill="hold" nodeType="withEffect">
                                  <p:stCondLst>
                                    <p:cond delay="0"/>
                                  </p:stCondLst>
                                  <p:childTnLst>
                                    <p:set>
                                      <p:cBhvr>
                                        <p:cTn id="159" dur="1" fill="hold">
                                          <p:stCondLst>
                                            <p:cond delay="0"/>
                                          </p:stCondLst>
                                        </p:cTn>
                                        <p:tgtEl>
                                          <p:spTgt spid="128"/>
                                        </p:tgtEl>
                                        <p:attrNameLst>
                                          <p:attrName>style.visibility</p:attrName>
                                        </p:attrNameLst>
                                      </p:cBhvr>
                                      <p:to>
                                        <p:strVal val="visible"/>
                                      </p:to>
                                    </p:set>
                                    <p:animEffect transition="in" filter="fade">
                                      <p:cBhvr additive="repl">
                                        <p:cTn id="160" dur="500"/>
                                        <p:tgtEl>
                                          <p:spTgt spid="128"/>
                                        </p:tgtEl>
                                      </p:cBhvr>
                                    </p:animEffect>
                                  </p:childTnLst>
                                </p:cTn>
                              </p:par>
                              <p:par>
                                <p:cTn id="161" presetID="10" presetClass="entr" fill="hold" nodeType="withEffect">
                                  <p:stCondLst>
                                    <p:cond delay="0"/>
                                  </p:stCondLst>
                                  <p:childTnLst>
                                    <p:set>
                                      <p:cBhvr>
                                        <p:cTn id="162" dur="1" fill="hold">
                                          <p:stCondLst>
                                            <p:cond delay="0"/>
                                          </p:stCondLst>
                                        </p:cTn>
                                        <p:tgtEl>
                                          <p:spTgt spid="129"/>
                                        </p:tgtEl>
                                        <p:attrNameLst>
                                          <p:attrName>style.visibility</p:attrName>
                                        </p:attrNameLst>
                                      </p:cBhvr>
                                      <p:to>
                                        <p:strVal val="visible"/>
                                      </p:to>
                                    </p:set>
                                    <p:animEffect transition="in" filter="fade">
                                      <p:cBhvr additive="repl">
                                        <p:cTn id="163" dur="500"/>
                                        <p:tgtEl>
                                          <p:spTgt spid="129"/>
                                        </p:tgtEl>
                                      </p:cBhvr>
                                    </p:animEffect>
                                  </p:childTnLst>
                                </p:cTn>
                              </p:par>
                              <p:par>
                                <p:cTn id="164" presetID="10" presetClass="entr" fill="hold" nodeType="withEffect">
                                  <p:stCondLst>
                                    <p:cond delay="0"/>
                                  </p:stCondLst>
                                  <p:childTnLst>
                                    <p:set>
                                      <p:cBhvr>
                                        <p:cTn id="165" dur="1" fill="hold">
                                          <p:stCondLst>
                                            <p:cond delay="0"/>
                                          </p:stCondLst>
                                        </p:cTn>
                                        <p:tgtEl>
                                          <p:spTgt spid="130"/>
                                        </p:tgtEl>
                                        <p:attrNameLst>
                                          <p:attrName>style.visibility</p:attrName>
                                        </p:attrNameLst>
                                      </p:cBhvr>
                                      <p:to>
                                        <p:strVal val="visible"/>
                                      </p:to>
                                    </p:set>
                                    <p:animEffect transition="in" filter="fade">
                                      <p:cBhvr additive="repl">
                                        <p:cTn id="166" dur="500"/>
                                        <p:tgtEl>
                                          <p:spTgt spid="130"/>
                                        </p:tgtEl>
                                      </p:cBhvr>
                                    </p:animEffect>
                                  </p:childTnLst>
                                </p:cTn>
                              </p:par>
                              <p:par>
                                <p:cTn id="167" presetID="10" presetClass="entr" fill="hold" nodeType="withEffect">
                                  <p:stCondLst>
                                    <p:cond delay="0"/>
                                  </p:stCondLst>
                                  <p:childTnLst>
                                    <p:set>
                                      <p:cBhvr>
                                        <p:cTn id="168" dur="1" fill="hold">
                                          <p:stCondLst>
                                            <p:cond delay="0"/>
                                          </p:stCondLst>
                                        </p:cTn>
                                        <p:tgtEl>
                                          <p:spTgt spid="131"/>
                                        </p:tgtEl>
                                        <p:attrNameLst>
                                          <p:attrName>style.visibility</p:attrName>
                                        </p:attrNameLst>
                                      </p:cBhvr>
                                      <p:to>
                                        <p:strVal val="visible"/>
                                      </p:to>
                                    </p:set>
                                    <p:animEffect transition="in" filter="fade">
                                      <p:cBhvr additive="repl">
                                        <p:cTn id="169" dur="500"/>
                                        <p:tgtEl>
                                          <p:spTgt spid="131"/>
                                        </p:tgtEl>
                                      </p:cBhvr>
                                    </p:animEffect>
                                  </p:childTnLst>
                                </p:cTn>
                              </p:par>
                              <p:par>
                                <p:cTn id="170" presetID="10" presetClass="entr" fill="hold" nodeType="withEffect">
                                  <p:stCondLst>
                                    <p:cond delay="0"/>
                                  </p:stCondLst>
                                  <p:childTnLst>
                                    <p:set>
                                      <p:cBhvr>
                                        <p:cTn id="171" dur="1" fill="hold">
                                          <p:stCondLst>
                                            <p:cond delay="0"/>
                                          </p:stCondLst>
                                        </p:cTn>
                                        <p:tgtEl>
                                          <p:spTgt spid="132"/>
                                        </p:tgtEl>
                                        <p:attrNameLst>
                                          <p:attrName>style.visibility</p:attrName>
                                        </p:attrNameLst>
                                      </p:cBhvr>
                                      <p:to>
                                        <p:strVal val="visible"/>
                                      </p:to>
                                    </p:set>
                                    <p:animEffect transition="in" filter="fade">
                                      <p:cBhvr additive="repl">
                                        <p:cTn id="172" dur="500"/>
                                        <p:tgtEl>
                                          <p:spTgt spid="132"/>
                                        </p:tgtEl>
                                      </p:cBhvr>
                                    </p:animEffect>
                                  </p:childTnLst>
                                </p:cTn>
                              </p:par>
                              <p:par>
                                <p:cTn id="173" presetID="10" presetClass="entr" fill="hold" nodeType="withEffect">
                                  <p:stCondLst>
                                    <p:cond delay="0"/>
                                  </p:stCondLst>
                                  <p:childTnLst>
                                    <p:set>
                                      <p:cBhvr>
                                        <p:cTn id="174" dur="1" fill="hold">
                                          <p:stCondLst>
                                            <p:cond delay="0"/>
                                          </p:stCondLst>
                                        </p:cTn>
                                        <p:tgtEl>
                                          <p:spTgt spid="133"/>
                                        </p:tgtEl>
                                        <p:attrNameLst>
                                          <p:attrName>style.visibility</p:attrName>
                                        </p:attrNameLst>
                                      </p:cBhvr>
                                      <p:to>
                                        <p:strVal val="visible"/>
                                      </p:to>
                                    </p:set>
                                    <p:animEffect transition="in" filter="fade">
                                      <p:cBhvr additive="repl">
                                        <p:cTn id="175" dur="500"/>
                                        <p:tgtEl>
                                          <p:spTgt spid="133"/>
                                        </p:tgtEl>
                                      </p:cBhvr>
                                    </p:animEffect>
                                  </p:childTnLst>
                                </p:cTn>
                              </p:par>
                              <p:par>
                                <p:cTn id="176" presetID="10" presetClass="entr" fill="hold" nodeType="withEffect">
                                  <p:stCondLst>
                                    <p:cond delay="0"/>
                                  </p:stCondLst>
                                  <p:childTnLst>
                                    <p:set>
                                      <p:cBhvr>
                                        <p:cTn id="177" dur="1" fill="hold">
                                          <p:stCondLst>
                                            <p:cond delay="0"/>
                                          </p:stCondLst>
                                        </p:cTn>
                                        <p:tgtEl>
                                          <p:spTgt spid="134"/>
                                        </p:tgtEl>
                                        <p:attrNameLst>
                                          <p:attrName>style.visibility</p:attrName>
                                        </p:attrNameLst>
                                      </p:cBhvr>
                                      <p:to>
                                        <p:strVal val="visible"/>
                                      </p:to>
                                    </p:set>
                                    <p:animEffect transition="in" filter="fade">
                                      <p:cBhvr additive="repl">
                                        <p:cTn id="178" dur="500"/>
                                        <p:tgtEl>
                                          <p:spTgt spid="134"/>
                                        </p:tgtEl>
                                      </p:cBhvr>
                                    </p:animEffect>
                                  </p:childTnLst>
                                </p:cTn>
                              </p:par>
                              <p:par>
                                <p:cTn id="179" presetID="10" presetClass="entr" fill="hold" nodeType="withEffect">
                                  <p:stCondLst>
                                    <p:cond delay="0"/>
                                  </p:stCondLst>
                                  <p:childTnLst>
                                    <p:set>
                                      <p:cBhvr>
                                        <p:cTn id="180" dur="1" fill="hold">
                                          <p:stCondLst>
                                            <p:cond delay="0"/>
                                          </p:stCondLst>
                                        </p:cTn>
                                        <p:tgtEl>
                                          <p:spTgt spid="135"/>
                                        </p:tgtEl>
                                        <p:attrNameLst>
                                          <p:attrName>style.visibility</p:attrName>
                                        </p:attrNameLst>
                                      </p:cBhvr>
                                      <p:to>
                                        <p:strVal val="visible"/>
                                      </p:to>
                                    </p:set>
                                    <p:animEffect transition="in" filter="fade">
                                      <p:cBhvr additive="repl">
                                        <p:cTn id="181" dur="500"/>
                                        <p:tgtEl>
                                          <p:spTgt spid="135"/>
                                        </p:tgtEl>
                                      </p:cBhvr>
                                    </p:animEffect>
                                  </p:childTnLst>
                                </p:cTn>
                              </p:par>
                              <p:par>
                                <p:cTn id="182" presetID="10" presetClass="entr" fill="hold" nodeType="withEffect">
                                  <p:stCondLst>
                                    <p:cond delay="0"/>
                                  </p:stCondLst>
                                  <p:childTnLst>
                                    <p:set>
                                      <p:cBhvr>
                                        <p:cTn id="183" dur="1" fill="hold">
                                          <p:stCondLst>
                                            <p:cond delay="0"/>
                                          </p:stCondLst>
                                        </p:cTn>
                                        <p:tgtEl>
                                          <p:spTgt spid="136"/>
                                        </p:tgtEl>
                                        <p:attrNameLst>
                                          <p:attrName>style.visibility</p:attrName>
                                        </p:attrNameLst>
                                      </p:cBhvr>
                                      <p:to>
                                        <p:strVal val="visible"/>
                                      </p:to>
                                    </p:set>
                                    <p:animEffect transition="in" filter="fade">
                                      <p:cBhvr additive="repl">
                                        <p:cTn id="184" dur="500"/>
                                        <p:tgtEl>
                                          <p:spTgt spid="136"/>
                                        </p:tgtEl>
                                      </p:cBhvr>
                                    </p:animEffect>
                                  </p:childTnLst>
                                </p:cTn>
                              </p:par>
                              <p:par>
                                <p:cTn id="185" presetID="10" presetClass="entr" fill="hold" nodeType="withEffect">
                                  <p:stCondLst>
                                    <p:cond delay="0"/>
                                  </p:stCondLst>
                                  <p:childTnLst>
                                    <p:set>
                                      <p:cBhvr>
                                        <p:cTn id="186" dur="1" fill="hold">
                                          <p:stCondLst>
                                            <p:cond delay="0"/>
                                          </p:stCondLst>
                                        </p:cTn>
                                        <p:tgtEl>
                                          <p:spTgt spid="137"/>
                                        </p:tgtEl>
                                        <p:attrNameLst>
                                          <p:attrName>style.visibility</p:attrName>
                                        </p:attrNameLst>
                                      </p:cBhvr>
                                      <p:to>
                                        <p:strVal val="visible"/>
                                      </p:to>
                                    </p:set>
                                    <p:animEffect transition="in" filter="fade">
                                      <p:cBhvr additive="repl">
                                        <p:cTn id="187" dur="500"/>
                                        <p:tgtEl>
                                          <p:spTgt spid="137"/>
                                        </p:tgtEl>
                                      </p:cBhvr>
                                    </p:animEffect>
                                  </p:childTnLst>
                                </p:cTn>
                              </p:par>
                              <p:par>
                                <p:cTn id="188" presetID="10" presetClass="entr" fill="hold" nodeType="withEffect">
                                  <p:stCondLst>
                                    <p:cond delay="0"/>
                                  </p:stCondLst>
                                  <p:childTnLst>
                                    <p:set>
                                      <p:cBhvr>
                                        <p:cTn id="189" dur="1" fill="hold">
                                          <p:stCondLst>
                                            <p:cond delay="0"/>
                                          </p:stCondLst>
                                        </p:cTn>
                                        <p:tgtEl>
                                          <p:spTgt spid="138"/>
                                        </p:tgtEl>
                                        <p:attrNameLst>
                                          <p:attrName>style.visibility</p:attrName>
                                        </p:attrNameLst>
                                      </p:cBhvr>
                                      <p:to>
                                        <p:strVal val="visible"/>
                                      </p:to>
                                    </p:set>
                                    <p:animEffect transition="in" filter="fade">
                                      <p:cBhvr additive="repl">
                                        <p:cTn id="190" dur="500"/>
                                        <p:tgtEl>
                                          <p:spTgt spid="138"/>
                                        </p:tgtEl>
                                      </p:cBhvr>
                                    </p:animEffect>
                                  </p:childTnLst>
                                </p:cTn>
                              </p:par>
                              <p:par>
                                <p:cTn id="191" presetID="10" presetClass="entr" fill="hold" nodeType="withEffect">
                                  <p:stCondLst>
                                    <p:cond delay="0"/>
                                  </p:stCondLst>
                                  <p:childTnLst>
                                    <p:set>
                                      <p:cBhvr>
                                        <p:cTn id="192" dur="1" fill="hold">
                                          <p:stCondLst>
                                            <p:cond delay="0"/>
                                          </p:stCondLst>
                                        </p:cTn>
                                        <p:tgtEl>
                                          <p:spTgt spid="139"/>
                                        </p:tgtEl>
                                        <p:attrNameLst>
                                          <p:attrName>style.visibility</p:attrName>
                                        </p:attrNameLst>
                                      </p:cBhvr>
                                      <p:to>
                                        <p:strVal val="visible"/>
                                      </p:to>
                                    </p:set>
                                    <p:animEffect transition="in" filter="fade">
                                      <p:cBhvr additive="repl">
                                        <p:cTn id="193" dur="500"/>
                                        <p:tgtEl>
                                          <p:spTgt spid="139"/>
                                        </p:tgtEl>
                                      </p:cBhvr>
                                    </p:animEffect>
                                  </p:childTnLst>
                                </p:cTn>
                              </p:par>
                            </p:childTnLst>
                          </p:cTn>
                        </p:par>
                      </p:childTnLst>
                    </p:cTn>
                  </p:par>
                  <p:par>
                    <p:cTn id="194" fill="hold">
                      <p:stCondLst>
                        <p:cond delay="indefinite"/>
                      </p:stCondLst>
                      <p:childTnLst>
                        <p:par>
                          <p:cTn id="195" fill="hold">
                            <p:stCondLst>
                              <p:cond delay="0"/>
                            </p:stCondLst>
                            <p:childTnLst>
                              <p:par>
                                <p:cTn id="196" presetID="17" presetClass="entr" presetSubtype="10" fill="hold" nodeType="clickEffect">
                                  <p:stCondLst>
                                    <p:cond delay="0"/>
                                  </p:stCondLst>
                                  <p:childTnLst>
                                    <p:set>
                                      <p:cBhvr>
                                        <p:cTn id="197" dur="1" fill="hold">
                                          <p:stCondLst>
                                            <p:cond delay="0"/>
                                          </p:stCondLst>
                                        </p:cTn>
                                        <p:tgtEl>
                                          <p:spTgt spid="146"/>
                                        </p:tgtEl>
                                        <p:attrNameLst>
                                          <p:attrName>style.visibility</p:attrName>
                                        </p:attrNameLst>
                                      </p:cBhvr>
                                      <p:to>
                                        <p:strVal val="visible"/>
                                      </p:to>
                                    </p:set>
                                    <p:anim calcmode="lin" valueType="num">
                                      <p:cBhvr additive="repl">
                                        <p:cTn id="198" dur="500" fill="hold"/>
                                        <p:tgtEl>
                                          <p:spTgt spid="146"/>
                                        </p:tgtEl>
                                        <p:attrNameLst>
                                          <p:attrName>ppt_w</p:attrName>
                                        </p:attrNameLst>
                                      </p:cBhvr>
                                      <p:tavLst>
                                        <p:tav tm="0">
                                          <p:val>
                                            <p:fltVal val="0"/>
                                          </p:val>
                                        </p:tav>
                                        <p:tav tm="100000">
                                          <p:val>
                                            <p:strVal val="#ppt_w"/>
                                          </p:val>
                                        </p:tav>
                                      </p:tavLst>
                                    </p:anim>
                                    <p:anim calcmode="lin" valueType="num">
                                      <p:cBhvr additive="repl">
                                        <p:cTn id="199" dur="500" fill="hold"/>
                                        <p:tgtEl>
                                          <p:spTgt spid="14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152" name="Rectangle 8">
            <a:extLst>
              <a:ext uri="{C183D7F6-B498-43B3-948B-1728B52AA6E4}">
                <adec:decorative xmlns:adec="http://schemas.microsoft.com/office/drawing/2017/decorative" val="1"/>
              </a:ext>
            </a:extLst>
          </p:cNvPr>
          <p:cNvSpPr/>
          <p:nvPr/>
        </p:nvSpPr>
        <p:spPr>
          <a:xfrm>
            <a:off x="0" y="0"/>
            <a:ext cx="12191760" cy="68576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800" b="0" strike="noStrike" spc="-1">
              <a:solidFill>
                <a:schemeClr val="lt1"/>
              </a:solidFill>
              <a:latin typeface="Calibri"/>
            </a:endParaRPr>
          </a:p>
        </p:txBody>
      </p:sp>
      <p:sp useBgFill="1">
        <p:nvSpPr>
          <p:cNvPr id="153" name="Rectangle 10">
            <a:extLst>
              <a:ext uri="{C183D7F6-B498-43B3-948B-1728B52AA6E4}">
                <adec:decorative xmlns:adec="http://schemas.microsoft.com/office/drawing/2017/decorative" val="1"/>
              </a:ext>
            </a:extLst>
          </p:cNvPr>
          <p:cNvSpPr/>
          <p:nvPr/>
        </p:nvSpPr>
        <p:spPr>
          <a:xfrm>
            <a:off x="558360" y="0"/>
            <a:ext cx="11167200" cy="2018520"/>
          </a:xfrm>
          <a:prstGeom prst="rect">
            <a:avLst/>
          </a:prstGeom>
          <a:ln w="9525">
            <a:solidFill>
              <a:srgbClr val="E1E1E1"/>
            </a:solidFill>
          </a:ln>
          <a:effectLst>
            <a:outerShdw blurRad="50760" dist="37674"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Calibri"/>
            </a:endParaRPr>
          </a:p>
        </p:txBody>
      </p:sp>
      <p:sp useBgFill="1">
        <p:nvSpPr>
          <p:cNvPr id="154" name="Rectangle 12">
            <a:extLst>
              <a:ext uri="{C183D7F6-B498-43B3-948B-1728B52AA6E4}">
                <adec:decorative xmlns:adec="http://schemas.microsoft.com/office/drawing/2017/decorative" val="1"/>
              </a:ext>
            </a:extLst>
          </p:cNvPr>
          <p:cNvSpPr/>
          <p:nvPr/>
        </p:nvSpPr>
        <p:spPr>
          <a:xfrm>
            <a:off x="567000" y="0"/>
            <a:ext cx="11155320" cy="2011320"/>
          </a:xfrm>
          <a:prstGeom prst="rect">
            <a:avLst/>
          </a:prstGeom>
          <a:ln w="9525">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Calibri"/>
            </a:endParaRPr>
          </a:p>
        </p:txBody>
      </p:sp>
      <p:sp>
        <p:nvSpPr>
          <p:cNvPr id="155" name="PlaceHolder 1"/>
          <p:cNvSpPr>
            <a:spLocks noGrp="1"/>
          </p:cNvSpPr>
          <p:nvPr>
            <p:ph type="title"/>
          </p:nvPr>
        </p:nvSpPr>
        <p:spPr>
          <a:xfrm>
            <a:off x="1115640" y="548640"/>
            <a:ext cx="10167840" cy="1179360"/>
          </a:xfrm>
          <a:prstGeom prst="rect">
            <a:avLst/>
          </a:prstGeom>
          <a:noFill/>
          <a:ln w="0">
            <a:noFill/>
          </a:ln>
        </p:spPr>
        <p:txBody>
          <a:bodyPr lIns="91440" tIns="45720" rIns="91440" bIns="45720" anchor="ctr">
            <a:normAutofit/>
          </a:bodyPr>
          <a:lstStyle/>
          <a:p>
            <a:pPr indent="0" defTabSz="914400">
              <a:lnSpc>
                <a:spcPct val="90000"/>
              </a:lnSpc>
              <a:buNone/>
            </a:pPr>
            <a:r>
              <a:rPr lang="fr-FR" sz="4000" b="0" strike="noStrike" spc="-1">
                <a:solidFill>
                  <a:srgbClr val="000000"/>
                </a:solidFill>
                <a:latin typeface="Calibri Light"/>
              </a:rPr>
              <a:t>Structuring group work</a:t>
            </a:r>
            <a:endParaRPr lang="en-US" sz="4000" b="0" strike="noStrike" spc="-1">
              <a:solidFill>
                <a:schemeClr val="dk1"/>
              </a:solidFill>
              <a:latin typeface="Calibri"/>
            </a:endParaRPr>
          </a:p>
        </p:txBody>
      </p:sp>
      <p:sp>
        <p:nvSpPr>
          <p:cNvPr id="156" name="Rectangle 14">
            <a:extLst>
              <a:ext uri="{C183D7F6-B498-43B3-948B-1728B52AA6E4}">
                <adec:decorative xmlns:adec="http://schemas.microsoft.com/office/drawing/2017/decorative" val="1"/>
              </a:ext>
            </a:extLst>
          </p:cNvPr>
          <p:cNvSpPr/>
          <p:nvPr/>
        </p:nvSpPr>
        <p:spPr>
          <a:xfrm>
            <a:off x="498960" y="758880"/>
            <a:ext cx="127800" cy="703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800" b="0" strike="noStrike" spc="-1">
              <a:solidFill>
                <a:srgbClr val="FFFFFF"/>
              </a:solidFill>
              <a:latin typeface="Calibri"/>
            </a:endParaRPr>
          </a:p>
        </p:txBody>
      </p:sp>
      <p:sp>
        <p:nvSpPr>
          <p:cNvPr id="157" name="PlaceHolder 2"/>
          <p:cNvSpPr>
            <a:spLocks noGrp="1"/>
          </p:cNvSpPr>
          <p:nvPr>
            <p:ph/>
          </p:nvPr>
        </p:nvSpPr>
        <p:spPr>
          <a:xfrm>
            <a:off x="1115640" y="2481840"/>
            <a:ext cx="5710680" cy="3694680"/>
          </a:xfrm>
          <a:prstGeom prst="rect">
            <a:avLst/>
          </a:prstGeom>
          <a:noFill/>
          <a:ln w="0">
            <a:noFill/>
          </a:ln>
        </p:spPr>
        <p:txBody>
          <a:bodyPr lIns="91440" tIns="45720" rIns="91440" bIns="45720" anchor="t">
            <a:normAutofit/>
          </a:bodyPr>
          <a:lstStyle/>
          <a:p>
            <a:pPr indent="0" algn="just" defTabSz="914400">
              <a:lnSpc>
                <a:spcPct val="90000"/>
              </a:lnSpc>
              <a:spcBef>
                <a:spcPts val="1001"/>
              </a:spcBef>
              <a:buNone/>
              <a:tabLst>
                <a:tab pos="0" algn="l"/>
              </a:tabLst>
            </a:pPr>
            <a:r>
              <a:rPr lang="fr-FR" sz="2200" b="0" strike="noStrike" spc="-1">
                <a:solidFill>
                  <a:schemeClr val="dk1"/>
                </a:solidFill>
                <a:latin typeface="Calibri"/>
              </a:rPr>
              <a:t>The Jigsaw classroom is based on two key principles that structure group work: </a:t>
            </a:r>
            <a:endParaRPr lang="en-US" sz="2200" b="0" strike="noStrike" spc="-1">
              <a:solidFill>
                <a:schemeClr val="dk1"/>
              </a:solidFill>
              <a:latin typeface="Calibri"/>
            </a:endParaRPr>
          </a:p>
          <a:p>
            <a:pPr indent="0" algn="just" defTabSz="914400">
              <a:lnSpc>
                <a:spcPct val="90000"/>
              </a:lnSpc>
              <a:spcBef>
                <a:spcPts val="1001"/>
              </a:spcBef>
              <a:buNone/>
              <a:tabLst>
                <a:tab pos="0" algn="l"/>
              </a:tabLst>
            </a:pPr>
            <a:endParaRPr lang="en-US" sz="2200" b="0" strike="noStrike" spc="-1">
              <a:solidFill>
                <a:schemeClr val="dk1"/>
              </a:solidFill>
              <a:latin typeface="Calibri"/>
            </a:endParaRPr>
          </a:p>
          <a:p>
            <a:pPr marL="444600" indent="-343080" algn="just" defTabSz="914400">
              <a:lnSpc>
                <a:spcPct val="90000"/>
              </a:lnSpc>
              <a:spcBef>
                <a:spcPts val="1001"/>
              </a:spcBef>
              <a:buClr>
                <a:srgbClr val="ED7D31"/>
              </a:buClr>
              <a:buFont typeface="Wingdings" charset="2"/>
              <a:buChar char=""/>
              <a:tabLst>
                <a:tab pos="0" algn="l"/>
              </a:tabLst>
            </a:pPr>
            <a:r>
              <a:rPr lang="fr-FR" sz="2200" b="1" strike="noStrike" spc="-1">
                <a:solidFill>
                  <a:schemeClr val="accent6"/>
                </a:solidFill>
                <a:latin typeface="Calibri"/>
              </a:rPr>
              <a:t>Positive interdependence</a:t>
            </a:r>
            <a:endParaRPr lang="en-US" sz="2200" b="0" strike="noStrike" spc="-1">
              <a:solidFill>
                <a:schemeClr val="dk1"/>
              </a:solidFill>
              <a:latin typeface="Calibri"/>
            </a:endParaRPr>
          </a:p>
          <a:p>
            <a:pPr indent="0" algn="just" defTabSz="914400">
              <a:lnSpc>
                <a:spcPct val="90000"/>
              </a:lnSpc>
              <a:spcBef>
                <a:spcPts val="1001"/>
              </a:spcBef>
              <a:buNone/>
              <a:tabLst>
                <a:tab pos="0" algn="l"/>
              </a:tabLst>
            </a:pPr>
            <a:endParaRPr lang="en-US" sz="2200" b="0" strike="noStrike" spc="-1">
              <a:solidFill>
                <a:schemeClr val="dk1"/>
              </a:solidFill>
              <a:latin typeface="Calibri"/>
            </a:endParaRPr>
          </a:p>
          <a:p>
            <a:pPr marL="444600" indent="-343080" algn="just" defTabSz="914400">
              <a:lnSpc>
                <a:spcPct val="90000"/>
              </a:lnSpc>
              <a:spcBef>
                <a:spcPts val="1001"/>
              </a:spcBef>
              <a:buClr>
                <a:srgbClr val="ED7D31"/>
              </a:buClr>
              <a:buFont typeface="Wingdings" charset="2"/>
              <a:buChar char=""/>
              <a:tabLst>
                <a:tab pos="0" algn="l"/>
              </a:tabLst>
            </a:pPr>
            <a:r>
              <a:rPr lang="fr-FR" sz="2200" b="1" strike="noStrike" spc="-1">
                <a:solidFill>
                  <a:schemeClr val="accent6"/>
                </a:solidFill>
                <a:latin typeface="Calibri"/>
              </a:rPr>
              <a:t>Individual accountability</a:t>
            </a:r>
            <a:endParaRPr lang="en-US" sz="2200" b="0" strike="noStrike" spc="-1">
              <a:solidFill>
                <a:schemeClr val="dk1"/>
              </a:solidFill>
              <a:latin typeface="Calibri"/>
            </a:endParaRPr>
          </a:p>
        </p:txBody>
      </p:sp>
      <p:sp>
        <p:nvSpPr>
          <p:cNvPr id="158" name="PlaceHolder 3"/>
          <p:cNvSpPr>
            <a:spLocks noGrp="1"/>
          </p:cNvSpPr>
          <p:nvPr>
            <p:ph type="sldNum" idx="40"/>
          </p:nvPr>
        </p:nvSpPr>
        <p:spPr>
          <a:xfrm>
            <a:off x="8540640" y="6356520"/>
            <a:ext cx="2742840" cy="364680"/>
          </a:xfrm>
          <a:prstGeom prst="rect">
            <a:avLst/>
          </a:prstGeom>
          <a:noFill/>
          <a:ln w="0">
            <a:noFill/>
          </a:ln>
        </p:spPr>
        <p:txBody>
          <a:bodyPr lIns="91440" tIns="45720" rIns="91440" bIns="45720" anchor="ctr">
            <a:normAutofit/>
          </a:bodyPr>
          <a:lstStyle>
            <a:lvl1pPr indent="0" algn="r" defTabSz="457200">
              <a:lnSpc>
                <a:spcPct val="100000"/>
              </a:lnSpc>
              <a:spcAft>
                <a:spcPts val="601"/>
              </a:spcAft>
              <a:buNone/>
              <a:defRPr lang="en-US" sz="1200" b="0" strike="noStrike" spc="-1">
                <a:solidFill>
                  <a:schemeClr val="dk1">
                    <a:lumMod val="50000"/>
                    <a:lumOff val="50000"/>
                  </a:schemeClr>
                </a:solidFill>
                <a:latin typeface="Calibri"/>
              </a:defRPr>
            </a:lvl1pPr>
          </a:lstStyle>
          <a:p>
            <a:pPr indent="0" algn="r" defTabSz="457200">
              <a:lnSpc>
                <a:spcPct val="100000"/>
              </a:lnSpc>
              <a:spcAft>
                <a:spcPts val="601"/>
              </a:spcAft>
              <a:buNone/>
            </a:pPr>
            <a:fld id="{D7AC6719-7017-43D7-8147-884F8341131D}" type="slidenum">
              <a:rPr lang="en-US" sz="1200" b="0" strike="noStrike" spc="-1">
                <a:solidFill>
                  <a:schemeClr val="dk1">
                    <a:lumMod val="50000"/>
                    <a:lumOff val="50000"/>
                  </a:schemeClr>
                </a:solidFill>
                <a:latin typeface="Calibri"/>
              </a:rPr>
              <a:t>3</a:t>
            </a:fld>
            <a:endParaRPr lang="fr-FR" sz="1200" b="0" strike="noStrike" spc="-1">
              <a:solidFill>
                <a:srgbClr val="000000"/>
              </a:solidFill>
              <a:latin typeface="Times New Roman"/>
            </a:endParaRPr>
          </a:p>
        </p:txBody>
      </p:sp>
      <p:pic>
        <p:nvPicPr>
          <p:cNvPr id="159" name="Picture 2" descr="4,678 Holding Hands Circle Stock Photos, Pictures &amp; Royalty ..."/>
          <p:cNvPicPr/>
          <p:nvPr/>
        </p:nvPicPr>
        <p:blipFill>
          <a:blip r:embed="rId3"/>
          <a:stretch/>
        </p:blipFill>
        <p:spPr>
          <a:xfrm>
            <a:off x="7290720" y="2633760"/>
            <a:ext cx="3390840" cy="3390840"/>
          </a:xfrm>
          <a:prstGeom prst="rect">
            <a:avLst/>
          </a:prstGeom>
          <a:ln w="0">
            <a:noFill/>
          </a:ln>
        </p:spPr>
      </p:pic>
      <p:sp>
        <p:nvSpPr>
          <p:cNvPr id="160" name="Ellipse 5"/>
          <p:cNvSpPr/>
          <p:nvPr/>
        </p:nvSpPr>
        <p:spPr>
          <a:xfrm flipV="1">
            <a:off x="8340120" y="2900160"/>
            <a:ext cx="1292400" cy="1055880"/>
          </a:xfrm>
          <a:prstGeom prst="ellipse">
            <a:avLst/>
          </a:prstGeom>
          <a:noFill/>
          <a:ln w="38100">
            <a:solidFill>
              <a:srgbClr val="ED7D31"/>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fr-FR" sz="1800" b="0" strike="noStrike" spc="-1">
              <a:solidFill>
                <a:schemeClr val="lt1"/>
              </a:solidFill>
              <a:latin typeface="Calibri"/>
            </a:endParaRPr>
          </a:p>
        </p:txBody>
      </p:sp>
    </p:spTree>
  </p:cSld>
  <p:clrMapOvr>
    <a:masterClrMapping/>
  </p:clrMapOvr>
  <p:transition spd="slow">
    <p:wipe/>
  </p:transition>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157">
                                            <p:txEl>
                                              <p:pRg st="2" end="2"/>
                                            </p:txEl>
                                          </p:spTgt>
                                        </p:tgtEl>
                                        <p:attrNameLst>
                                          <p:attrName>style.visibility</p:attrName>
                                        </p:attrNameLst>
                                      </p:cBhvr>
                                      <p:to>
                                        <p:strVal val="visible"/>
                                      </p:to>
                                    </p:set>
                                    <p:animEffect transition="in" filter="fade">
                                      <p:cBhvr additive="repl">
                                        <p:cTn id="7" dur="500"/>
                                        <p:tgtEl>
                                          <p:spTgt spid="157">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fill="hold" nodeType="clickEffect">
                                  <p:stCondLst>
                                    <p:cond delay="0"/>
                                  </p:stCondLst>
                                  <p:childTnLst>
                                    <p:set>
                                      <p:cBhvr>
                                        <p:cTn id="11" dur="1" fill="hold">
                                          <p:stCondLst>
                                            <p:cond delay="0"/>
                                          </p:stCondLst>
                                        </p:cTn>
                                        <p:tgtEl>
                                          <p:spTgt spid="157">
                                            <p:txEl>
                                              <p:pRg st="4" end="4"/>
                                            </p:txEl>
                                          </p:spTgt>
                                        </p:tgtEl>
                                        <p:attrNameLst>
                                          <p:attrName>style.visibility</p:attrName>
                                        </p:attrNameLst>
                                      </p:cBhvr>
                                      <p:to>
                                        <p:strVal val="visible"/>
                                      </p:to>
                                    </p:set>
                                    <p:animEffect transition="in" filter="fade">
                                      <p:cBhvr additive="repl">
                                        <p:cTn id="12" dur="500"/>
                                        <p:tgtEl>
                                          <p:spTgt spid="157">
                                            <p:txEl>
                                              <p:pRg st="4" end="4"/>
                                            </p:txEl>
                                          </p:spTgt>
                                        </p:tgtEl>
                                      </p:cBhvr>
                                    </p:animEffect>
                                  </p:childTnLst>
                                </p:cTn>
                              </p:par>
                              <p:par>
                                <p:cTn id="13" presetID="1" presetClass="entr" fill="hold" nodeType="withEffect">
                                  <p:stCondLst>
                                    <p:cond delay="0"/>
                                  </p:stCondLst>
                                  <p:childTnLst>
                                    <p:set>
                                      <p:cBhvr>
                                        <p:cTn id="14" dur="1" fill="hold">
                                          <p:stCondLst>
                                            <p:cond delay="0"/>
                                          </p:stCondLst>
                                        </p:cTn>
                                        <p:tgtEl>
                                          <p:spTgt spid="15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160"/>
                                        </p:tgtEl>
                                        <p:attrNameLst>
                                          <p:attrName>style.visibility</p:attrName>
                                        </p:attrNameLst>
                                      </p:cBhvr>
                                      <p:to>
                                        <p:strVal val="visible"/>
                                      </p:to>
                                    </p:set>
                                    <p:anim calcmode="lin" valueType="num">
                                      <p:cBhvr additive="repl">
                                        <p:cTn id="19" dur="500" fill="hold"/>
                                        <p:tgtEl>
                                          <p:spTgt spid="160"/>
                                        </p:tgtEl>
                                        <p:attrNameLst>
                                          <p:attrName>ppt_w</p:attrName>
                                        </p:attrNameLst>
                                      </p:cBhvr>
                                      <p:tavLst>
                                        <p:tav tm="0">
                                          <p:val>
                                            <p:fltVal val="0"/>
                                          </p:val>
                                        </p:tav>
                                        <p:tav tm="100000">
                                          <p:val>
                                            <p:strVal val="#ppt_w"/>
                                          </p:val>
                                        </p:tav>
                                      </p:tavLst>
                                    </p:anim>
                                    <p:anim calcmode="lin" valueType="num">
                                      <p:cBhvr additive="repl">
                                        <p:cTn id="20" dur="500" fill="hold"/>
                                        <p:tgtEl>
                                          <p:spTgt spid="160"/>
                                        </p:tgtEl>
                                        <p:attrNameLst>
                                          <p:attrName>ppt_h</p:attrName>
                                        </p:attrNameLst>
                                      </p:cBhvr>
                                      <p:tavLst>
                                        <p:tav tm="0">
                                          <p:val>
                                            <p:fltVal val="0"/>
                                          </p:val>
                                        </p:tav>
                                        <p:tav tm="100000">
                                          <p:val>
                                            <p:strVal val="#ppt_h"/>
                                          </p:val>
                                        </p:tav>
                                      </p:tavLst>
                                    </p:anim>
                                    <p:animEffect transition="in" filter="fade">
                                      <p:cBhvr additive="repl">
                                        <p:cTn id="21" dur="500"/>
                                        <p:tgtEl>
                                          <p:spTgt spid="1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161" name="Rectangle 8">
            <a:extLst>
              <a:ext uri="{C183D7F6-B498-43B3-948B-1728B52AA6E4}">
                <adec:decorative xmlns:adec="http://schemas.microsoft.com/office/drawing/2017/decorative" val="1"/>
              </a:ext>
            </a:extLst>
          </p:cNvPr>
          <p:cNvSpPr/>
          <p:nvPr/>
        </p:nvSpPr>
        <p:spPr>
          <a:xfrm>
            <a:off x="0" y="0"/>
            <a:ext cx="12191760" cy="68576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800" b="0" strike="noStrike" spc="-1">
              <a:solidFill>
                <a:schemeClr val="lt1"/>
              </a:solidFill>
              <a:latin typeface="Calibri"/>
            </a:endParaRPr>
          </a:p>
        </p:txBody>
      </p:sp>
      <p:sp useBgFill="1">
        <p:nvSpPr>
          <p:cNvPr id="162" name="Rectangle 10">
            <a:extLst>
              <a:ext uri="{C183D7F6-B498-43B3-948B-1728B52AA6E4}">
                <adec:decorative xmlns:adec="http://schemas.microsoft.com/office/drawing/2017/decorative" val="1"/>
              </a:ext>
            </a:extLst>
          </p:cNvPr>
          <p:cNvSpPr/>
          <p:nvPr/>
        </p:nvSpPr>
        <p:spPr>
          <a:xfrm>
            <a:off x="558360" y="0"/>
            <a:ext cx="11167200" cy="2018520"/>
          </a:xfrm>
          <a:prstGeom prst="rect">
            <a:avLst/>
          </a:prstGeom>
          <a:ln w="9525">
            <a:solidFill>
              <a:srgbClr val="E1E1E1"/>
            </a:solidFill>
          </a:ln>
          <a:effectLst>
            <a:outerShdw blurRad="50760" dist="37674"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Calibri"/>
            </a:endParaRPr>
          </a:p>
        </p:txBody>
      </p:sp>
      <p:sp useBgFill="1">
        <p:nvSpPr>
          <p:cNvPr id="163" name="Rectangle 12">
            <a:extLst>
              <a:ext uri="{C183D7F6-B498-43B3-948B-1728B52AA6E4}">
                <adec:decorative xmlns:adec="http://schemas.microsoft.com/office/drawing/2017/decorative" val="1"/>
              </a:ext>
            </a:extLst>
          </p:cNvPr>
          <p:cNvSpPr/>
          <p:nvPr/>
        </p:nvSpPr>
        <p:spPr>
          <a:xfrm>
            <a:off x="567000" y="0"/>
            <a:ext cx="11155320" cy="2011320"/>
          </a:xfrm>
          <a:prstGeom prst="rect">
            <a:avLst/>
          </a:prstGeom>
          <a:ln w="9525">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Calibri"/>
            </a:endParaRPr>
          </a:p>
        </p:txBody>
      </p:sp>
      <p:sp>
        <p:nvSpPr>
          <p:cNvPr id="164" name="PlaceHolder 1"/>
          <p:cNvSpPr>
            <a:spLocks noGrp="1"/>
          </p:cNvSpPr>
          <p:nvPr>
            <p:ph type="title"/>
          </p:nvPr>
        </p:nvSpPr>
        <p:spPr>
          <a:xfrm>
            <a:off x="1115640" y="548640"/>
            <a:ext cx="10167840" cy="1179360"/>
          </a:xfrm>
          <a:prstGeom prst="rect">
            <a:avLst/>
          </a:prstGeom>
          <a:noFill/>
          <a:ln w="0">
            <a:noFill/>
          </a:ln>
        </p:spPr>
        <p:txBody>
          <a:bodyPr lIns="91440" tIns="45720" rIns="91440" bIns="45720" anchor="ctr">
            <a:normAutofit/>
          </a:bodyPr>
          <a:lstStyle/>
          <a:p>
            <a:pPr indent="0" defTabSz="914400">
              <a:lnSpc>
                <a:spcPct val="90000"/>
              </a:lnSpc>
              <a:buNone/>
            </a:pPr>
            <a:r>
              <a:rPr lang="fr-FR" sz="4000" b="0" strike="noStrike" spc="-1">
                <a:solidFill>
                  <a:schemeClr val="dk1"/>
                </a:solidFill>
                <a:latin typeface="Calibri Light"/>
              </a:rPr>
              <a:t>A persistent gap between popularity and evidence</a:t>
            </a:r>
            <a:endParaRPr lang="en-US" sz="4000" b="0" strike="noStrike" spc="-1">
              <a:solidFill>
                <a:schemeClr val="dk1"/>
              </a:solidFill>
              <a:latin typeface="Calibri"/>
            </a:endParaRPr>
          </a:p>
        </p:txBody>
      </p:sp>
      <p:sp>
        <p:nvSpPr>
          <p:cNvPr id="165" name="Rectangle 14">
            <a:extLst>
              <a:ext uri="{C183D7F6-B498-43B3-948B-1728B52AA6E4}">
                <adec:decorative xmlns:adec="http://schemas.microsoft.com/office/drawing/2017/decorative" val="1"/>
              </a:ext>
            </a:extLst>
          </p:cNvPr>
          <p:cNvSpPr/>
          <p:nvPr/>
        </p:nvSpPr>
        <p:spPr>
          <a:xfrm>
            <a:off x="498960" y="758880"/>
            <a:ext cx="127800" cy="703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800" b="0" strike="noStrike" spc="-1">
              <a:solidFill>
                <a:srgbClr val="FFFFFF"/>
              </a:solidFill>
              <a:latin typeface="Calibri"/>
            </a:endParaRPr>
          </a:p>
        </p:txBody>
      </p:sp>
      <p:sp>
        <p:nvSpPr>
          <p:cNvPr id="166" name="PlaceHolder 2"/>
          <p:cNvSpPr>
            <a:spLocks noGrp="1"/>
          </p:cNvSpPr>
          <p:nvPr>
            <p:ph type="sldNum" idx="41"/>
          </p:nvPr>
        </p:nvSpPr>
        <p:spPr>
          <a:xfrm>
            <a:off x="8540640" y="6356520"/>
            <a:ext cx="2742840" cy="364680"/>
          </a:xfrm>
          <a:prstGeom prst="rect">
            <a:avLst/>
          </a:prstGeom>
          <a:noFill/>
          <a:ln w="0">
            <a:noFill/>
          </a:ln>
        </p:spPr>
        <p:txBody>
          <a:bodyPr lIns="91440" tIns="45720" rIns="91440" bIns="45720" anchor="ctr">
            <a:normAutofit/>
          </a:bodyPr>
          <a:lstStyle>
            <a:lvl1pPr indent="0" algn="r" defTabSz="457200">
              <a:lnSpc>
                <a:spcPct val="100000"/>
              </a:lnSpc>
              <a:spcAft>
                <a:spcPts val="601"/>
              </a:spcAft>
              <a:buNone/>
              <a:defRPr lang="en-US" sz="1200" b="0" strike="noStrike" spc="-1">
                <a:solidFill>
                  <a:schemeClr val="dk1">
                    <a:lumMod val="50000"/>
                    <a:lumOff val="50000"/>
                  </a:schemeClr>
                </a:solidFill>
                <a:latin typeface="Calibri"/>
              </a:defRPr>
            </a:lvl1pPr>
          </a:lstStyle>
          <a:p>
            <a:pPr indent="0" algn="r" defTabSz="457200">
              <a:lnSpc>
                <a:spcPct val="100000"/>
              </a:lnSpc>
              <a:spcAft>
                <a:spcPts val="601"/>
              </a:spcAft>
              <a:buNone/>
            </a:pPr>
            <a:fld id="{175BE294-7B3A-464F-8111-9ADA72D1814F}" type="slidenum">
              <a:rPr lang="en-US" sz="1200" b="0" strike="noStrike" spc="-1">
                <a:solidFill>
                  <a:schemeClr val="dk1">
                    <a:lumMod val="50000"/>
                    <a:lumOff val="50000"/>
                  </a:schemeClr>
                </a:solidFill>
                <a:latin typeface="Calibri"/>
              </a:rPr>
              <a:t>4</a:t>
            </a:fld>
            <a:endParaRPr lang="fr-FR" sz="1200" b="0" strike="noStrike" spc="-1">
              <a:solidFill>
                <a:srgbClr val="000000"/>
              </a:solidFill>
              <a:latin typeface="Times New Roman"/>
            </a:endParaRPr>
          </a:p>
        </p:txBody>
      </p:sp>
      <p:sp>
        <p:nvSpPr>
          <p:cNvPr id="167" name="PlaceHolder 3"/>
          <p:cNvSpPr>
            <a:spLocks noGrp="1"/>
          </p:cNvSpPr>
          <p:nvPr>
            <p:ph/>
          </p:nvPr>
        </p:nvSpPr>
        <p:spPr>
          <a:xfrm>
            <a:off x="1116000" y="2405520"/>
            <a:ext cx="264600" cy="3978720"/>
          </a:xfrm>
          <a:prstGeom prst="rect">
            <a:avLst/>
          </a:prstGeom>
          <a:noFill/>
          <a:ln w="0">
            <a:noFill/>
          </a:ln>
        </p:spPr>
        <p:txBody>
          <a:bodyPr lIns="91440" tIns="45720" rIns="91440" bIns="45720" numCol="1" spcCol="0" anchor="ctr">
            <a:noAutofit/>
          </a:bodyPr>
          <a:lstStyle/>
          <a:p>
            <a:pPr indent="0" defTabSz="914400">
              <a:lnSpc>
                <a:spcPct val="100000"/>
              </a:lnSpc>
              <a:buNone/>
            </a:pPr>
            <a:endParaRPr lang="en-US" sz="1800" b="0" strike="noStrike" spc="-1">
              <a:solidFill>
                <a:schemeClr val="dk1"/>
              </a:solidFill>
              <a:latin typeface="Calibri"/>
            </a:endParaRPr>
          </a:p>
          <a:p>
            <a:pPr indent="0" defTabSz="914400">
              <a:lnSpc>
                <a:spcPct val="100000"/>
              </a:lnSpc>
              <a:buNone/>
            </a:pPr>
            <a:endParaRPr lang="en-US" sz="1800" b="0" strike="noStrike" spc="-1">
              <a:solidFill>
                <a:schemeClr val="dk1"/>
              </a:solidFill>
              <a:latin typeface="Calibri"/>
            </a:endParaRPr>
          </a:p>
          <a:p>
            <a:pPr indent="0" defTabSz="914400">
              <a:lnSpc>
                <a:spcPct val="100000"/>
              </a:lnSpc>
              <a:buNone/>
              <a:tabLst>
                <a:tab pos="0" algn="l"/>
              </a:tabLst>
            </a:pPr>
            <a:endParaRPr lang="en-US" sz="1800" b="0" strike="noStrike" spc="-1">
              <a:solidFill>
                <a:schemeClr val="dk1"/>
              </a:solidFill>
              <a:latin typeface="Calibri"/>
            </a:endParaRPr>
          </a:p>
        </p:txBody>
      </p:sp>
      <p:sp>
        <p:nvSpPr>
          <p:cNvPr id="168" name="Espace réservé du contenu 2"/>
          <p:cNvSpPr/>
          <p:nvPr/>
        </p:nvSpPr>
        <p:spPr>
          <a:xfrm>
            <a:off x="567000" y="2481840"/>
            <a:ext cx="11155320" cy="36946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marL="228600" indent="-228600" algn="just" defTabSz="914400">
              <a:lnSpc>
                <a:spcPct val="90000"/>
              </a:lnSpc>
              <a:spcBef>
                <a:spcPts val="1001"/>
              </a:spcBef>
              <a:buClr>
                <a:srgbClr val="000000"/>
              </a:buClr>
              <a:buFont typeface="Arial"/>
              <a:buChar char="•"/>
            </a:pPr>
            <a:r>
              <a:rPr lang="fr-FR" sz="2200" b="0" strike="noStrike" spc="-1">
                <a:solidFill>
                  <a:schemeClr val="dk1"/>
                </a:solidFill>
                <a:latin typeface="Calibri"/>
              </a:rPr>
              <a:t>Empirical findings on academic achievement remain highly inconsistent across studies</a:t>
            </a:r>
            <a:endParaRPr lang="fr-FR" sz="2200" b="0" strike="noStrike" spc="-1">
              <a:solidFill>
                <a:srgbClr val="000000"/>
              </a:solidFill>
              <a:latin typeface="Arial"/>
            </a:endParaRPr>
          </a:p>
          <a:p>
            <a:pPr algn="just" defTabSz="914400">
              <a:lnSpc>
                <a:spcPct val="90000"/>
              </a:lnSpc>
              <a:spcBef>
                <a:spcPts val="1001"/>
              </a:spcBef>
            </a:pPr>
            <a:endParaRPr lang="fr-FR" sz="2200" b="0" strike="noStrike" spc="-1">
              <a:solidFill>
                <a:srgbClr val="000000"/>
              </a:solidFill>
              <a:latin typeface="Arial"/>
            </a:endParaRPr>
          </a:p>
          <a:p>
            <a:pPr marL="228600" indent="-228600" algn="just" defTabSz="914400">
              <a:lnSpc>
                <a:spcPct val="90000"/>
              </a:lnSpc>
              <a:spcBef>
                <a:spcPts val="1001"/>
              </a:spcBef>
              <a:buClr>
                <a:srgbClr val="000000"/>
              </a:buClr>
              <a:buFont typeface="Arial"/>
              <a:buChar char="•"/>
            </a:pPr>
            <a:r>
              <a:rPr lang="fr-FR" sz="2200" b="0" strike="noStrike" spc="-1">
                <a:solidFill>
                  <a:schemeClr val="dk1"/>
                </a:solidFill>
                <a:latin typeface="Calibri"/>
              </a:rPr>
              <a:t>Recent systematic reviews and meta-analyses report null average effects and alongside substantial heterogeneity (</a:t>
            </a:r>
            <a:r>
              <a:rPr lang="el-GR" sz="2200" b="0" i="1" strike="noStrike" spc="-1">
                <a:solidFill>
                  <a:schemeClr val="dk1"/>
                </a:solidFill>
                <a:latin typeface="Calibri"/>
              </a:rPr>
              <a:t>τ²</a:t>
            </a:r>
            <a:r>
              <a:rPr lang="el-GR" sz="2200" b="0" strike="noStrike" spc="-1">
                <a:solidFill>
                  <a:schemeClr val="dk1"/>
                </a:solidFill>
                <a:latin typeface="Calibri"/>
              </a:rPr>
              <a:t> = 0,14 [0,10 ; 0,21]</a:t>
            </a:r>
            <a:r>
              <a:rPr lang="fr-FR" sz="2200" b="0" strike="noStrike" spc="-1">
                <a:solidFill>
                  <a:schemeClr val="dk1"/>
                </a:solidFill>
                <a:latin typeface="Calibri"/>
              </a:rPr>
              <a:t>)</a:t>
            </a:r>
            <a:endParaRPr lang="fr-FR" sz="2200" b="0" strike="noStrike" spc="-1">
              <a:solidFill>
                <a:srgbClr val="000000"/>
              </a:solidFill>
              <a:latin typeface="Arial"/>
            </a:endParaRPr>
          </a:p>
          <a:p>
            <a:pPr marL="685800" lvl="1" indent="-228600" algn="just" defTabSz="914400">
              <a:lnSpc>
                <a:spcPct val="90000"/>
              </a:lnSpc>
              <a:spcBef>
                <a:spcPts val="499"/>
              </a:spcBef>
              <a:buClr>
                <a:srgbClr val="ED7D31"/>
              </a:buClr>
              <a:buFont typeface="Wingdings" charset="2"/>
              <a:buChar char=""/>
            </a:pPr>
            <a:r>
              <a:rPr lang="fr-FR" sz="2200" b="0" strike="noStrike" spc="-1">
                <a:solidFill>
                  <a:schemeClr val="dk1"/>
                </a:solidFill>
                <a:latin typeface="Calibri"/>
              </a:rPr>
              <a:t> e..g, Robert et al., 2025, submitted; Vives et al., 2024</a:t>
            </a:r>
            <a:endParaRPr lang="fr-FR" sz="2200" b="0" strike="noStrike" spc="-1">
              <a:solidFill>
                <a:srgbClr val="000000"/>
              </a:solidFill>
              <a:latin typeface="Arial"/>
            </a:endParaRPr>
          </a:p>
        </p:txBody>
      </p:sp>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169" name="Rectangle 36">
            <a:extLst>
              <a:ext uri="{C183D7F6-B498-43B3-948B-1728B52AA6E4}">
                <adec:decorative xmlns:adec="http://schemas.microsoft.com/office/drawing/2017/decorative" val="1"/>
              </a:ext>
            </a:extLst>
          </p:cNvPr>
          <p:cNvSpPr/>
          <p:nvPr/>
        </p:nvSpPr>
        <p:spPr>
          <a:xfrm>
            <a:off x="0" y="0"/>
            <a:ext cx="12191760" cy="68576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800" b="0" strike="noStrike" spc="-1">
              <a:solidFill>
                <a:schemeClr val="lt1"/>
              </a:solidFill>
              <a:latin typeface="Calibri"/>
            </a:endParaRPr>
          </a:p>
        </p:txBody>
      </p:sp>
      <p:sp useBgFill="1">
        <p:nvSpPr>
          <p:cNvPr id="170" name="Rectangle 38">
            <a:extLst>
              <a:ext uri="{C183D7F6-B498-43B3-948B-1728B52AA6E4}">
                <adec:decorative xmlns:adec="http://schemas.microsoft.com/office/drawing/2017/decorative" val="1"/>
              </a:ext>
            </a:extLst>
          </p:cNvPr>
          <p:cNvSpPr/>
          <p:nvPr/>
        </p:nvSpPr>
        <p:spPr>
          <a:xfrm>
            <a:off x="558360" y="0"/>
            <a:ext cx="11167200" cy="2018520"/>
          </a:xfrm>
          <a:prstGeom prst="rect">
            <a:avLst/>
          </a:prstGeom>
          <a:ln w="9525">
            <a:solidFill>
              <a:srgbClr val="E1E1E1"/>
            </a:solidFill>
          </a:ln>
          <a:effectLst>
            <a:outerShdw blurRad="50760" dist="37674"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Calibri"/>
            </a:endParaRPr>
          </a:p>
        </p:txBody>
      </p:sp>
      <p:sp useBgFill="1">
        <p:nvSpPr>
          <p:cNvPr id="171" name="Rectangle 40">
            <a:extLst>
              <a:ext uri="{C183D7F6-B498-43B3-948B-1728B52AA6E4}">
                <adec:decorative xmlns:adec="http://schemas.microsoft.com/office/drawing/2017/decorative" val="1"/>
              </a:ext>
            </a:extLst>
          </p:cNvPr>
          <p:cNvSpPr/>
          <p:nvPr/>
        </p:nvSpPr>
        <p:spPr>
          <a:xfrm>
            <a:off x="567000" y="0"/>
            <a:ext cx="11155320" cy="2011320"/>
          </a:xfrm>
          <a:prstGeom prst="rect">
            <a:avLst/>
          </a:prstGeom>
          <a:ln w="9525">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Calibri"/>
            </a:endParaRPr>
          </a:p>
        </p:txBody>
      </p:sp>
      <p:sp>
        <p:nvSpPr>
          <p:cNvPr id="172" name="PlaceHolder 1"/>
          <p:cNvSpPr>
            <a:spLocks noGrp="1"/>
          </p:cNvSpPr>
          <p:nvPr>
            <p:ph type="title"/>
          </p:nvPr>
        </p:nvSpPr>
        <p:spPr>
          <a:xfrm>
            <a:off x="1115640" y="548640"/>
            <a:ext cx="10167840" cy="1179360"/>
          </a:xfrm>
          <a:prstGeom prst="rect">
            <a:avLst/>
          </a:prstGeom>
          <a:noFill/>
          <a:ln w="0">
            <a:noFill/>
          </a:ln>
        </p:spPr>
        <p:txBody>
          <a:bodyPr lIns="91440" tIns="45720" rIns="91440" bIns="45720" anchor="ctr">
            <a:normAutofit/>
          </a:bodyPr>
          <a:lstStyle/>
          <a:p>
            <a:pPr indent="0" defTabSz="914400">
              <a:lnSpc>
                <a:spcPct val="90000"/>
              </a:lnSpc>
              <a:buNone/>
            </a:pPr>
            <a:r>
              <a:rPr lang="en-US" sz="4000" b="0" strike="noStrike" spc="-1">
                <a:solidFill>
                  <a:schemeClr val="dk1"/>
                </a:solidFill>
                <a:latin typeface="Calibri Light"/>
              </a:rPr>
              <a:t>ProFAN experiment (2017-2020)</a:t>
            </a:r>
            <a:endParaRPr lang="en-US" sz="4000" b="0" strike="noStrike" spc="-1">
              <a:solidFill>
                <a:schemeClr val="dk1"/>
              </a:solidFill>
              <a:latin typeface="Calibri"/>
            </a:endParaRPr>
          </a:p>
        </p:txBody>
      </p:sp>
      <p:sp>
        <p:nvSpPr>
          <p:cNvPr id="173" name="Rectangle 42">
            <a:extLst>
              <a:ext uri="{C183D7F6-B498-43B3-948B-1728B52AA6E4}">
                <adec:decorative xmlns:adec="http://schemas.microsoft.com/office/drawing/2017/decorative" val="1"/>
              </a:ext>
            </a:extLst>
          </p:cNvPr>
          <p:cNvSpPr/>
          <p:nvPr/>
        </p:nvSpPr>
        <p:spPr>
          <a:xfrm>
            <a:off x="498960" y="758880"/>
            <a:ext cx="127800" cy="703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800" b="0" strike="noStrike" spc="-1">
              <a:solidFill>
                <a:srgbClr val="FFFFFF"/>
              </a:solidFill>
              <a:latin typeface="Calibri"/>
            </a:endParaRPr>
          </a:p>
        </p:txBody>
      </p:sp>
      <p:sp>
        <p:nvSpPr>
          <p:cNvPr id="174" name="ZoneTexte 31"/>
          <p:cNvSpPr/>
          <p:nvPr/>
        </p:nvSpPr>
        <p:spPr>
          <a:xfrm>
            <a:off x="600480" y="3078000"/>
            <a:ext cx="3866040" cy="147492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1111"/>
          </a:bodyPr>
          <a:lstStyle/>
          <a:p>
            <a:pPr marL="399960" indent="-343080" defTabSz="914400">
              <a:lnSpc>
                <a:spcPct val="90000"/>
              </a:lnSpc>
              <a:spcAft>
                <a:spcPts val="601"/>
              </a:spcAft>
              <a:buClr>
                <a:srgbClr val="ED7D31"/>
              </a:buClr>
              <a:buFont typeface="Wingdings" charset="2"/>
              <a:buChar char=""/>
            </a:pPr>
            <a:r>
              <a:rPr lang="en-US" sz="2200" b="0" strike="noStrike" spc="-1">
                <a:solidFill>
                  <a:schemeClr val="dk1"/>
                </a:solidFill>
                <a:latin typeface="Calibri"/>
              </a:rPr>
              <a:t>N = 10,395 vocational students</a:t>
            </a:r>
            <a:endParaRPr lang="fr-FR" sz="2200" b="0" strike="noStrike" spc="-1">
              <a:solidFill>
                <a:srgbClr val="000000"/>
              </a:solidFill>
              <a:latin typeface="Arial"/>
            </a:endParaRPr>
          </a:p>
          <a:p>
            <a:pPr marL="399960" indent="-343080" defTabSz="914400">
              <a:lnSpc>
                <a:spcPct val="90000"/>
              </a:lnSpc>
              <a:spcAft>
                <a:spcPts val="601"/>
              </a:spcAft>
              <a:buClr>
                <a:srgbClr val="ED7D31"/>
              </a:buClr>
              <a:buFont typeface="Wingdings" charset="2"/>
              <a:buChar char=""/>
            </a:pPr>
            <a:r>
              <a:rPr lang="en-US" sz="2200" b="0" strike="noStrike" spc="-1">
                <a:solidFill>
                  <a:schemeClr val="dk1"/>
                </a:solidFill>
                <a:latin typeface="Calibri"/>
              </a:rPr>
              <a:t>109 schools, 10 regions</a:t>
            </a:r>
            <a:endParaRPr lang="fr-FR" sz="2200" b="0" strike="noStrike" spc="-1">
              <a:solidFill>
                <a:srgbClr val="000000"/>
              </a:solidFill>
              <a:latin typeface="Arial"/>
            </a:endParaRPr>
          </a:p>
          <a:p>
            <a:pPr marL="399960" indent="-343080" defTabSz="914400">
              <a:lnSpc>
                <a:spcPct val="90000"/>
              </a:lnSpc>
              <a:spcAft>
                <a:spcPts val="601"/>
              </a:spcAft>
              <a:buClr>
                <a:srgbClr val="ED7D31"/>
              </a:buClr>
              <a:buFont typeface="Wingdings" charset="2"/>
              <a:buChar char=""/>
            </a:pPr>
            <a:r>
              <a:rPr lang="en-US" sz="2200" b="0" strike="noStrike" spc="-1">
                <a:solidFill>
                  <a:schemeClr val="dk1"/>
                </a:solidFill>
                <a:latin typeface="Calibri"/>
              </a:rPr>
              <a:t>Grades 11–12,  two cohorts, 4 semesters</a:t>
            </a:r>
            <a:endParaRPr lang="fr-FR" sz="2200" b="0" strike="noStrike" spc="-1">
              <a:solidFill>
                <a:srgbClr val="000000"/>
              </a:solidFill>
              <a:latin typeface="Arial"/>
            </a:endParaRPr>
          </a:p>
          <a:p>
            <a:pPr defTabSz="914400">
              <a:lnSpc>
                <a:spcPct val="90000"/>
              </a:lnSpc>
              <a:spcAft>
                <a:spcPts val="601"/>
              </a:spcAft>
            </a:pPr>
            <a:endParaRPr lang="fr-FR" sz="1700" b="0" strike="noStrike" spc="-1">
              <a:solidFill>
                <a:srgbClr val="000000"/>
              </a:solidFill>
              <a:latin typeface="Arial"/>
            </a:endParaRPr>
          </a:p>
        </p:txBody>
      </p:sp>
      <p:sp>
        <p:nvSpPr>
          <p:cNvPr id="175" name="PlaceHolder 2"/>
          <p:cNvSpPr>
            <a:spLocks noGrp="1"/>
          </p:cNvSpPr>
          <p:nvPr>
            <p:ph type="sldNum" idx="42"/>
          </p:nvPr>
        </p:nvSpPr>
        <p:spPr>
          <a:xfrm>
            <a:off x="8540640" y="6356520"/>
            <a:ext cx="2742840" cy="364680"/>
          </a:xfrm>
          <a:prstGeom prst="rect">
            <a:avLst/>
          </a:prstGeom>
          <a:noFill/>
          <a:ln w="0">
            <a:noFill/>
          </a:ln>
        </p:spPr>
        <p:txBody>
          <a:bodyPr lIns="91440" tIns="45720" rIns="91440" bIns="45720" anchor="ctr">
            <a:normAutofit/>
          </a:bodyPr>
          <a:lstStyle>
            <a:lvl1pPr indent="0" algn="r" defTabSz="914400">
              <a:lnSpc>
                <a:spcPct val="100000"/>
              </a:lnSpc>
              <a:spcAft>
                <a:spcPts val="601"/>
              </a:spcAft>
              <a:buNone/>
              <a:defRPr lang="en-US" sz="1200" b="0" strike="noStrike" spc="-1">
                <a:solidFill>
                  <a:schemeClr val="dk1">
                    <a:lumMod val="50000"/>
                    <a:lumOff val="50000"/>
                  </a:schemeClr>
                </a:solidFill>
                <a:latin typeface="Calibri"/>
              </a:defRPr>
            </a:lvl1pPr>
          </a:lstStyle>
          <a:p>
            <a:pPr indent="0" algn="r" defTabSz="914400">
              <a:lnSpc>
                <a:spcPct val="100000"/>
              </a:lnSpc>
              <a:spcAft>
                <a:spcPts val="601"/>
              </a:spcAft>
              <a:buNone/>
            </a:pPr>
            <a:fld id="{A4615E2A-D275-47D3-BAC1-7166A8D5F115}" type="slidenum">
              <a:rPr lang="en-US" sz="1200" b="0" strike="noStrike" spc="-1">
                <a:solidFill>
                  <a:schemeClr val="dk1">
                    <a:lumMod val="50000"/>
                    <a:lumOff val="50000"/>
                  </a:schemeClr>
                </a:solidFill>
                <a:latin typeface="Calibri"/>
              </a:rPr>
              <a:t>5</a:t>
            </a:fld>
            <a:endParaRPr lang="fr-FR" sz="1200" b="0" strike="noStrike" spc="-1">
              <a:solidFill>
                <a:srgbClr val="000000"/>
              </a:solidFill>
              <a:latin typeface="Times New Roman"/>
            </a:endParaRPr>
          </a:p>
        </p:txBody>
      </p:sp>
      <p:sp>
        <p:nvSpPr>
          <p:cNvPr id="176" name="ZoneTexte 34"/>
          <p:cNvSpPr/>
          <p:nvPr/>
        </p:nvSpPr>
        <p:spPr>
          <a:xfrm>
            <a:off x="4858560" y="3702960"/>
            <a:ext cx="4018680" cy="10044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marL="343080" indent="-343080" defTabSz="457200">
              <a:lnSpc>
                <a:spcPct val="100000"/>
              </a:lnSpc>
              <a:buClr>
                <a:srgbClr val="70AD47"/>
              </a:buClr>
              <a:buFont typeface="Wingdings" charset="2"/>
              <a:buChar char=""/>
            </a:pPr>
            <a:r>
              <a:rPr lang="fr-FR" sz="2000" b="0" strike="noStrike" spc="-1">
                <a:solidFill>
                  <a:schemeClr val="dk1"/>
                </a:solidFill>
                <a:latin typeface="Calibri"/>
              </a:rPr>
              <a:t>Health and Social Care (ASSP)</a:t>
            </a:r>
            <a:endParaRPr lang="fr-FR" sz="2000" b="0" strike="noStrike" spc="-1">
              <a:solidFill>
                <a:srgbClr val="000000"/>
              </a:solidFill>
              <a:latin typeface="Arial"/>
            </a:endParaRPr>
          </a:p>
          <a:p>
            <a:pPr marL="343080" indent="-343080" defTabSz="457200">
              <a:lnSpc>
                <a:spcPct val="100000"/>
              </a:lnSpc>
              <a:buClr>
                <a:srgbClr val="70AD47"/>
              </a:buClr>
              <a:buFont typeface="Wingdings" charset="2"/>
              <a:buChar char=""/>
            </a:pPr>
            <a:r>
              <a:rPr lang="fr-FR" sz="2000" b="0" strike="noStrike" spc="-1">
                <a:solidFill>
                  <a:schemeClr val="dk1"/>
                </a:solidFill>
                <a:latin typeface="Calibri"/>
              </a:rPr>
              <a:t>Business</a:t>
            </a:r>
            <a:endParaRPr lang="fr-FR" sz="2000" b="0" strike="noStrike" spc="-1">
              <a:solidFill>
                <a:srgbClr val="000000"/>
              </a:solidFill>
              <a:latin typeface="Arial"/>
            </a:endParaRPr>
          </a:p>
          <a:p>
            <a:pPr marL="343080" indent="-343080" defTabSz="457200">
              <a:lnSpc>
                <a:spcPct val="100000"/>
              </a:lnSpc>
              <a:buClr>
                <a:srgbClr val="70AD47"/>
              </a:buClr>
              <a:buFont typeface="Wingdings" charset="2"/>
              <a:buChar char=""/>
            </a:pPr>
            <a:r>
              <a:rPr lang="fr-FR" sz="2000" b="0" strike="noStrike" spc="-1">
                <a:solidFill>
                  <a:schemeClr val="dk1"/>
                </a:solidFill>
                <a:latin typeface="Calibri"/>
              </a:rPr>
              <a:t>Electrical Trades (MELEC)</a:t>
            </a:r>
            <a:endParaRPr lang="fr-FR" sz="2000" b="0" strike="noStrike" spc="-1">
              <a:solidFill>
                <a:srgbClr val="000000"/>
              </a:solidFill>
              <a:latin typeface="Arial"/>
            </a:endParaRPr>
          </a:p>
        </p:txBody>
      </p:sp>
      <p:sp>
        <p:nvSpPr>
          <p:cNvPr id="177" name="ZoneTexte 35"/>
          <p:cNvSpPr/>
          <p:nvPr/>
        </p:nvSpPr>
        <p:spPr>
          <a:xfrm>
            <a:off x="8910360" y="4187520"/>
            <a:ext cx="2758320" cy="10044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marL="343080" indent="-343080" defTabSz="457200">
              <a:lnSpc>
                <a:spcPct val="100000"/>
              </a:lnSpc>
              <a:buClr>
                <a:srgbClr val="4472C4"/>
              </a:buClr>
              <a:buFont typeface="Wingdings" charset="2"/>
              <a:buChar char=""/>
            </a:pPr>
            <a:r>
              <a:rPr lang="fr-FR" sz="2000" b="0" strike="noStrike" spc="-1">
                <a:solidFill>
                  <a:schemeClr val="dk1"/>
                </a:solidFill>
                <a:latin typeface="Calibri"/>
              </a:rPr>
              <a:t>French</a:t>
            </a:r>
            <a:endParaRPr lang="fr-FR" sz="2000" b="0" strike="noStrike" spc="-1">
              <a:solidFill>
                <a:srgbClr val="000000"/>
              </a:solidFill>
              <a:latin typeface="Arial"/>
            </a:endParaRPr>
          </a:p>
          <a:p>
            <a:pPr marL="343080" indent="-343080" defTabSz="457200">
              <a:lnSpc>
                <a:spcPct val="100000"/>
              </a:lnSpc>
              <a:buClr>
                <a:srgbClr val="4472C4"/>
              </a:buClr>
              <a:buFont typeface="Wingdings" charset="2"/>
              <a:buChar char=""/>
            </a:pPr>
            <a:r>
              <a:rPr lang="fr-FR" sz="2000" b="0" strike="noStrike" spc="-1">
                <a:solidFill>
                  <a:schemeClr val="dk1"/>
                </a:solidFill>
                <a:latin typeface="Calibri"/>
              </a:rPr>
              <a:t>Mathematics </a:t>
            </a:r>
            <a:endParaRPr lang="fr-FR" sz="2000" b="0" strike="noStrike" spc="-1">
              <a:solidFill>
                <a:srgbClr val="000000"/>
              </a:solidFill>
              <a:latin typeface="Arial"/>
            </a:endParaRPr>
          </a:p>
          <a:p>
            <a:pPr marL="343080" indent="-343080" defTabSz="457200">
              <a:lnSpc>
                <a:spcPct val="100000"/>
              </a:lnSpc>
              <a:buClr>
                <a:srgbClr val="4472C4"/>
              </a:buClr>
              <a:buFont typeface="Wingdings" charset="2"/>
              <a:buChar char=""/>
            </a:pPr>
            <a:r>
              <a:rPr lang="fr-FR" sz="2000" b="0" strike="noStrike" spc="-1">
                <a:solidFill>
                  <a:schemeClr val="dk1"/>
                </a:solidFill>
                <a:latin typeface="Calibri"/>
              </a:rPr>
              <a:t>Vocational courses</a:t>
            </a:r>
            <a:endParaRPr lang="fr-FR" sz="2000" b="0" strike="noStrike" spc="-1">
              <a:solidFill>
                <a:srgbClr val="000000"/>
              </a:solidFill>
              <a:latin typeface="Arial"/>
            </a:endParaRPr>
          </a:p>
        </p:txBody>
      </p:sp>
      <p:pic>
        <p:nvPicPr>
          <p:cNvPr id="178" name="Graphique 39" descr="Toque d'étudiant avec un remplissage uni"/>
          <p:cNvPicPr/>
          <p:nvPr/>
        </p:nvPicPr>
        <p:blipFill>
          <a:blip>
            <a:extLst>
              <a:ext uri="{96DAC541-7B7A-43D3-8B79-37D633B846F1}">
                <asvg:svgBlip xmlns:asvg="http://schemas.microsoft.com/office/drawing/2016/SVG/main" r:embed="rId3"/>
              </a:ext>
            </a:extLst>
          </a:blip>
          <a:stretch/>
        </p:blipFill>
        <p:spPr>
          <a:xfrm>
            <a:off x="658440" y="2163600"/>
            <a:ext cx="914040" cy="914040"/>
          </a:xfrm>
          <a:prstGeom prst="rect">
            <a:avLst/>
          </a:prstGeom>
          <a:ln w="0">
            <a:noFill/>
          </a:ln>
        </p:spPr>
      </p:pic>
      <p:pic>
        <p:nvPicPr>
          <p:cNvPr id="179" name="Graphique 45" descr="École avec un remplissage uni"/>
          <p:cNvPicPr/>
          <p:nvPr/>
        </p:nvPicPr>
        <p:blipFill>
          <a:blip>
            <a:extLst>
              <a:ext uri="{96DAC541-7B7A-43D3-8B79-37D633B846F1}">
                <asvg:svgBlip xmlns:asvg="http://schemas.microsoft.com/office/drawing/2016/SVG/main" r:embed="rId4"/>
              </a:ext>
            </a:extLst>
          </a:blip>
          <a:stretch/>
        </p:blipFill>
        <p:spPr>
          <a:xfrm>
            <a:off x="5067000" y="2781360"/>
            <a:ext cx="914040" cy="914040"/>
          </a:xfrm>
          <a:prstGeom prst="rect">
            <a:avLst/>
          </a:prstGeom>
          <a:ln w="0">
            <a:noFill/>
          </a:ln>
        </p:spPr>
      </p:pic>
      <p:pic>
        <p:nvPicPr>
          <p:cNvPr id="180" name="Graphique 47" descr="Porte-bloc avec un remplissage uni"/>
          <p:cNvPicPr/>
          <p:nvPr/>
        </p:nvPicPr>
        <p:blipFill>
          <a:blip>
            <a:extLst>
              <a:ext uri="{96DAC541-7B7A-43D3-8B79-37D633B846F1}">
                <asvg:svgBlip xmlns:asvg="http://schemas.microsoft.com/office/drawing/2016/SVG/main" r:embed="rId5"/>
              </a:ext>
            </a:extLst>
          </a:blip>
          <a:stretch/>
        </p:blipFill>
        <p:spPr>
          <a:xfrm>
            <a:off x="9051480" y="3273120"/>
            <a:ext cx="914040" cy="914040"/>
          </a:xfrm>
          <a:prstGeom prst="rect">
            <a:avLst/>
          </a:prstGeom>
          <a:ln w="0">
            <a:noFill/>
          </a:ln>
        </p:spPr>
      </p:pic>
      <p:pic>
        <p:nvPicPr>
          <p:cNvPr id="181" name="Image 4" descr="Une image contenant texte, Police, capture d’écran, Bleu électrique&#10;&#10;Le contenu généré par l’IA peut être incorrect."/>
          <p:cNvPicPr/>
          <p:nvPr/>
        </p:nvPicPr>
        <p:blipFill>
          <a:blip r:embed="rId6"/>
          <a:stretch/>
        </p:blipFill>
        <p:spPr>
          <a:xfrm>
            <a:off x="8540640" y="517680"/>
            <a:ext cx="3111120" cy="482400"/>
          </a:xfrm>
          <a:prstGeom prst="rect">
            <a:avLst/>
          </a:prstGeom>
          <a:ln w="0">
            <a:noFill/>
          </a:ln>
        </p:spPr>
      </p:pic>
    </p:spTree>
  </p:cSld>
  <p:clrMapOvr>
    <a:masterClrMapping/>
  </p:clrMapOvr>
  <p:transition spd="slow">
    <p:wipe/>
  </p:transition>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179"/>
                                        </p:tgtEl>
                                        <p:attrNameLst>
                                          <p:attrName>style.visibility</p:attrName>
                                        </p:attrNameLst>
                                      </p:cBhvr>
                                      <p:to>
                                        <p:strVal val="visible"/>
                                      </p:to>
                                    </p:set>
                                    <p:animEffect transition="in" filter="fade">
                                      <p:cBhvr additive="repl">
                                        <p:cTn id="7" dur="500"/>
                                        <p:tgtEl>
                                          <p:spTgt spid="179"/>
                                        </p:tgtEl>
                                      </p:cBhvr>
                                    </p:animEffect>
                                  </p:childTnLst>
                                </p:cTn>
                              </p:par>
                              <p:par>
                                <p:cTn id="8" presetID="10" presetClass="entr" fill="hold" nodeType="withEffect">
                                  <p:stCondLst>
                                    <p:cond delay="0"/>
                                  </p:stCondLst>
                                  <p:childTnLst>
                                    <p:set>
                                      <p:cBhvr>
                                        <p:cTn id="9" dur="1" fill="hold">
                                          <p:stCondLst>
                                            <p:cond delay="0"/>
                                          </p:stCondLst>
                                        </p:cTn>
                                        <p:tgtEl>
                                          <p:spTgt spid="176"/>
                                        </p:tgtEl>
                                        <p:attrNameLst>
                                          <p:attrName>style.visibility</p:attrName>
                                        </p:attrNameLst>
                                      </p:cBhvr>
                                      <p:to>
                                        <p:strVal val="visible"/>
                                      </p:to>
                                    </p:set>
                                    <p:animEffect transition="in" filter="fade">
                                      <p:cBhvr additive="repl">
                                        <p:cTn id="10" dur="500"/>
                                        <p:tgtEl>
                                          <p:spTgt spid="17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fill="hold" nodeType="clickEffect">
                                  <p:stCondLst>
                                    <p:cond delay="0"/>
                                  </p:stCondLst>
                                  <p:childTnLst>
                                    <p:set>
                                      <p:cBhvr>
                                        <p:cTn id="14" dur="1" fill="hold">
                                          <p:stCondLst>
                                            <p:cond delay="0"/>
                                          </p:stCondLst>
                                        </p:cTn>
                                        <p:tgtEl>
                                          <p:spTgt spid="180"/>
                                        </p:tgtEl>
                                        <p:attrNameLst>
                                          <p:attrName>style.visibility</p:attrName>
                                        </p:attrNameLst>
                                      </p:cBhvr>
                                      <p:to>
                                        <p:strVal val="visible"/>
                                      </p:to>
                                    </p:set>
                                    <p:animEffect transition="in" filter="fade">
                                      <p:cBhvr additive="repl">
                                        <p:cTn id="15" dur="500"/>
                                        <p:tgtEl>
                                          <p:spTgt spid="180"/>
                                        </p:tgtEl>
                                      </p:cBhvr>
                                    </p:animEffect>
                                  </p:childTnLst>
                                </p:cTn>
                              </p:par>
                              <p:par>
                                <p:cTn id="16" presetID="10" presetClass="entr" fill="hold" nodeType="withEffect">
                                  <p:stCondLst>
                                    <p:cond delay="0"/>
                                  </p:stCondLst>
                                  <p:childTnLst>
                                    <p:set>
                                      <p:cBhvr>
                                        <p:cTn id="17" dur="1" fill="hold">
                                          <p:stCondLst>
                                            <p:cond delay="0"/>
                                          </p:stCondLst>
                                        </p:cTn>
                                        <p:tgtEl>
                                          <p:spTgt spid="177"/>
                                        </p:tgtEl>
                                        <p:attrNameLst>
                                          <p:attrName>style.visibility</p:attrName>
                                        </p:attrNameLst>
                                      </p:cBhvr>
                                      <p:to>
                                        <p:strVal val="visible"/>
                                      </p:to>
                                    </p:set>
                                    <p:animEffect transition="in" filter="fade">
                                      <p:cBhvr additive="repl">
                                        <p:cTn id="18" dur="500"/>
                                        <p:tgtEl>
                                          <p:spTgt spid="1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182" name="Rectangle 8">
            <a:extLst>
              <a:ext uri="{C183D7F6-B498-43B3-948B-1728B52AA6E4}">
                <adec:decorative xmlns:adec="http://schemas.microsoft.com/office/drawing/2017/decorative" val="1"/>
              </a:ext>
            </a:extLst>
          </p:cNvPr>
          <p:cNvSpPr/>
          <p:nvPr/>
        </p:nvSpPr>
        <p:spPr>
          <a:xfrm>
            <a:off x="0" y="0"/>
            <a:ext cx="12191760" cy="68576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800" b="0" strike="noStrike" spc="-1">
              <a:solidFill>
                <a:schemeClr val="lt1"/>
              </a:solidFill>
              <a:latin typeface="Calibri"/>
            </a:endParaRPr>
          </a:p>
        </p:txBody>
      </p:sp>
      <p:sp useBgFill="1">
        <p:nvSpPr>
          <p:cNvPr id="183" name="Rectangle 10">
            <a:extLst>
              <a:ext uri="{C183D7F6-B498-43B3-948B-1728B52AA6E4}">
                <adec:decorative xmlns:adec="http://schemas.microsoft.com/office/drawing/2017/decorative" val="1"/>
              </a:ext>
            </a:extLst>
          </p:cNvPr>
          <p:cNvSpPr/>
          <p:nvPr/>
        </p:nvSpPr>
        <p:spPr>
          <a:xfrm>
            <a:off x="558360" y="0"/>
            <a:ext cx="11167200" cy="2018520"/>
          </a:xfrm>
          <a:prstGeom prst="rect">
            <a:avLst/>
          </a:prstGeom>
          <a:ln w="9525">
            <a:solidFill>
              <a:srgbClr val="E1E1E1"/>
            </a:solidFill>
          </a:ln>
          <a:effectLst>
            <a:outerShdw blurRad="50760" dist="37674"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Calibri"/>
            </a:endParaRPr>
          </a:p>
        </p:txBody>
      </p:sp>
      <p:sp useBgFill="1">
        <p:nvSpPr>
          <p:cNvPr id="184" name="Rectangle 12">
            <a:extLst>
              <a:ext uri="{C183D7F6-B498-43B3-948B-1728B52AA6E4}">
                <adec:decorative xmlns:adec="http://schemas.microsoft.com/office/drawing/2017/decorative" val="1"/>
              </a:ext>
            </a:extLst>
          </p:cNvPr>
          <p:cNvSpPr/>
          <p:nvPr/>
        </p:nvSpPr>
        <p:spPr>
          <a:xfrm>
            <a:off x="567000" y="0"/>
            <a:ext cx="11155320" cy="2011320"/>
          </a:xfrm>
          <a:prstGeom prst="rect">
            <a:avLst/>
          </a:prstGeom>
          <a:ln w="9525">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Calibri"/>
            </a:endParaRPr>
          </a:p>
        </p:txBody>
      </p:sp>
      <p:sp>
        <p:nvSpPr>
          <p:cNvPr id="185" name="PlaceHolder 1"/>
          <p:cNvSpPr>
            <a:spLocks noGrp="1"/>
          </p:cNvSpPr>
          <p:nvPr>
            <p:ph type="title"/>
          </p:nvPr>
        </p:nvSpPr>
        <p:spPr>
          <a:xfrm>
            <a:off x="1115640" y="548640"/>
            <a:ext cx="10167840" cy="1179360"/>
          </a:xfrm>
          <a:prstGeom prst="rect">
            <a:avLst/>
          </a:prstGeom>
          <a:noFill/>
          <a:ln w="0">
            <a:noFill/>
          </a:ln>
        </p:spPr>
        <p:txBody>
          <a:bodyPr lIns="91440" tIns="45720" rIns="91440" bIns="45720" anchor="ctr">
            <a:normAutofit/>
          </a:bodyPr>
          <a:lstStyle/>
          <a:p>
            <a:pPr indent="0" defTabSz="914400">
              <a:lnSpc>
                <a:spcPct val="90000"/>
              </a:lnSpc>
              <a:buNone/>
            </a:pPr>
            <a:r>
              <a:rPr lang="fr-FR" sz="4000" b="0" strike="noStrike" spc="-1">
                <a:solidFill>
                  <a:schemeClr val="dk1"/>
                </a:solidFill>
                <a:latin typeface="Calibri Light"/>
              </a:rPr>
              <a:t>Design </a:t>
            </a:r>
            <a:endParaRPr lang="en-US" sz="4000" b="0" strike="noStrike" spc="-1">
              <a:solidFill>
                <a:schemeClr val="dk1"/>
              </a:solidFill>
              <a:latin typeface="Calibri"/>
            </a:endParaRPr>
          </a:p>
        </p:txBody>
      </p:sp>
      <p:sp>
        <p:nvSpPr>
          <p:cNvPr id="186" name="Rectangle 14">
            <a:extLst>
              <a:ext uri="{C183D7F6-B498-43B3-948B-1728B52AA6E4}">
                <adec:decorative xmlns:adec="http://schemas.microsoft.com/office/drawing/2017/decorative" val="1"/>
              </a:ext>
            </a:extLst>
          </p:cNvPr>
          <p:cNvSpPr/>
          <p:nvPr/>
        </p:nvSpPr>
        <p:spPr>
          <a:xfrm>
            <a:off x="498960" y="758880"/>
            <a:ext cx="127800" cy="703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800" b="0" strike="noStrike" spc="-1">
              <a:solidFill>
                <a:srgbClr val="FFFFFF"/>
              </a:solidFill>
              <a:latin typeface="Calibri"/>
            </a:endParaRPr>
          </a:p>
        </p:txBody>
      </p:sp>
      <p:sp>
        <p:nvSpPr>
          <p:cNvPr id="187" name="PlaceHolder 2"/>
          <p:cNvSpPr>
            <a:spLocks noGrp="1"/>
          </p:cNvSpPr>
          <p:nvPr>
            <p:ph type="sldNum" idx="43"/>
          </p:nvPr>
        </p:nvSpPr>
        <p:spPr>
          <a:xfrm>
            <a:off x="8540640" y="6356520"/>
            <a:ext cx="2742840" cy="364680"/>
          </a:xfrm>
          <a:prstGeom prst="rect">
            <a:avLst/>
          </a:prstGeom>
          <a:noFill/>
          <a:ln w="0">
            <a:noFill/>
          </a:ln>
        </p:spPr>
        <p:txBody>
          <a:bodyPr lIns="91440" tIns="45720" rIns="91440" bIns="45720" anchor="ctr">
            <a:normAutofit/>
          </a:bodyPr>
          <a:lstStyle>
            <a:lvl1pPr indent="0" algn="r" defTabSz="457200">
              <a:lnSpc>
                <a:spcPct val="100000"/>
              </a:lnSpc>
              <a:spcAft>
                <a:spcPts val="601"/>
              </a:spcAft>
              <a:buNone/>
              <a:defRPr lang="en-US" sz="1200" b="0" strike="noStrike" spc="-1">
                <a:solidFill>
                  <a:schemeClr val="dk1">
                    <a:lumMod val="50000"/>
                    <a:lumOff val="50000"/>
                  </a:schemeClr>
                </a:solidFill>
                <a:latin typeface="Calibri"/>
              </a:defRPr>
            </a:lvl1pPr>
          </a:lstStyle>
          <a:p>
            <a:pPr indent="0" algn="r" defTabSz="457200">
              <a:lnSpc>
                <a:spcPct val="100000"/>
              </a:lnSpc>
              <a:spcAft>
                <a:spcPts val="601"/>
              </a:spcAft>
              <a:buNone/>
            </a:pPr>
            <a:fld id="{22A0A146-19CD-4359-88A5-0BD133F9FEDA}" type="slidenum">
              <a:rPr lang="en-US" sz="1200" b="0" strike="noStrike" spc="-1">
                <a:solidFill>
                  <a:schemeClr val="dk1">
                    <a:lumMod val="50000"/>
                    <a:lumOff val="50000"/>
                  </a:schemeClr>
                </a:solidFill>
                <a:latin typeface="Calibri"/>
              </a:rPr>
              <a:t>6</a:t>
            </a:fld>
            <a:endParaRPr lang="fr-FR" sz="1200" b="0" strike="noStrike" spc="-1">
              <a:solidFill>
                <a:srgbClr val="000000"/>
              </a:solidFill>
              <a:latin typeface="Times New Roman"/>
            </a:endParaRPr>
          </a:p>
        </p:txBody>
      </p:sp>
      <p:pic>
        <p:nvPicPr>
          <p:cNvPr id="188" name="Graphique 19" descr="Badge 1 avec un remplissage uni"/>
          <p:cNvPicPr/>
          <p:nvPr/>
        </p:nvPicPr>
        <p:blipFill>
          <a:blip>
            <a:extLst>
              <a:ext uri="{96DAC541-7B7A-43D3-8B79-37D633B846F1}">
                <asvg:svgBlip xmlns:asvg="http://schemas.microsoft.com/office/drawing/2016/SVG/main" r:embed="rId3"/>
              </a:ext>
            </a:extLst>
          </a:blip>
          <a:stretch/>
        </p:blipFill>
        <p:spPr>
          <a:xfrm>
            <a:off x="1865160" y="2040480"/>
            <a:ext cx="914040" cy="914040"/>
          </a:xfrm>
          <a:prstGeom prst="rect">
            <a:avLst/>
          </a:prstGeom>
          <a:ln w="0">
            <a:noFill/>
          </a:ln>
        </p:spPr>
      </p:pic>
      <p:pic>
        <p:nvPicPr>
          <p:cNvPr id="189" name="Graphique 21" descr="Badge avec un remplissage uni"/>
          <p:cNvPicPr/>
          <p:nvPr/>
        </p:nvPicPr>
        <p:blipFill>
          <a:blip>
            <a:extLst>
              <a:ext uri="{96DAC541-7B7A-43D3-8B79-37D633B846F1}">
                <asvg:svgBlip xmlns:asvg="http://schemas.microsoft.com/office/drawing/2016/SVG/main" r:embed="rId4"/>
              </a:ext>
            </a:extLst>
          </a:blip>
          <a:stretch/>
        </p:blipFill>
        <p:spPr>
          <a:xfrm>
            <a:off x="5753520" y="2040480"/>
            <a:ext cx="914040" cy="914040"/>
          </a:xfrm>
          <a:prstGeom prst="rect">
            <a:avLst/>
          </a:prstGeom>
          <a:ln w="0">
            <a:noFill/>
          </a:ln>
        </p:spPr>
      </p:pic>
      <p:pic>
        <p:nvPicPr>
          <p:cNvPr id="190" name="Graphique 23" descr="Badge 3 avec un remplissage uni"/>
          <p:cNvPicPr/>
          <p:nvPr/>
        </p:nvPicPr>
        <p:blipFill>
          <a:blip>
            <a:extLst>
              <a:ext uri="{96DAC541-7B7A-43D3-8B79-37D633B846F1}">
                <asvg:svgBlip xmlns:asvg="http://schemas.microsoft.com/office/drawing/2016/SVG/main" r:embed="rId5"/>
              </a:ext>
            </a:extLst>
          </a:blip>
          <a:stretch/>
        </p:blipFill>
        <p:spPr>
          <a:xfrm>
            <a:off x="9412560" y="2040480"/>
            <a:ext cx="914040" cy="914040"/>
          </a:xfrm>
          <a:prstGeom prst="rect">
            <a:avLst/>
          </a:prstGeom>
          <a:ln w="0">
            <a:noFill/>
          </a:ln>
        </p:spPr>
      </p:pic>
      <p:sp>
        <p:nvSpPr>
          <p:cNvPr id="191" name="Image 24"/>
          <p:cNvSpPr/>
          <p:nvPr/>
        </p:nvSpPr>
        <p:spPr>
          <a:xfrm>
            <a:off x="1098360" y="3212640"/>
            <a:ext cx="2447640" cy="2417400"/>
          </a:xfrm>
          <a:prstGeom prst="roundRect">
            <a:avLst>
              <a:gd name="adj" fmla="val 16667"/>
            </a:avLst>
          </a:prstGeom>
          <a:blipFill rotWithShape="0">
            <a:blip r:embed="rId6"/>
            <a:srcRect/>
            <a:stretch/>
          </a:blipFill>
          <a:ln w="0">
            <a:noFill/>
          </a:ln>
          <a:effectLst>
            <a:outerShdw blurRad="76320" dist="38073" dir="7800819"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192" name="Image 28"/>
          <p:cNvSpPr/>
          <p:nvPr/>
        </p:nvSpPr>
        <p:spPr>
          <a:xfrm>
            <a:off x="4986720" y="3212640"/>
            <a:ext cx="2447640" cy="2417400"/>
          </a:xfrm>
          <a:prstGeom prst="roundRect">
            <a:avLst>
              <a:gd name="adj" fmla="val 16667"/>
            </a:avLst>
          </a:prstGeom>
          <a:blipFill rotWithShape="0">
            <a:blip r:embed="rId7"/>
            <a:srcRect/>
            <a:stretch/>
          </a:blipFill>
          <a:ln w="0">
            <a:noFill/>
          </a:ln>
          <a:effectLst>
            <a:outerShdw blurRad="76320" dist="38073" dir="7800819"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193" name="Image 30"/>
          <p:cNvSpPr/>
          <p:nvPr/>
        </p:nvSpPr>
        <p:spPr>
          <a:xfrm>
            <a:off x="8645760" y="3212640"/>
            <a:ext cx="2447640" cy="2417400"/>
          </a:xfrm>
          <a:prstGeom prst="roundRect">
            <a:avLst>
              <a:gd name="adj" fmla="val 16667"/>
            </a:avLst>
          </a:prstGeom>
          <a:blipFill rotWithShape="0">
            <a:blip r:embed="rId8"/>
            <a:srcRect/>
            <a:stretch/>
          </a:blipFill>
          <a:ln w="0">
            <a:noFill/>
          </a:ln>
          <a:effectLst>
            <a:outerShdw blurRad="76320" dist="38073" dir="7800819"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194" name="ZoneTexte 2"/>
          <p:cNvSpPr/>
          <p:nvPr/>
        </p:nvSpPr>
        <p:spPr>
          <a:xfrm>
            <a:off x="874440" y="5841720"/>
            <a:ext cx="2895480" cy="302760"/>
          </a:xfrm>
          <a:prstGeom prst="rect">
            <a:avLst/>
          </a:prstGeom>
          <a:gradFill rotWithShape="0">
            <a:gsLst>
              <a:gs pos="0">
                <a:srgbClr val="F08C56"/>
              </a:gs>
              <a:gs pos="50000">
                <a:srgbClr val="F57A27"/>
              </a:gs>
              <a:gs pos="100000">
                <a:srgbClr val="E46B19"/>
              </a:gs>
            </a:gsLst>
            <a:lin ang="5400000"/>
          </a:gradFill>
          <a:ln w="0">
            <a:noFill/>
          </a:ln>
          <a:effectLst>
            <a:outerShdw blurRad="57240" dist="19080" dir="5400000" algn="ctr" rotWithShape="0">
              <a:srgbClr val="000000">
                <a:alpha val="63000"/>
              </a:srgbClr>
            </a:outerShdw>
          </a:effectLst>
        </p:spPr>
        <p:style>
          <a:lnRef idx="0">
            <a:schemeClr val="accent2"/>
          </a:lnRef>
          <a:fillRef idx="3">
            <a:schemeClr val="accent2"/>
          </a:fillRef>
          <a:effectRef idx="3">
            <a:schemeClr val="accent2"/>
          </a:effectRef>
          <a:fontRef idx="minor"/>
        </p:style>
        <p:txBody>
          <a:bodyPr wrap="none" lIns="90000" tIns="45000" rIns="90000" bIns="45000" anchor="ctr" anchorCtr="1">
            <a:spAutoFit/>
          </a:bodyPr>
          <a:lstStyle/>
          <a:p>
            <a:pPr defTabSz="457200">
              <a:lnSpc>
                <a:spcPct val="100000"/>
              </a:lnSpc>
            </a:pPr>
            <a:r>
              <a:rPr lang="fr-FR" sz="1400" b="1" strike="noStrike" spc="-1">
                <a:solidFill>
                  <a:schemeClr val="lt1"/>
                </a:solidFill>
                <a:latin typeface="Arial"/>
              </a:rPr>
              <a:t>Jigsaw (structured cooperation)</a:t>
            </a:r>
            <a:endParaRPr lang="fr-FR" sz="1400" b="0" strike="noStrike" spc="-1">
              <a:solidFill>
                <a:srgbClr val="000000"/>
              </a:solidFill>
              <a:latin typeface="Arial"/>
            </a:endParaRPr>
          </a:p>
        </p:txBody>
      </p:sp>
      <p:sp>
        <p:nvSpPr>
          <p:cNvPr id="195" name="ZoneTexte 4"/>
          <p:cNvSpPr/>
          <p:nvPr/>
        </p:nvSpPr>
        <p:spPr>
          <a:xfrm>
            <a:off x="5025600" y="5846400"/>
            <a:ext cx="2369520" cy="302760"/>
          </a:xfrm>
          <a:prstGeom prst="rect">
            <a:avLst/>
          </a:prstGeom>
          <a:gradFill rotWithShape="0">
            <a:gsLst>
              <a:gs pos="0">
                <a:srgbClr val="F08C56"/>
              </a:gs>
              <a:gs pos="50000">
                <a:srgbClr val="F57A27"/>
              </a:gs>
              <a:gs pos="100000">
                <a:srgbClr val="E46B19"/>
              </a:gs>
            </a:gsLst>
            <a:lin ang="5400000"/>
          </a:gradFill>
          <a:ln w="0">
            <a:noFill/>
          </a:ln>
          <a:effectLst>
            <a:outerShdw blurRad="57240" dist="19080" dir="5400000" algn="ctr" rotWithShape="0">
              <a:srgbClr val="000000">
                <a:alpha val="63000"/>
              </a:srgbClr>
            </a:outerShdw>
          </a:effectLst>
        </p:spPr>
        <p:style>
          <a:lnRef idx="0">
            <a:schemeClr val="accent2"/>
          </a:lnRef>
          <a:fillRef idx="3">
            <a:schemeClr val="accent2"/>
          </a:fillRef>
          <a:effectRef idx="3">
            <a:schemeClr val="accent2"/>
          </a:effectRef>
          <a:fontRef idx="minor"/>
        </p:style>
        <p:txBody>
          <a:bodyPr wrap="none" lIns="90000" tIns="45000" rIns="90000" bIns="45000" anchor="ctr" anchorCtr="1">
            <a:spAutoFit/>
          </a:bodyPr>
          <a:lstStyle/>
          <a:p>
            <a:pPr defTabSz="457200">
              <a:lnSpc>
                <a:spcPct val="100000"/>
              </a:lnSpc>
            </a:pPr>
            <a:r>
              <a:rPr lang="fr-FR" sz="1400" b="1" strike="noStrike" spc="-1">
                <a:solidFill>
                  <a:schemeClr val="lt1"/>
                </a:solidFill>
                <a:latin typeface="Arial"/>
              </a:rPr>
              <a:t>Unstructured cooperation</a:t>
            </a:r>
            <a:endParaRPr lang="fr-FR" sz="1400" b="0" strike="noStrike" spc="-1">
              <a:solidFill>
                <a:srgbClr val="000000"/>
              </a:solidFill>
              <a:latin typeface="Arial"/>
            </a:endParaRPr>
          </a:p>
        </p:txBody>
      </p:sp>
      <p:sp>
        <p:nvSpPr>
          <p:cNvPr id="196" name="ZoneTexte 5"/>
          <p:cNvSpPr/>
          <p:nvPr/>
        </p:nvSpPr>
        <p:spPr>
          <a:xfrm>
            <a:off x="8991720" y="5841720"/>
            <a:ext cx="1755360" cy="302760"/>
          </a:xfrm>
          <a:prstGeom prst="rect">
            <a:avLst/>
          </a:prstGeom>
          <a:gradFill rotWithShape="0">
            <a:gsLst>
              <a:gs pos="0">
                <a:srgbClr val="F08C56"/>
              </a:gs>
              <a:gs pos="50000">
                <a:srgbClr val="F57A27"/>
              </a:gs>
              <a:gs pos="100000">
                <a:srgbClr val="E46B19"/>
              </a:gs>
            </a:gsLst>
            <a:lin ang="5400000"/>
          </a:gradFill>
          <a:ln w="0">
            <a:noFill/>
          </a:ln>
          <a:effectLst>
            <a:outerShdw blurRad="57240" dist="19080" dir="5400000" algn="ctr" rotWithShape="0">
              <a:srgbClr val="000000">
                <a:alpha val="63000"/>
              </a:srgbClr>
            </a:outerShdw>
          </a:effectLst>
        </p:spPr>
        <p:style>
          <a:lnRef idx="0">
            <a:schemeClr val="accent2"/>
          </a:lnRef>
          <a:fillRef idx="3">
            <a:schemeClr val="accent2"/>
          </a:fillRef>
          <a:effectRef idx="3">
            <a:schemeClr val="accent2"/>
          </a:effectRef>
          <a:fontRef idx="minor"/>
        </p:style>
        <p:txBody>
          <a:bodyPr wrap="none" lIns="90000" tIns="45000" rIns="90000" bIns="45000" anchor="ctr" anchorCtr="1">
            <a:spAutoFit/>
          </a:bodyPr>
          <a:lstStyle/>
          <a:p>
            <a:pPr defTabSz="457200">
              <a:lnSpc>
                <a:spcPct val="100000"/>
              </a:lnSpc>
            </a:pPr>
            <a:r>
              <a:rPr lang="fr-FR" sz="1400" b="1" strike="noStrike" spc="-1">
                <a:solidFill>
                  <a:schemeClr val="lt1"/>
                </a:solidFill>
                <a:latin typeface="Arial"/>
              </a:rPr>
              <a:t>Business-as-usual</a:t>
            </a:r>
            <a:endParaRPr lang="fr-FR" sz="1400" b="0" strike="noStrike" spc="-1">
              <a:solidFill>
                <a:srgbClr val="000000"/>
              </a:solidFill>
              <a:latin typeface="Arial"/>
            </a:endParaRPr>
          </a:p>
        </p:txBody>
      </p:sp>
    </p:spTree>
  </p:cSld>
  <p:clrMapOvr>
    <a:masterClrMapping/>
  </p:clrMapOvr>
  <p:transition spd="slow">
    <p:wipe/>
  </p:transition>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188"/>
                                        </p:tgtEl>
                                        <p:attrNameLst>
                                          <p:attrName>style.visibility</p:attrName>
                                        </p:attrNameLst>
                                      </p:cBhvr>
                                      <p:to>
                                        <p:strVal val="visible"/>
                                      </p:to>
                                    </p:set>
                                    <p:animEffect transition="in" filter="fade">
                                      <p:cBhvr additive="repl">
                                        <p:cTn id="7" dur="500"/>
                                        <p:tgtEl>
                                          <p:spTgt spid="188"/>
                                        </p:tgtEl>
                                      </p:cBhvr>
                                    </p:animEffect>
                                  </p:childTnLst>
                                </p:cTn>
                              </p:par>
                              <p:par>
                                <p:cTn id="8" presetID="10" presetClass="entr" fill="hold" nodeType="withEffect">
                                  <p:stCondLst>
                                    <p:cond delay="0"/>
                                  </p:stCondLst>
                                  <p:childTnLst>
                                    <p:set>
                                      <p:cBhvr>
                                        <p:cTn id="9" dur="1" fill="hold">
                                          <p:stCondLst>
                                            <p:cond delay="0"/>
                                          </p:stCondLst>
                                        </p:cTn>
                                        <p:tgtEl>
                                          <p:spTgt spid="191"/>
                                        </p:tgtEl>
                                        <p:attrNameLst>
                                          <p:attrName>style.visibility</p:attrName>
                                        </p:attrNameLst>
                                      </p:cBhvr>
                                      <p:to>
                                        <p:strVal val="visible"/>
                                      </p:to>
                                    </p:set>
                                    <p:animEffect transition="in" filter="fade">
                                      <p:cBhvr additive="repl">
                                        <p:cTn id="10" dur="500"/>
                                        <p:tgtEl>
                                          <p:spTgt spid="191"/>
                                        </p:tgtEl>
                                      </p:cBhvr>
                                    </p:animEffect>
                                  </p:childTnLst>
                                </p:cTn>
                              </p:par>
                              <p:par>
                                <p:cTn id="11" presetID="10" presetClass="entr" fill="hold" nodeType="withEffect">
                                  <p:stCondLst>
                                    <p:cond delay="0"/>
                                  </p:stCondLst>
                                  <p:childTnLst>
                                    <p:set>
                                      <p:cBhvr>
                                        <p:cTn id="12" dur="1" fill="hold">
                                          <p:stCondLst>
                                            <p:cond delay="0"/>
                                          </p:stCondLst>
                                        </p:cTn>
                                        <p:tgtEl>
                                          <p:spTgt spid="194"/>
                                        </p:tgtEl>
                                        <p:attrNameLst>
                                          <p:attrName>style.visibility</p:attrName>
                                        </p:attrNameLst>
                                      </p:cBhvr>
                                      <p:to>
                                        <p:strVal val="visible"/>
                                      </p:to>
                                    </p:set>
                                    <p:animEffect transition="in" filter="fade">
                                      <p:cBhvr additive="repl">
                                        <p:cTn id="13" dur="500"/>
                                        <p:tgtEl>
                                          <p:spTgt spid="19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fill="hold" nodeType="clickEffect">
                                  <p:stCondLst>
                                    <p:cond delay="0"/>
                                  </p:stCondLst>
                                  <p:childTnLst>
                                    <p:set>
                                      <p:cBhvr>
                                        <p:cTn id="17" dur="1" fill="hold">
                                          <p:stCondLst>
                                            <p:cond delay="0"/>
                                          </p:stCondLst>
                                        </p:cTn>
                                        <p:tgtEl>
                                          <p:spTgt spid="189"/>
                                        </p:tgtEl>
                                        <p:attrNameLst>
                                          <p:attrName>style.visibility</p:attrName>
                                        </p:attrNameLst>
                                      </p:cBhvr>
                                      <p:to>
                                        <p:strVal val="visible"/>
                                      </p:to>
                                    </p:set>
                                    <p:animEffect transition="in" filter="fade">
                                      <p:cBhvr additive="repl">
                                        <p:cTn id="18" dur="500"/>
                                        <p:tgtEl>
                                          <p:spTgt spid="189"/>
                                        </p:tgtEl>
                                      </p:cBhvr>
                                    </p:animEffect>
                                  </p:childTnLst>
                                </p:cTn>
                              </p:par>
                              <p:par>
                                <p:cTn id="19" presetID="10" presetClass="entr" fill="hold" nodeType="withEffect">
                                  <p:stCondLst>
                                    <p:cond delay="0"/>
                                  </p:stCondLst>
                                  <p:childTnLst>
                                    <p:set>
                                      <p:cBhvr>
                                        <p:cTn id="20" dur="1" fill="hold">
                                          <p:stCondLst>
                                            <p:cond delay="0"/>
                                          </p:stCondLst>
                                        </p:cTn>
                                        <p:tgtEl>
                                          <p:spTgt spid="192"/>
                                        </p:tgtEl>
                                        <p:attrNameLst>
                                          <p:attrName>style.visibility</p:attrName>
                                        </p:attrNameLst>
                                      </p:cBhvr>
                                      <p:to>
                                        <p:strVal val="visible"/>
                                      </p:to>
                                    </p:set>
                                    <p:animEffect transition="in" filter="fade">
                                      <p:cBhvr additive="repl">
                                        <p:cTn id="21" dur="500"/>
                                        <p:tgtEl>
                                          <p:spTgt spid="192"/>
                                        </p:tgtEl>
                                      </p:cBhvr>
                                    </p:animEffect>
                                  </p:childTnLst>
                                </p:cTn>
                              </p:par>
                              <p:par>
                                <p:cTn id="22" presetID="10" presetClass="entr" fill="hold" nodeType="withEffect">
                                  <p:stCondLst>
                                    <p:cond delay="0"/>
                                  </p:stCondLst>
                                  <p:childTnLst>
                                    <p:set>
                                      <p:cBhvr>
                                        <p:cTn id="23" dur="1" fill="hold">
                                          <p:stCondLst>
                                            <p:cond delay="0"/>
                                          </p:stCondLst>
                                        </p:cTn>
                                        <p:tgtEl>
                                          <p:spTgt spid="195"/>
                                        </p:tgtEl>
                                        <p:attrNameLst>
                                          <p:attrName>style.visibility</p:attrName>
                                        </p:attrNameLst>
                                      </p:cBhvr>
                                      <p:to>
                                        <p:strVal val="visible"/>
                                      </p:to>
                                    </p:set>
                                    <p:animEffect transition="in" filter="fade">
                                      <p:cBhvr additive="repl">
                                        <p:cTn id="24" dur="500"/>
                                        <p:tgtEl>
                                          <p:spTgt spid="19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fill="hold" nodeType="clickEffect">
                                  <p:stCondLst>
                                    <p:cond delay="0"/>
                                  </p:stCondLst>
                                  <p:childTnLst>
                                    <p:set>
                                      <p:cBhvr>
                                        <p:cTn id="28" dur="1" fill="hold">
                                          <p:stCondLst>
                                            <p:cond delay="0"/>
                                          </p:stCondLst>
                                        </p:cTn>
                                        <p:tgtEl>
                                          <p:spTgt spid="190"/>
                                        </p:tgtEl>
                                        <p:attrNameLst>
                                          <p:attrName>style.visibility</p:attrName>
                                        </p:attrNameLst>
                                      </p:cBhvr>
                                      <p:to>
                                        <p:strVal val="visible"/>
                                      </p:to>
                                    </p:set>
                                    <p:animEffect transition="in" filter="fade">
                                      <p:cBhvr additive="repl">
                                        <p:cTn id="29" dur="500"/>
                                        <p:tgtEl>
                                          <p:spTgt spid="190"/>
                                        </p:tgtEl>
                                      </p:cBhvr>
                                    </p:animEffect>
                                  </p:childTnLst>
                                </p:cTn>
                              </p:par>
                              <p:par>
                                <p:cTn id="30" presetID="10" presetClass="entr" fill="hold" nodeType="withEffect">
                                  <p:stCondLst>
                                    <p:cond delay="0"/>
                                  </p:stCondLst>
                                  <p:childTnLst>
                                    <p:set>
                                      <p:cBhvr>
                                        <p:cTn id="31" dur="1" fill="hold">
                                          <p:stCondLst>
                                            <p:cond delay="0"/>
                                          </p:stCondLst>
                                        </p:cTn>
                                        <p:tgtEl>
                                          <p:spTgt spid="193"/>
                                        </p:tgtEl>
                                        <p:attrNameLst>
                                          <p:attrName>style.visibility</p:attrName>
                                        </p:attrNameLst>
                                      </p:cBhvr>
                                      <p:to>
                                        <p:strVal val="visible"/>
                                      </p:to>
                                    </p:set>
                                    <p:animEffect transition="in" filter="fade">
                                      <p:cBhvr additive="repl">
                                        <p:cTn id="32" dur="500"/>
                                        <p:tgtEl>
                                          <p:spTgt spid="193"/>
                                        </p:tgtEl>
                                      </p:cBhvr>
                                    </p:animEffect>
                                  </p:childTnLst>
                                </p:cTn>
                              </p:par>
                              <p:par>
                                <p:cTn id="33" presetID="10" presetClass="entr" fill="hold" nodeType="withEffect">
                                  <p:stCondLst>
                                    <p:cond delay="0"/>
                                  </p:stCondLst>
                                  <p:childTnLst>
                                    <p:set>
                                      <p:cBhvr>
                                        <p:cTn id="34" dur="1" fill="hold">
                                          <p:stCondLst>
                                            <p:cond delay="0"/>
                                          </p:stCondLst>
                                        </p:cTn>
                                        <p:tgtEl>
                                          <p:spTgt spid="196"/>
                                        </p:tgtEl>
                                        <p:attrNameLst>
                                          <p:attrName>style.visibility</p:attrName>
                                        </p:attrNameLst>
                                      </p:cBhvr>
                                      <p:to>
                                        <p:strVal val="visible"/>
                                      </p:to>
                                    </p:set>
                                    <p:animEffect transition="in" filter="fade">
                                      <p:cBhvr additive="repl">
                                        <p:cTn id="35" dur="500"/>
                                        <p:tgtEl>
                                          <p:spTgt spid="1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7" name="Connecteur droit avec flèche 4"/>
          <p:cNvCxnSpPr/>
          <p:nvPr/>
        </p:nvCxnSpPr>
        <p:spPr>
          <a:xfrm>
            <a:off x="2349360" y="2260440"/>
            <a:ext cx="8141040" cy="360"/>
          </a:xfrm>
          <a:prstGeom prst="straightConnector1">
            <a:avLst/>
          </a:prstGeom>
          <a:ln>
            <a:solidFill>
              <a:srgbClr val="000000"/>
            </a:solidFill>
            <a:tailEnd type="triangle" w="med" len="med"/>
          </a:ln>
        </p:spPr>
      </p:cxnSp>
      <p:sp>
        <p:nvSpPr>
          <p:cNvPr id="198" name="Rectangle 6"/>
          <p:cNvSpPr/>
          <p:nvPr/>
        </p:nvSpPr>
        <p:spPr>
          <a:xfrm>
            <a:off x="2533680" y="1149480"/>
            <a:ext cx="1606320" cy="952200"/>
          </a:xfrm>
          <a:prstGeom prst="rect">
            <a:avLst/>
          </a:prstGeom>
          <a:solidFill>
            <a:srgbClr val="156082"/>
          </a:solidFill>
          <a:ln>
            <a:solidFill>
              <a:srgbClr val="092A38"/>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fr-FR" sz="1800" b="0" strike="noStrike" spc="-1">
                <a:solidFill>
                  <a:schemeClr val="lt1"/>
                </a:solidFill>
                <a:latin typeface="Aptos"/>
              </a:rPr>
              <a:t>Semester 1</a:t>
            </a:r>
            <a:endParaRPr lang="fr-FR" sz="1800" b="0" strike="noStrike" spc="-1">
              <a:solidFill>
                <a:srgbClr val="FFFFFF"/>
              </a:solidFill>
              <a:latin typeface="Arial"/>
            </a:endParaRPr>
          </a:p>
        </p:txBody>
      </p:sp>
      <p:sp>
        <p:nvSpPr>
          <p:cNvPr id="199" name="Rectangle 17"/>
          <p:cNvSpPr/>
          <p:nvPr/>
        </p:nvSpPr>
        <p:spPr>
          <a:xfrm>
            <a:off x="819000" y="1162080"/>
            <a:ext cx="1479240" cy="1009440"/>
          </a:xfrm>
          <a:prstGeom prst="rect">
            <a:avLst/>
          </a:prstGeom>
          <a:noFill/>
          <a:ln>
            <a:solidFill>
              <a:srgbClr val="FFFFFF"/>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fr-FR" sz="1400" b="0" strike="noStrike" spc="-1">
                <a:solidFill>
                  <a:srgbClr val="000000"/>
                </a:solidFill>
                <a:latin typeface="Aptos"/>
              </a:rPr>
              <a:t>Beginning of the experiment: September 2017</a:t>
            </a:r>
            <a:endParaRPr lang="fr-FR" sz="1400" b="0" strike="noStrike" spc="-1">
              <a:solidFill>
                <a:srgbClr val="000000"/>
              </a:solidFill>
              <a:latin typeface="Arial"/>
            </a:endParaRPr>
          </a:p>
        </p:txBody>
      </p:sp>
      <p:sp>
        <p:nvSpPr>
          <p:cNvPr id="200" name="Rectangle 19"/>
          <p:cNvSpPr/>
          <p:nvPr/>
        </p:nvSpPr>
        <p:spPr>
          <a:xfrm>
            <a:off x="5229360" y="2114640"/>
            <a:ext cx="1479240" cy="1009440"/>
          </a:xfrm>
          <a:prstGeom prst="rect">
            <a:avLst/>
          </a:prstGeom>
          <a:noFill/>
          <a:ln>
            <a:solidFill>
              <a:srgbClr val="FFFFFF"/>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fr-FR" sz="1400" b="0" strike="noStrike" spc="-1">
                <a:solidFill>
                  <a:srgbClr val="000000"/>
                </a:solidFill>
                <a:latin typeface="Aptos"/>
              </a:rPr>
              <a:t>Cohort 1</a:t>
            </a:r>
            <a:endParaRPr lang="fr-FR" sz="1400" b="0" strike="noStrike" spc="-1">
              <a:solidFill>
                <a:srgbClr val="000000"/>
              </a:solidFill>
              <a:latin typeface="Arial"/>
            </a:endParaRPr>
          </a:p>
        </p:txBody>
      </p:sp>
      <p:sp>
        <p:nvSpPr>
          <p:cNvPr id="201" name="Rectangle 21"/>
          <p:cNvSpPr/>
          <p:nvPr/>
        </p:nvSpPr>
        <p:spPr>
          <a:xfrm>
            <a:off x="4496760" y="1149480"/>
            <a:ext cx="1606320" cy="952200"/>
          </a:xfrm>
          <a:prstGeom prst="rect">
            <a:avLst/>
          </a:prstGeom>
          <a:solidFill>
            <a:srgbClr val="156082"/>
          </a:solidFill>
          <a:ln>
            <a:solidFill>
              <a:srgbClr val="092A38"/>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fr-FR" sz="1800" b="0" strike="noStrike" spc="-1">
                <a:solidFill>
                  <a:schemeClr val="lt1"/>
                </a:solidFill>
                <a:latin typeface="Aptos"/>
              </a:rPr>
              <a:t>Semester 2</a:t>
            </a:r>
            <a:endParaRPr lang="fr-FR" sz="1800" b="0" strike="noStrike" spc="-1">
              <a:solidFill>
                <a:srgbClr val="FFFFFF"/>
              </a:solidFill>
              <a:latin typeface="Arial"/>
            </a:endParaRPr>
          </a:p>
        </p:txBody>
      </p:sp>
      <p:sp>
        <p:nvSpPr>
          <p:cNvPr id="202" name="Rectangle 23"/>
          <p:cNvSpPr/>
          <p:nvPr/>
        </p:nvSpPr>
        <p:spPr>
          <a:xfrm>
            <a:off x="6460200" y="1149480"/>
            <a:ext cx="1606320" cy="952200"/>
          </a:xfrm>
          <a:prstGeom prst="rect">
            <a:avLst/>
          </a:prstGeom>
          <a:solidFill>
            <a:srgbClr val="156082"/>
          </a:solidFill>
          <a:ln>
            <a:solidFill>
              <a:srgbClr val="092A38"/>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fr-FR" sz="1800" b="0" strike="noStrike" spc="-1">
                <a:solidFill>
                  <a:schemeClr val="lt1"/>
                </a:solidFill>
                <a:latin typeface="Aptos"/>
              </a:rPr>
              <a:t>Semester 3</a:t>
            </a:r>
            <a:endParaRPr lang="fr-FR" sz="1800" b="0" strike="noStrike" spc="-1">
              <a:solidFill>
                <a:srgbClr val="FFFFFF"/>
              </a:solidFill>
              <a:latin typeface="Arial"/>
            </a:endParaRPr>
          </a:p>
        </p:txBody>
      </p:sp>
      <p:sp>
        <p:nvSpPr>
          <p:cNvPr id="203" name="Rectangle 29"/>
          <p:cNvSpPr/>
          <p:nvPr/>
        </p:nvSpPr>
        <p:spPr>
          <a:xfrm>
            <a:off x="8423280" y="1149480"/>
            <a:ext cx="1606320" cy="952200"/>
          </a:xfrm>
          <a:prstGeom prst="rect">
            <a:avLst/>
          </a:prstGeom>
          <a:solidFill>
            <a:srgbClr val="156082"/>
          </a:solidFill>
          <a:ln>
            <a:solidFill>
              <a:srgbClr val="092A38"/>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fr-FR" sz="1800" b="0" strike="noStrike" spc="-1">
                <a:solidFill>
                  <a:schemeClr val="lt1"/>
                </a:solidFill>
                <a:latin typeface="Aptos"/>
              </a:rPr>
              <a:t>Semester 4</a:t>
            </a:r>
            <a:endParaRPr lang="fr-FR" sz="1800" b="0" strike="noStrike" spc="-1">
              <a:solidFill>
                <a:srgbClr val="FFFFFF"/>
              </a:solidFill>
              <a:latin typeface="Arial"/>
            </a:endParaRPr>
          </a:p>
        </p:txBody>
      </p:sp>
      <p:cxnSp>
        <p:nvCxnSpPr>
          <p:cNvPr id="204" name="Connecteur droit avec flèche 11"/>
          <p:cNvCxnSpPr/>
          <p:nvPr/>
        </p:nvCxnSpPr>
        <p:spPr>
          <a:xfrm>
            <a:off x="4292280" y="1090440"/>
            <a:ext cx="360" cy="1086120"/>
          </a:xfrm>
          <a:prstGeom prst="straightConnector1">
            <a:avLst/>
          </a:prstGeom>
          <a:ln>
            <a:solidFill>
              <a:srgbClr val="000000"/>
            </a:solidFill>
            <a:tailEnd type="triangle" w="med" len="med"/>
          </a:ln>
        </p:spPr>
      </p:cxnSp>
      <p:sp>
        <p:nvSpPr>
          <p:cNvPr id="205" name="Rectangle 31"/>
          <p:cNvSpPr/>
          <p:nvPr/>
        </p:nvSpPr>
        <p:spPr>
          <a:xfrm>
            <a:off x="3552840" y="227160"/>
            <a:ext cx="1479240" cy="100944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fr-FR" sz="1400" b="0" strike="noStrike" spc="-1">
                <a:solidFill>
                  <a:srgbClr val="000000"/>
                </a:solidFill>
                <a:latin typeface="Aptos"/>
              </a:rPr>
              <a:t>Performance S1</a:t>
            </a:r>
            <a:endParaRPr lang="fr-FR" sz="1400" b="0" strike="noStrike" spc="-1">
              <a:solidFill>
                <a:srgbClr val="000000"/>
              </a:solidFill>
              <a:latin typeface="Arial"/>
            </a:endParaRPr>
          </a:p>
          <a:p>
            <a:pPr algn="ctr" defTabSz="914400">
              <a:lnSpc>
                <a:spcPct val="100000"/>
              </a:lnSpc>
            </a:pPr>
            <a:r>
              <a:rPr lang="fr-FR" sz="1400" b="0" strike="noStrike" spc="-1">
                <a:solidFill>
                  <a:srgbClr val="000000"/>
                </a:solidFill>
                <a:latin typeface="Aptos"/>
              </a:rPr>
              <a:t>December 2017</a:t>
            </a:r>
            <a:endParaRPr lang="fr-FR" sz="1400" b="0" strike="noStrike" spc="-1">
              <a:solidFill>
                <a:srgbClr val="000000"/>
              </a:solidFill>
              <a:latin typeface="Arial"/>
            </a:endParaRPr>
          </a:p>
        </p:txBody>
      </p:sp>
      <p:cxnSp>
        <p:nvCxnSpPr>
          <p:cNvPr id="206" name="Connecteur droit avec flèche 12"/>
          <p:cNvCxnSpPr/>
          <p:nvPr/>
        </p:nvCxnSpPr>
        <p:spPr>
          <a:xfrm>
            <a:off x="6281640" y="1090440"/>
            <a:ext cx="360" cy="1086120"/>
          </a:xfrm>
          <a:prstGeom prst="straightConnector1">
            <a:avLst/>
          </a:prstGeom>
          <a:ln>
            <a:solidFill>
              <a:srgbClr val="000000"/>
            </a:solidFill>
            <a:tailEnd type="triangle" w="med" len="med"/>
          </a:ln>
        </p:spPr>
      </p:cxnSp>
      <p:sp>
        <p:nvSpPr>
          <p:cNvPr id="207" name="Rectangle 39"/>
          <p:cNvSpPr/>
          <p:nvPr/>
        </p:nvSpPr>
        <p:spPr>
          <a:xfrm>
            <a:off x="5541840" y="227160"/>
            <a:ext cx="1479240" cy="100944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fr-FR" sz="1400" b="0" strike="noStrike" spc="-1">
                <a:solidFill>
                  <a:srgbClr val="000000"/>
                </a:solidFill>
                <a:latin typeface="Aptos"/>
              </a:rPr>
              <a:t>Performance S2</a:t>
            </a:r>
            <a:endParaRPr lang="fr-FR" sz="1400" b="0" strike="noStrike" spc="-1">
              <a:solidFill>
                <a:srgbClr val="000000"/>
              </a:solidFill>
              <a:latin typeface="Arial"/>
            </a:endParaRPr>
          </a:p>
          <a:p>
            <a:pPr algn="ctr" defTabSz="914400">
              <a:lnSpc>
                <a:spcPct val="100000"/>
              </a:lnSpc>
            </a:pPr>
            <a:r>
              <a:rPr lang="fr-FR" sz="1400" b="0" strike="noStrike" spc="-1">
                <a:solidFill>
                  <a:srgbClr val="000000"/>
                </a:solidFill>
                <a:latin typeface="Aptos"/>
              </a:rPr>
              <a:t>May 2018</a:t>
            </a:r>
            <a:endParaRPr lang="fr-FR" sz="1400" b="0" strike="noStrike" spc="-1">
              <a:solidFill>
                <a:srgbClr val="000000"/>
              </a:solidFill>
              <a:latin typeface="Arial"/>
            </a:endParaRPr>
          </a:p>
        </p:txBody>
      </p:sp>
      <p:cxnSp>
        <p:nvCxnSpPr>
          <p:cNvPr id="208" name="Connecteur droit avec flèche 13"/>
          <p:cNvCxnSpPr/>
          <p:nvPr/>
        </p:nvCxnSpPr>
        <p:spPr>
          <a:xfrm>
            <a:off x="8270640" y="1090440"/>
            <a:ext cx="360" cy="1086120"/>
          </a:xfrm>
          <a:prstGeom prst="straightConnector1">
            <a:avLst/>
          </a:prstGeom>
          <a:ln>
            <a:solidFill>
              <a:srgbClr val="000000"/>
            </a:solidFill>
            <a:tailEnd type="triangle" w="med" len="med"/>
          </a:ln>
        </p:spPr>
      </p:cxnSp>
      <p:sp>
        <p:nvSpPr>
          <p:cNvPr id="209" name="Rectangle 43"/>
          <p:cNvSpPr/>
          <p:nvPr/>
        </p:nvSpPr>
        <p:spPr>
          <a:xfrm>
            <a:off x="7531200" y="227160"/>
            <a:ext cx="1479240" cy="100944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fr-FR" sz="1400" b="0" strike="noStrike" spc="-1">
                <a:solidFill>
                  <a:srgbClr val="000000"/>
                </a:solidFill>
                <a:latin typeface="Aptos"/>
              </a:rPr>
              <a:t>Performance S3</a:t>
            </a:r>
            <a:endParaRPr lang="fr-FR" sz="1400" b="0" strike="noStrike" spc="-1">
              <a:solidFill>
                <a:srgbClr val="000000"/>
              </a:solidFill>
              <a:latin typeface="Arial"/>
            </a:endParaRPr>
          </a:p>
          <a:p>
            <a:pPr algn="ctr" defTabSz="914400">
              <a:lnSpc>
                <a:spcPct val="100000"/>
              </a:lnSpc>
            </a:pPr>
            <a:r>
              <a:rPr lang="fr-FR" sz="1400" b="0" strike="noStrike" spc="-1">
                <a:solidFill>
                  <a:srgbClr val="000000"/>
                </a:solidFill>
                <a:latin typeface="Aptos"/>
              </a:rPr>
              <a:t>December 2018</a:t>
            </a:r>
            <a:endParaRPr lang="fr-FR" sz="1400" b="0" strike="noStrike" spc="-1">
              <a:solidFill>
                <a:srgbClr val="000000"/>
              </a:solidFill>
              <a:latin typeface="Arial"/>
            </a:endParaRPr>
          </a:p>
        </p:txBody>
      </p:sp>
      <p:cxnSp>
        <p:nvCxnSpPr>
          <p:cNvPr id="210" name="Connecteur droit avec flèche 14"/>
          <p:cNvCxnSpPr/>
          <p:nvPr/>
        </p:nvCxnSpPr>
        <p:spPr>
          <a:xfrm>
            <a:off x="10260000" y="1090440"/>
            <a:ext cx="360" cy="1086120"/>
          </a:xfrm>
          <a:prstGeom prst="straightConnector1">
            <a:avLst/>
          </a:prstGeom>
          <a:ln>
            <a:solidFill>
              <a:srgbClr val="000000"/>
            </a:solidFill>
            <a:tailEnd type="triangle" w="med" len="med"/>
          </a:ln>
        </p:spPr>
      </p:cxnSp>
      <p:sp>
        <p:nvSpPr>
          <p:cNvPr id="211" name="Rectangle 45"/>
          <p:cNvSpPr/>
          <p:nvPr/>
        </p:nvSpPr>
        <p:spPr>
          <a:xfrm>
            <a:off x="9520200" y="227160"/>
            <a:ext cx="1479240" cy="100944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fr-FR" sz="1400" b="0" strike="noStrike" spc="-1">
                <a:solidFill>
                  <a:srgbClr val="000000"/>
                </a:solidFill>
                <a:latin typeface="Aptos"/>
              </a:rPr>
              <a:t>Performance S4</a:t>
            </a:r>
            <a:endParaRPr lang="fr-FR" sz="1400" b="0" strike="noStrike" spc="-1">
              <a:solidFill>
                <a:srgbClr val="000000"/>
              </a:solidFill>
              <a:latin typeface="Arial"/>
            </a:endParaRPr>
          </a:p>
          <a:p>
            <a:pPr algn="ctr" defTabSz="914400">
              <a:lnSpc>
                <a:spcPct val="100000"/>
              </a:lnSpc>
            </a:pPr>
            <a:r>
              <a:rPr lang="fr-FR" sz="1400" b="0" strike="noStrike" spc="-1">
                <a:solidFill>
                  <a:srgbClr val="000000"/>
                </a:solidFill>
                <a:latin typeface="Aptos"/>
              </a:rPr>
              <a:t>May 2019</a:t>
            </a:r>
            <a:endParaRPr lang="fr-FR" sz="1400" b="0" strike="noStrike" spc="-1">
              <a:solidFill>
                <a:srgbClr val="000000"/>
              </a:solidFill>
              <a:latin typeface="Arial"/>
            </a:endParaRPr>
          </a:p>
        </p:txBody>
      </p:sp>
      <p:cxnSp>
        <p:nvCxnSpPr>
          <p:cNvPr id="212" name="Connecteur droit avec flèche 15"/>
          <p:cNvCxnSpPr/>
          <p:nvPr/>
        </p:nvCxnSpPr>
        <p:spPr>
          <a:xfrm>
            <a:off x="2349360" y="4768560"/>
            <a:ext cx="8141040" cy="360"/>
          </a:xfrm>
          <a:prstGeom prst="straightConnector1">
            <a:avLst/>
          </a:prstGeom>
          <a:ln>
            <a:solidFill>
              <a:srgbClr val="000000"/>
            </a:solidFill>
            <a:tailEnd type="triangle" w="med" len="med"/>
          </a:ln>
        </p:spPr>
      </p:cxnSp>
      <p:sp>
        <p:nvSpPr>
          <p:cNvPr id="213" name="Rectangle 46"/>
          <p:cNvSpPr/>
          <p:nvPr/>
        </p:nvSpPr>
        <p:spPr>
          <a:xfrm>
            <a:off x="5229360" y="4697280"/>
            <a:ext cx="1479240" cy="1009440"/>
          </a:xfrm>
          <a:prstGeom prst="rect">
            <a:avLst/>
          </a:prstGeom>
          <a:noFill/>
          <a:ln>
            <a:solidFill>
              <a:srgbClr val="FFFFFF"/>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fr-FR" sz="1400" b="0" strike="noStrike" spc="-1">
                <a:solidFill>
                  <a:srgbClr val="000000"/>
                </a:solidFill>
                <a:latin typeface="Aptos"/>
              </a:rPr>
              <a:t>Cohort 2</a:t>
            </a:r>
            <a:endParaRPr lang="fr-FR" sz="1400" b="0" strike="noStrike" spc="-1">
              <a:solidFill>
                <a:srgbClr val="000000"/>
              </a:solidFill>
              <a:latin typeface="Arial"/>
            </a:endParaRPr>
          </a:p>
        </p:txBody>
      </p:sp>
      <p:sp>
        <p:nvSpPr>
          <p:cNvPr id="214" name="Rectangle 47"/>
          <p:cNvSpPr/>
          <p:nvPr/>
        </p:nvSpPr>
        <p:spPr>
          <a:xfrm>
            <a:off x="2533680" y="3587760"/>
            <a:ext cx="1606320" cy="952200"/>
          </a:xfrm>
          <a:prstGeom prst="rect">
            <a:avLst/>
          </a:prstGeom>
          <a:solidFill>
            <a:srgbClr val="156082"/>
          </a:solidFill>
          <a:ln>
            <a:solidFill>
              <a:srgbClr val="092A38"/>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fr-FR" sz="1800" b="0" strike="noStrike" spc="-1">
                <a:solidFill>
                  <a:schemeClr val="lt1"/>
                </a:solidFill>
                <a:latin typeface="Aptos"/>
              </a:rPr>
              <a:t>Semester 1</a:t>
            </a:r>
            <a:endParaRPr lang="fr-FR" sz="1800" b="0" strike="noStrike" spc="-1">
              <a:solidFill>
                <a:srgbClr val="FFFFFF"/>
              </a:solidFill>
              <a:latin typeface="Arial"/>
            </a:endParaRPr>
          </a:p>
        </p:txBody>
      </p:sp>
      <p:sp>
        <p:nvSpPr>
          <p:cNvPr id="215" name="Rectangle 48"/>
          <p:cNvSpPr/>
          <p:nvPr/>
        </p:nvSpPr>
        <p:spPr>
          <a:xfrm>
            <a:off x="4496760" y="3587760"/>
            <a:ext cx="1606320" cy="952200"/>
          </a:xfrm>
          <a:prstGeom prst="rect">
            <a:avLst/>
          </a:prstGeom>
          <a:solidFill>
            <a:srgbClr val="156082"/>
          </a:solidFill>
          <a:ln>
            <a:solidFill>
              <a:srgbClr val="092A38"/>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fr-FR" sz="1800" b="0" strike="noStrike" spc="-1">
                <a:solidFill>
                  <a:schemeClr val="lt1"/>
                </a:solidFill>
                <a:latin typeface="Aptos"/>
              </a:rPr>
              <a:t>Semester 2</a:t>
            </a:r>
            <a:endParaRPr lang="fr-FR" sz="1800" b="0" strike="noStrike" spc="-1">
              <a:solidFill>
                <a:srgbClr val="FFFFFF"/>
              </a:solidFill>
              <a:latin typeface="Arial"/>
            </a:endParaRPr>
          </a:p>
        </p:txBody>
      </p:sp>
      <p:sp>
        <p:nvSpPr>
          <p:cNvPr id="216" name="Rectangle 49"/>
          <p:cNvSpPr/>
          <p:nvPr/>
        </p:nvSpPr>
        <p:spPr>
          <a:xfrm>
            <a:off x="6460200" y="3587760"/>
            <a:ext cx="1606320" cy="952200"/>
          </a:xfrm>
          <a:prstGeom prst="rect">
            <a:avLst/>
          </a:prstGeom>
          <a:solidFill>
            <a:srgbClr val="156082"/>
          </a:solidFill>
          <a:ln>
            <a:solidFill>
              <a:srgbClr val="092A38"/>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fr-FR" sz="1800" b="0" strike="noStrike" spc="-1">
                <a:solidFill>
                  <a:schemeClr val="lt1"/>
                </a:solidFill>
                <a:latin typeface="Aptos"/>
              </a:rPr>
              <a:t>Semester 3</a:t>
            </a:r>
            <a:endParaRPr lang="fr-FR" sz="1800" b="0" strike="noStrike" spc="-1">
              <a:solidFill>
                <a:srgbClr val="FFFFFF"/>
              </a:solidFill>
              <a:latin typeface="Arial"/>
            </a:endParaRPr>
          </a:p>
        </p:txBody>
      </p:sp>
      <p:sp>
        <p:nvSpPr>
          <p:cNvPr id="217" name="Rectangle 50"/>
          <p:cNvSpPr/>
          <p:nvPr/>
        </p:nvSpPr>
        <p:spPr>
          <a:xfrm>
            <a:off x="8423280" y="3587760"/>
            <a:ext cx="1606320" cy="952200"/>
          </a:xfrm>
          <a:prstGeom prst="rect">
            <a:avLst/>
          </a:prstGeom>
          <a:solidFill>
            <a:srgbClr val="156082"/>
          </a:solidFill>
          <a:ln>
            <a:solidFill>
              <a:srgbClr val="092A38"/>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fr-FR" sz="1800" b="0" strike="noStrike" spc="-1">
                <a:solidFill>
                  <a:schemeClr val="lt1"/>
                </a:solidFill>
                <a:latin typeface="Aptos"/>
              </a:rPr>
              <a:t>Semester 4</a:t>
            </a:r>
            <a:endParaRPr lang="fr-FR" sz="1800" b="0" strike="noStrike" spc="-1">
              <a:solidFill>
                <a:srgbClr val="FFFFFF"/>
              </a:solidFill>
              <a:latin typeface="Arial"/>
            </a:endParaRPr>
          </a:p>
        </p:txBody>
      </p:sp>
      <p:cxnSp>
        <p:nvCxnSpPr>
          <p:cNvPr id="218" name="Connecteur droit avec flèche 16"/>
          <p:cNvCxnSpPr/>
          <p:nvPr/>
        </p:nvCxnSpPr>
        <p:spPr>
          <a:xfrm>
            <a:off x="4292280" y="3528720"/>
            <a:ext cx="360" cy="1086480"/>
          </a:xfrm>
          <a:prstGeom prst="straightConnector1">
            <a:avLst/>
          </a:prstGeom>
          <a:ln>
            <a:solidFill>
              <a:srgbClr val="000000"/>
            </a:solidFill>
            <a:tailEnd type="triangle" w="med" len="med"/>
          </a:ln>
        </p:spPr>
      </p:cxnSp>
      <p:sp>
        <p:nvSpPr>
          <p:cNvPr id="219" name="Rectangle 51"/>
          <p:cNvSpPr/>
          <p:nvPr/>
        </p:nvSpPr>
        <p:spPr>
          <a:xfrm>
            <a:off x="3552840" y="2665440"/>
            <a:ext cx="1479240" cy="100944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fr-FR" sz="1400" b="0" strike="noStrike" spc="-1">
                <a:solidFill>
                  <a:srgbClr val="000000"/>
                </a:solidFill>
                <a:latin typeface="Aptos"/>
              </a:rPr>
              <a:t>Performance S1</a:t>
            </a:r>
            <a:endParaRPr lang="fr-FR" sz="1400" b="0" strike="noStrike" spc="-1">
              <a:solidFill>
                <a:srgbClr val="000000"/>
              </a:solidFill>
              <a:latin typeface="Arial"/>
            </a:endParaRPr>
          </a:p>
          <a:p>
            <a:pPr algn="ctr" defTabSz="914400">
              <a:lnSpc>
                <a:spcPct val="100000"/>
              </a:lnSpc>
            </a:pPr>
            <a:r>
              <a:rPr lang="fr-FR" sz="1400" b="0" strike="noStrike" spc="-1">
                <a:solidFill>
                  <a:srgbClr val="000000"/>
                </a:solidFill>
                <a:latin typeface="Aptos"/>
              </a:rPr>
              <a:t>December 2018</a:t>
            </a:r>
            <a:endParaRPr lang="fr-FR" sz="1400" b="0" strike="noStrike" spc="-1">
              <a:solidFill>
                <a:srgbClr val="000000"/>
              </a:solidFill>
              <a:latin typeface="Arial"/>
            </a:endParaRPr>
          </a:p>
        </p:txBody>
      </p:sp>
      <p:cxnSp>
        <p:nvCxnSpPr>
          <p:cNvPr id="220" name="Connecteur droit avec flèche 17"/>
          <p:cNvCxnSpPr/>
          <p:nvPr/>
        </p:nvCxnSpPr>
        <p:spPr>
          <a:xfrm>
            <a:off x="6281640" y="3528720"/>
            <a:ext cx="360" cy="1086480"/>
          </a:xfrm>
          <a:prstGeom prst="straightConnector1">
            <a:avLst/>
          </a:prstGeom>
          <a:ln>
            <a:solidFill>
              <a:srgbClr val="000000"/>
            </a:solidFill>
            <a:tailEnd type="triangle" w="med" len="med"/>
          </a:ln>
        </p:spPr>
      </p:cxnSp>
      <p:sp>
        <p:nvSpPr>
          <p:cNvPr id="221" name="Rectangle 52"/>
          <p:cNvSpPr/>
          <p:nvPr/>
        </p:nvSpPr>
        <p:spPr>
          <a:xfrm>
            <a:off x="5541840" y="2665440"/>
            <a:ext cx="1479240" cy="100944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fr-FR" sz="1400" b="0" strike="noStrike" spc="-1">
                <a:solidFill>
                  <a:srgbClr val="000000"/>
                </a:solidFill>
                <a:latin typeface="Aptos"/>
              </a:rPr>
              <a:t>Performance S2</a:t>
            </a:r>
            <a:endParaRPr lang="fr-FR" sz="1400" b="0" strike="noStrike" spc="-1">
              <a:solidFill>
                <a:srgbClr val="000000"/>
              </a:solidFill>
              <a:latin typeface="Arial"/>
            </a:endParaRPr>
          </a:p>
          <a:p>
            <a:pPr algn="ctr" defTabSz="914400">
              <a:lnSpc>
                <a:spcPct val="100000"/>
              </a:lnSpc>
            </a:pPr>
            <a:r>
              <a:rPr lang="fr-FR" sz="1400" b="0" strike="noStrike" spc="-1">
                <a:solidFill>
                  <a:srgbClr val="000000"/>
                </a:solidFill>
                <a:latin typeface="Aptos"/>
              </a:rPr>
              <a:t>May 2019</a:t>
            </a:r>
            <a:endParaRPr lang="fr-FR" sz="1400" b="0" strike="noStrike" spc="-1">
              <a:solidFill>
                <a:srgbClr val="000000"/>
              </a:solidFill>
              <a:latin typeface="Arial"/>
            </a:endParaRPr>
          </a:p>
        </p:txBody>
      </p:sp>
      <p:cxnSp>
        <p:nvCxnSpPr>
          <p:cNvPr id="222" name="Connecteur droit avec flèche 18"/>
          <p:cNvCxnSpPr/>
          <p:nvPr/>
        </p:nvCxnSpPr>
        <p:spPr>
          <a:xfrm>
            <a:off x="8270640" y="3528720"/>
            <a:ext cx="360" cy="1086480"/>
          </a:xfrm>
          <a:prstGeom prst="straightConnector1">
            <a:avLst/>
          </a:prstGeom>
          <a:ln>
            <a:solidFill>
              <a:srgbClr val="000000"/>
            </a:solidFill>
            <a:tailEnd type="triangle" w="med" len="med"/>
          </a:ln>
        </p:spPr>
      </p:cxnSp>
      <p:sp>
        <p:nvSpPr>
          <p:cNvPr id="223" name="Rectangle 53"/>
          <p:cNvSpPr/>
          <p:nvPr/>
        </p:nvSpPr>
        <p:spPr>
          <a:xfrm>
            <a:off x="7531200" y="2665440"/>
            <a:ext cx="1479240" cy="100944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fr-FR" sz="1400" b="0" strike="noStrike" spc="-1">
                <a:solidFill>
                  <a:srgbClr val="000000"/>
                </a:solidFill>
                <a:latin typeface="Aptos"/>
              </a:rPr>
              <a:t>Performance S3</a:t>
            </a:r>
            <a:endParaRPr lang="fr-FR" sz="1400" b="0" strike="noStrike" spc="-1">
              <a:solidFill>
                <a:srgbClr val="000000"/>
              </a:solidFill>
              <a:latin typeface="Arial"/>
            </a:endParaRPr>
          </a:p>
          <a:p>
            <a:pPr algn="ctr" defTabSz="914400">
              <a:lnSpc>
                <a:spcPct val="100000"/>
              </a:lnSpc>
            </a:pPr>
            <a:r>
              <a:rPr lang="fr-FR" sz="1400" b="0" strike="noStrike" spc="-1">
                <a:solidFill>
                  <a:srgbClr val="000000"/>
                </a:solidFill>
                <a:latin typeface="Aptos"/>
              </a:rPr>
              <a:t>December 2019</a:t>
            </a:r>
            <a:endParaRPr lang="fr-FR" sz="1400" b="0" strike="noStrike" spc="-1">
              <a:solidFill>
                <a:srgbClr val="000000"/>
              </a:solidFill>
              <a:latin typeface="Arial"/>
            </a:endParaRPr>
          </a:p>
        </p:txBody>
      </p:sp>
      <p:cxnSp>
        <p:nvCxnSpPr>
          <p:cNvPr id="224" name="Connecteur droit avec flèche 19"/>
          <p:cNvCxnSpPr/>
          <p:nvPr/>
        </p:nvCxnSpPr>
        <p:spPr>
          <a:xfrm>
            <a:off x="10260000" y="3528720"/>
            <a:ext cx="360" cy="1591200"/>
          </a:xfrm>
          <a:prstGeom prst="straightConnector1">
            <a:avLst/>
          </a:prstGeom>
          <a:ln>
            <a:solidFill>
              <a:srgbClr val="000000"/>
            </a:solidFill>
            <a:tailEnd type="triangle" w="med" len="med"/>
          </a:ln>
        </p:spPr>
      </p:cxnSp>
      <p:sp>
        <p:nvSpPr>
          <p:cNvPr id="225" name="Rectangle 54"/>
          <p:cNvSpPr/>
          <p:nvPr/>
        </p:nvSpPr>
        <p:spPr>
          <a:xfrm>
            <a:off x="9520200" y="2665440"/>
            <a:ext cx="1479240" cy="100944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fr-FR" sz="1400" b="0" strike="noStrike" spc="-1">
                <a:solidFill>
                  <a:srgbClr val="000000"/>
                </a:solidFill>
                <a:latin typeface="Aptos"/>
              </a:rPr>
              <a:t>Performance S4</a:t>
            </a:r>
            <a:endParaRPr lang="fr-FR" sz="1400" b="0" strike="noStrike" spc="-1">
              <a:solidFill>
                <a:srgbClr val="000000"/>
              </a:solidFill>
              <a:latin typeface="Arial"/>
            </a:endParaRPr>
          </a:p>
          <a:p>
            <a:pPr algn="ctr" defTabSz="914400">
              <a:lnSpc>
                <a:spcPct val="100000"/>
              </a:lnSpc>
            </a:pPr>
            <a:r>
              <a:rPr lang="fr-FR" sz="1400" b="0" strike="noStrike" spc="-1">
                <a:solidFill>
                  <a:srgbClr val="000000"/>
                </a:solidFill>
                <a:latin typeface="Aptos"/>
              </a:rPr>
              <a:t>May 2020</a:t>
            </a:r>
            <a:endParaRPr lang="fr-FR" sz="1400" b="0" strike="noStrike" spc="-1">
              <a:solidFill>
                <a:srgbClr val="000000"/>
              </a:solidFill>
              <a:latin typeface="Arial"/>
            </a:endParaRPr>
          </a:p>
        </p:txBody>
      </p:sp>
      <p:sp>
        <p:nvSpPr>
          <p:cNvPr id="226" name="Rectangle 55"/>
          <p:cNvSpPr/>
          <p:nvPr/>
        </p:nvSpPr>
        <p:spPr>
          <a:xfrm>
            <a:off x="9306000" y="4853160"/>
            <a:ext cx="1907640" cy="100944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fr-FR" sz="1400" b="0" strike="noStrike" spc="-1">
                <a:solidFill>
                  <a:srgbClr val="000000"/>
                </a:solidFill>
                <a:latin typeface="Aptos"/>
              </a:rPr>
              <a:t>Pandemic - COVID</a:t>
            </a:r>
            <a:endParaRPr lang="fr-FR" sz="1400" b="0" strike="noStrike" spc="-1">
              <a:solidFill>
                <a:srgbClr val="000000"/>
              </a:solidFill>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227" name="Rectangle 8">
            <a:extLst>
              <a:ext uri="{C183D7F6-B498-43B3-948B-1728B52AA6E4}">
                <adec:decorative xmlns:adec="http://schemas.microsoft.com/office/drawing/2017/decorative" val="1"/>
              </a:ext>
            </a:extLst>
          </p:cNvPr>
          <p:cNvSpPr/>
          <p:nvPr/>
        </p:nvSpPr>
        <p:spPr>
          <a:xfrm>
            <a:off x="0" y="0"/>
            <a:ext cx="12191760" cy="68576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800" b="0" strike="noStrike" spc="-1">
              <a:solidFill>
                <a:schemeClr val="lt1"/>
              </a:solidFill>
              <a:latin typeface="Calibri"/>
            </a:endParaRPr>
          </a:p>
        </p:txBody>
      </p:sp>
      <p:sp useBgFill="1">
        <p:nvSpPr>
          <p:cNvPr id="228" name="Rectangle 10">
            <a:extLst>
              <a:ext uri="{C183D7F6-B498-43B3-948B-1728B52AA6E4}">
                <adec:decorative xmlns:adec="http://schemas.microsoft.com/office/drawing/2017/decorative" val="1"/>
              </a:ext>
            </a:extLst>
          </p:cNvPr>
          <p:cNvSpPr/>
          <p:nvPr/>
        </p:nvSpPr>
        <p:spPr>
          <a:xfrm>
            <a:off x="558360" y="0"/>
            <a:ext cx="11167200" cy="2018520"/>
          </a:xfrm>
          <a:prstGeom prst="rect">
            <a:avLst/>
          </a:prstGeom>
          <a:ln w="9525">
            <a:solidFill>
              <a:srgbClr val="E1E1E1"/>
            </a:solidFill>
          </a:ln>
          <a:effectLst>
            <a:outerShdw blurRad="50760" dist="37674"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Calibri"/>
            </a:endParaRPr>
          </a:p>
        </p:txBody>
      </p:sp>
      <p:sp useBgFill="1">
        <p:nvSpPr>
          <p:cNvPr id="229" name="Rectangle 12">
            <a:extLst>
              <a:ext uri="{C183D7F6-B498-43B3-948B-1728B52AA6E4}">
                <adec:decorative xmlns:adec="http://schemas.microsoft.com/office/drawing/2017/decorative" val="1"/>
              </a:ext>
            </a:extLst>
          </p:cNvPr>
          <p:cNvSpPr/>
          <p:nvPr/>
        </p:nvSpPr>
        <p:spPr>
          <a:xfrm>
            <a:off x="567000" y="0"/>
            <a:ext cx="11155320" cy="2011320"/>
          </a:xfrm>
          <a:prstGeom prst="rect">
            <a:avLst/>
          </a:prstGeom>
          <a:ln w="9525">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Calibri"/>
            </a:endParaRPr>
          </a:p>
        </p:txBody>
      </p:sp>
      <p:sp>
        <p:nvSpPr>
          <p:cNvPr id="230" name="PlaceHolder 1"/>
          <p:cNvSpPr>
            <a:spLocks noGrp="1"/>
          </p:cNvSpPr>
          <p:nvPr>
            <p:ph type="title"/>
          </p:nvPr>
        </p:nvSpPr>
        <p:spPr>
          <a:xfrm>
            <a:off x="1115640" y="548640"/>
            <a:ext cx="10167840" cy="1179360"/>
          </a:xfrm>
          <a:prstGeom prst="rect">
            <a:avLst/>
          </a:prstGeom>
          <a:noFill/>
          <a:ln w="0">
            <a:noFill/>
          </a:ln>
        </p:spPr>
        <p:txBody>
          <a:bodyPr lIns="91440" tIns="45720" rIns="91440" bIns="45720" anchor="ctr">
            <a:normAutofit/>
          </a:bodyPr>
          <a:lstStyle/>
          <a:p>
            <a:pPr indent="0" defTabSz="914400">
              <a:lnSpc>
                <a:spcPct val="90000"/>
              </a:lnSpc>
              <a:buNone/>
            </a:pPr>
            <a:r>
              <a:rPr lang="fr-FR" sz="4000" b="0" strike="noStrike" spc="-1">
                <a:solidFill>
                  <a:schemeClr val="dk1"/>
                </a:solidFill>
                <a:latin typeface="Calibri Light"/>
              </a:rPr>
              <a:t>Outcomes and analytical strategy </a:t>
            </a:r>
            <a:endParaRPr lang="en-US" sz="4000" b="0" strike="noStrike" spc="-1">
              <a:solidFill>
                <a:schemeClr val="dk1"/>
              </a:solidFill>
              <a:latin typeface="Calibri"/>
            </a:endParaRPr>
          </a:p>
        </p:txBody>
      </p:sp>
      <p:sp>
        <p:nvSpPr>
          <p:cNvPr id="231" name="Rectangle 14">
            <a:extLst>
              <a:ext uri="{C183D7F6-B498-43B3-948B-1728B52AA6E4}">
                <adec:decorative xmlns:adec="http://schemas.microsoft.com/office/drawing/2017/decorative" val="1"/>
              </a:ext>
            </a:extLst>
          </p:cNvPr>
          <p:cNvSpPr/>
          <p:nvPr/>
        </p:nvSpPr>
        <p:spPr>
          <a:xfrm>
            <a:off x="498960" y="758880"/>
            <a:ext cx="127800" cy="703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800" b="0" strike="noStrike" spc="-1">
              <a:solidFill>
                <a:srgbClr val="FFFFFF"/>
              </a:solidFill>
              <a:latin typeface="Calibri"/>
            </a:endParaRPr>
          </a:p>
        </p:txBody>
      </p:sp>
      <p:sp>
        <p:nvSpPr>
          <p:cNvPr id="232" name="PlaceHolder 2"/>
          <p:cNvSpPr>
            <a:spLocks noGrp="1"/>
          </p:cNvSpPr>
          <p:nvPr>
            <p:ph type="sldNum" idx="44"/>
          </p:nvPr>
        </p:nvSpPr>
        <p:spPr>
          <a:xfrm>
            <a:off x="8540640" y="6356520"/>
            <a:ext cx="2742840" cy="364680"/>
          </a:xfrm>
          <a:prstGeom prst="rect">
            <a:avLst/>
          </a:prstGeom>
          <a:noFill/>
          <a:ln w="0">
            <a:noFill/>
          </a:ln>
        </p:spPr>
        <p:txBody>
          <a:bodyPr lIns="91440" tIns="45720" rIns="91440" bIns="45720" anchor="ctr">
            <a:normAutofit/>
          </a:bodyPr>
          <a:lstStyle>
            <a:lvl1pPr indent="0" algn="r" defTabSz="457200">
              <a:lnSpc>
                <a:spcPct val="100000"/>
              </a:lnSpc>
              <a:spcAft>
                <a:spcPts val="601"/>
              </a:spcAft>
              <a:buNone/>
              <a:defRPr lang="en-US" sz="1200" b="0" strike="noStrike" spc="-1">
                <a:solidFill>
                  <a:schemeClr val="dk1">
                    <a:lumMod val="50000"/>
                    <a:lumOff val="50000"/>
                  </a:schemeClr>
                </a:solidFill>
                <a:latin typeface="Calibri"/>
              </a:defRPr>
            </a:lvl1pPr>
          </a:lstStyle>
          <a:p>
            <a:pPr indent="0" algn="r" defTabSz="457200">
              <a:lnSpc>
                <a:spcPct val="100000"/>
              </a:lnSpc>
              <a:spcAft>
                <a:spcPts val="601"/>
              </a:spcAft>
              <a:buNone/>
            </a:pPr>
            <a:fld id="{D66F49FA-FA57-43A9-8682-8F20A1BE5819}" type="slidenum">
              <a:rPr lang="en-US" sz="1200" b="0" strike="noStrike" spc="-1">
                <a:solidFill>
                  <a:schemeClr val="dk1">
                    <a:lumMod val="50000"/>
                    <a:lumOff val="50000"/>
                  </a:schemeClr>
                </a:solidFill>
                <a:latin typeface="Calibri"/>
              </a:rPr>
              <a:t>8</a:t>
            </a:fld>
            <a:endParaRPr lang="fr-FR" sz="1200" b="0" strike="noStrike" spc="-1">
              <a:solidFill>
                <a:srgbClr val="000000"/>
              </a:solidFill>
              <a:latin typeface="Times New Roman"/>
            </a:endParaRPr>
          </a:p>
        </p:txBody>
      </p:sp>
      <p:sp>
        <p:nvSpPr>
          <p:cNvPr id="233" name="Espace réservé du contenu 2"/>
          <p:cNvSpPr/>
          <p:nvPr/>
        </p:nvSpPr>
        <p:spPr>
          <a:xfrm>
            <a:off x="567000" y="2481840"/>
            <a:ext cx="11155320" cy="36946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marL="228600" indent="-228600" algn="just" defTabSz="914400">
              <a:lnSpc>
                <a:spcPct val="90000"/>
              </a:lnSpc>
              <a:spcBef>
                <a:spcPts val="1001"/>
              </a:spcBef>
              <a:buClr>
                <a:srgbClr val="ED7D31"/>
              </a:buClr>
              <a:buFont typeface="Wingdings" charset="2"/>
              <a:buChar char=""/>
            </a:pPr>
            <a:r>
              <a:rPr lang="fr-FR" sz="2200" b="0" strike="noStrike" spc="-1">
                <a:solidFill>
                  <a:schemeClr val="dk1"/>
                </a:solidFill>
                <a:latin typeface="Calibri"/>
              </a:rPr>
              <a:t> Academic performance in French, Mathematics, and vocational specialty courses</a:t>
            </a:r>
            <a:endParaRPr lang="fr-FR" sz="2200" b="0" strike="noStrike" spc="-1">
              <a:solidFill>
                <a:srgbClr val="000000"/>
              </a:solidFill>
              <a:latin typeface="Arial"/>
            </a:endParaRPr>
          </a:p>
          <a:p>
            <a:pPr algn="just" defTabSz="914400">
              <a:lnSpc>
                <a:spcPct val="90000"/>
              </a:lnSpc>
              <a:spcBef>
                <a:spcPts val="1001"/>
              </a:spcBef>
            </a:pPr>
            <a:endParaRPr lang="fr-FR" sz="2200" b="0" strike="noStrike" spc="-1">
              <a:solidFill>
                <a:srgbClr val="000000"/>
              </a:solidFill>
              <a:latin typeface="Arial"/>
            </a:endParaRPr>
          </a:p>
          <a:p>
            <a:pPr marL="228600" indent="-228600" algn="just" defTabSz="914400">
              <a:lnSpc>
                <a:spcPct val="90000"/>
              </a:lnSpc>
              <a:spcBef>
                <a:spcPts val="1001"/>
              </a:spcBef>
              <a:buClr>
                <a:srgbClr val="000000"/>
              </a:buClr>
              <a:buFont typeface="Arial"/>
              <a:buChar char="•"/>
            </a:pPr>
            <a:r>
              <a:rPr lang="fr-FR" sz="2200" b="0" strike="noStrike" spc="-1">
                <a:solidFill>
                  <a:schemeClr val="dk1"/>
                </a:solidFill>
                <a:latin typeface="Calibri"/>
              </a:rPr>
              <a:t>Standardized end-of-semester grades analyzed longitudinally</a:t>
            </a:r>
            <a:endParaRPr lang="fr-FR" sz="2200" b="0" strike="noStrike" spc="-1">
              <a:solidFill>
                <a:srgbClr val="000000"/>
              </a:solidFill>
              <a:latin typeface="Arial"/>
            </a:endParaRPr>
          </a:p>
          <a:p>
            <a:pPr algn="just" defTabSz="914400">
              <a:lnSpc>
                <a:spcPct val="90000"/>
              </a:lnSpc>
              <a:spcBef>
                <a:spcPts val="1001"/>
              </a:spcBef>
            </a:pPr>
            <a:endParaRPr lang="fr-FR" sz="2200" b="0" strike="noStrike" spc="-1">
              <a:solidFill>
                <a:srgbClr val="000000"/>
              </a:solidFill>
              <a:latin typeface="Arial"/>
            </a:endParaRPr>
          </a:p>
          <a:p>
            <a:pPr marL="228600" indent="-228600" algn="just" defTabSz="914400">
              <a:lnSpc>
                <a:spcPct val="90000"/>
              </a:lnSpc>
              <a:spcBef>
                <a:spcPts val="1001"/>
              </a:spcBef>
              <a:buClr>
                <a:srgbClr val="000000"/>
              </a:buClr>
              <a:buFont typeface="Arial"/>
              <a:buChar char="•"/>
            </a:pPr>
            <a:r>
              <a:rPr lang="fr-FR" sz="2200" b="0" strike="noStrike" spc="-1">
                <a:solidFill>
                  <a:schemeClr val="dk1"/>
                </a:solidFill>
                <a:latin typeface="Calibri"/>
              </a:rPr>
              <a:t>Multilevel growth-curve models based on </a:t>
            </a:r>
            <a:r>
              <a:rPr lang="fr-FR" sz="2200" b="1" strike="noStrike" spc="-1">
                <a:solidFill>
                  <a:schemeClr val="dk1"/>
                </a:solidFill>
                <a:latin typeface="Calibri"/>
              </a:rPr>
              <a:t>N = 9,420 students</a:t>
            </a:r>
            <a:endParaRPr lang="fr-FR" sz="2200" b="0" strike="noStrike" spc="-1">
              <a:solidFill>
                <a:srgbClr val="000000"/>
              </a:solidFill>
              <a:latin typeface="Arial"/>
            </a:endParaRPr>
          </a:p>
          <a:p>
            <a:pPr algn="just" defTabSz="914400">
              <a:lnSpc>
                <a:spcPct val="90000"/>
              </a:lnSpc>
              <a:spcBef>
                <a:spcPts val="499"/>
              </a:spcBef>
            </a:pPr>
            <a:endParaRPr lang="fr-FR" sz="2200" b="0" strike="noStrike" spc="-1">
              <a:solidFill>
                <a:srgbClr val="000000"/>
              </a:solidFill>
              <a:latin typeface="Arial"/>
            </a:endParaRPr>
          </a:p>
        </p:txBody>
      </p:sp>
    </p:spTree>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a:endParaRPr>
          </a:p>
        </p:txBody>
      </p:sp>
      <p:pic>
        <p:nvPicPr>
          <p:cNvPr id="235" name="Image 234"/>
          <p:cNvPicPr/>
          <p:nvPr/>
        </p:nvPicPr>
        <p:blipFill>
          <a:blip r:embed="rId2"/>
          <a:stretch/>
        </p:blipFill>
        <p:spPr>
          <a:xfrm>
            <a:off x="838080" y="1825560"/>
            <a:ext cx="10515240" cy="4350960"/>
          </a:xfrm>
          <a:prstGeom prst="rect">
            <a:avLst/>
          </a:prstGeom>
          <a:ln w="0">
            <a:noFill/>
          </a:ln>
        </p:spPr>
      </p:pic>
      <p:pic>
        <p:nvPicPr>
          <p:cNvPr id="236" name="Image 235"/>
          <p:cNvPicPr/>
          <p:nvPr/>
        </p:nvPicPr>
        <p:blipFill>
          <a:blip r:embed="rId3"/>
          <a:stretch/>
        </p:blipFill>
        <p:spPr>
          <a:xfrm>
            <a:off x="720000" y="574560"/>
            <a:ext cx="4672080" cy="5545440"/>
          </a:xfrm>
          <a:prstGeom prst="rect">
            <a:avLst/>
          </a:prstGeom>
          <a:ln w="0">
            <a:noFill/>
          </a:ln>
        </p:spPr>
      </p:pic>
      <p:pic>
        <p:nvPicPr>
          <p:cNvPr id="237" name="Image 236"/>
          <p:cNvPicPr/>
          <p:nvPr/>
        </p:nvPicPr>
        <p:blipFill>
          <a:blip r:embed="rId4"/>
          <a:stretch/>
        </p:blipFill>
        <p:spPr>
          <a:xfrm>
            <a:off x="5908320" y="718560"/>
            <a:ext cx="5071680" cy="5401440"/>
          </a:xfrm>
          <a:prstGeom prst="rect">
            <a:avLst/>
          </a:prstGeom>
          <a:ln w="0">
            <a:noFill/>
          </a:ln>
        </p:spPr>
      </p:pic>
      <p:pic>
        <p:nvPicPr>
          <p:cNvPr id="238" name="Image 237"/>
          <p:cNvPicPr/>
          <p:nvPr/>
        </p:nvPicPr>
        <p:blipFill>
          <a:blip r:embed="rId5"/>
          <a:stretch/>
        </p:blipFill>
        <p:spPr>
          <a:xfrm>
            <a:off x="6300000" y="24120"/>
            <a:ext cx="4680000" cy="722520"/>
          </a:xfrm>
          <a:prstGeom prst="rect">
            <a:avLst/>
          </a:prstGeom>
          <a:ln w="0">
            <a:noFill/>
          </a:ln>
        </p:spPr>
      </p:pic>
    </p:spTree>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239" name="Rectangle 57">
            <a:extLst>
              <a:ext uri="{C183D7F6-B498-43B3-948B-1728B52AA6E4}">
                <adec:decorative xmlns:adec="http://schemas.microsoft.com/office/drawing/2017/decorative" val="1"/>
              </a:ext>
            </a:extLst>
          </p:cNvPr>
          <p:cNvSpPr/>
          <p:nvPr/>
        </p:nvSpPr>
        <p:spPr>
          <a:xfrm>
            <a:off x="0" y="0"/>
            <a:ext cx="12191760" cy="68576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800" b="0" strike="noStrike" spc="-1">
              <a:solidFill>
                <a:schemeClr val="lt1"/>
              </a:solidFill>
              <a:latin typeface="Calibri"/>
            </a:endParaRPr>
          </a:p>
        </p:txBody>
      </p:sp>
      <p:sp useBgFill="1">
        <p:nvSpPr>
          <p:cNvPr id="240" name="Rectangle 59">
            <a:extLst>
              <a:ext uri="{C183D7F6-B498-43B3-948B-1728B52AA6E4}">
                <adec:decorative xmlns:adec="http://schemas.microsoft.com/office/drawing/2017/decorative" val="1"/>
              </a:ext>
            </a:extLst>
          </p:cNvPr>
          <p:cNvSpPr/>
          <p:nvPr/>
        </p:nvSpPr>
        <p:spPr>
          <a:xfrm>
            <a:off x="409680" y="633600"/>
            <a:ext cx="4520520" cy="5495400"/>
          </a:xfrm>
          <a:prstGeom prst="rect">
            <a:avLst/>
          </a:prstGeom>
          <a:ln w="9525">
            <a:solidFill>
              <a:srgbClr val="DEDEDE"/>
            </a:solidFill>
          </a:ln>
          <a:effectLst>
            <a:outerShdw blurRad="50760" dist="37674"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Calibri"/>
            </a:endParaRPr>
          </a:p>
        </p:txBody>
      </p:sp>
      <p:sp>
        <p:nvSpPr>
          <p:cNvPr id="241" name="PlaceHolder 1"/>
          <p:cNvSpPr>
            <a:spLocks noGrp="1"/>
          </p:cNvSpPr>
          <p:nvPr>
            <p:ph type="title"/>
          </p:nvPr>
        </p:nvSpPr>
        <p:spPr>
          <a:xfrm>
            <a:off x="838080" y="978480"/>
            <a:ext cx="3721320" cy="1105920"/>
          </a:xfrm>
          <a:prstGeom prst="rect">
            <a:avLst/>
          </a:prstGeom>
          <a:noFill/>
          <a:ln w="0">
            <a:noFill/>
          </a:ln>
        </p:spPr>
        <p:txBody>
          <a:bodyPr lIns="91440" tIns="45720" rIns="91440" bIns="45720" anchor="ctr">
            <a:normAutofit/>
          </a:bodyPr>
          <a:lstStyle/>
          <a:p>
            <a:pPr indent="0" defTabSz="914400">
              <a:lnSpc>
                <a:spcPct val="90000"/>
              </a:lnSpc>
              <a:buNone/>
            </a:pPr>
            <a:r>
              <a:rPr lang="fr-FR" sz="2800" b="0" strike="noStrike" spc="-1">
                <a:solidFill>
                  <a:schemeClr val="dk1"/>
                </a:solidFill>
                <a:latin typeface="Calibri Light"/>
              </a:rPr>
              <a:t>Main result</a:t>
            </a:r>
            <a:endParaRPr lang="en-US" sz="2800" b="0" strike="noStrike" spc="-1">
              <a:solidFill>
                <a:schemeClr val="dk1"/>
              </a:solidFill>
              <a:latin typeface="Calibri"/>
            </a:endParaRPr>
          </a:p>
        </p:txBody>
      </p:sp>
      <p:sp>
        <p:nvSpPr>
          <p:cNvPr id="242" name="Rectangle 61">
            <a:extLst>
              <a:ext uri="{C183D7F6-B498-43B3-948B-1728B52AA6E4}">
                <adec:decorative xmlns:adec="http://schemas.microsoft.com/office/drawing/2017/decorative" val="1"/>
              </a:ext>
            </a:extLst>
          </p:cNvPr>
          <p:cNvSpPr/>
          <p:nvPr/>
        </p:nvSpPr>
        <p:spPr>
          <a:xfrm>
            <a:off x="345600" y="1181520"/>
            <a:ext cx="127800" cy="703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Calibri"/>
            </a:endParaRPr>
          </a:p>
        </p:txBody>
      </p:sp>
      <p:sp>
        <p:nvSpPr>
          <p:cNvPr id="243" name="Rectangle 63">
            <a:extLst>
              <a:ext uri="{C183D7F6-B498-43B3-948B-1728B52AA6E4}">
                <adec:decorative xmlns:adec="http://schemas.microsoft.com/office/drawing/2017/decorative" val="1"/>
              </a:ext>
            </a:extLst>
          </p:cNvPr>
          <p:cNvSpPr/>
          <p:nvPr/>
        </p:nvSpPr>
        <p:spPr>
          <a:xfrm>
            <a:off x="877320" y="2185560"/>
            <a:ext cx="3682800" cy="8640"/>
          </a:xfrm>
          <a:prstGeom prst="rect">
            <a:avLst/>
          </a:prstGeom>
          <a:solidFill>
            <a:srgbClr val="D5D5D5"/>
          </a:solidFill>
          <a:ln w="3175">
            <a:noFill/>
          </a:ln>
        </p:spPr>
        <p:style>
          <a:lnRef idx="2">
            <a:schemeClr val="accent1">
              <a:shade val="50000"/>
            </a:schemeClr>
          </a:lnRef>
          <a:fillRef idx="1">
            <a:schemeClr val="accent1"/>
          </a:fillRef>
          <a:effectRef idx="0">
            <a:schemeClr val="accent1"/>
          </a:effectRef>
          <a:fontRef idx="minor"/>
        </p:style>
        <p:txBody>
          <a:bodyPr lIns="90000" tIns="-36000" rIns="90000" bIns="-36000" anchor="ctr">
            <a:noAutofit/>
          </a:bodyPr>
          <a:lstStyle/>
          <a:p>
            <a:pPr algn="ctr" defTabSz="914400">
              <a:lnSpc>
                <a:spcPct val="100000"/>
              </a:lnSpc>
              <a:tabLst>
                <a:tab pos="0" algn="l"/>
              </a:tabLst>
            </a:pPr>
            <a:endParaRPr lang="en-US" sz="1800" b="0" strike="noStrike" spc="-1">
              <a:solidFill>
                <a:srgbClr val="FFFFFF"/>
              </a:solidFill>
              <a:latin typeface="Calibri"/>
            </a:endParaRPr>
          </a:p>
        </p:txBody>
      </p:sp>
      <p:sp>
        <p:nvSpPr>
          <p:cNvPr id="244" name="PlaceHolder 2"/>
          <p:cNvSpPr>
            <a:spLocks noGrp="1"/>
          </p:cNvSpPr>
          <p:nvPr>
            <p:ph/>
          </p:nvPr>
        </p:nvSpPr>
        <p:spPr>
          <a:xfrm>
            <a:off x="838080" y="2368440"/>
            <a:ext cx="3721320" cy="350172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ED7D31"/>
              </a:buClr>
              <a:buFont typeface="Wingdings" charset="2"/>
              <a:buChar char=""/>
            </a:pPr>
            <a:r>
              <a:rPr lang="fr-FR" sz="1700" b="0" i="1" strike="noStrike" spc="-1">
                <a:solidFill>
                  <a:schemeClr val="dk1"/>
                </a:solidFill>
                <a:latin typeface="Calibri"/>
              </a:rPr>
              <a:t> No overall effect of Jigsaw on academic performance</a:t>
            </a:r>
            <a:endParaRPr lang="en-US" sz="1700" b="0" strike="noStrike" spc="-1">
              <a:solidFill>
                <a:schemeClr val="dk1"/>
              </a:solidFill>
              <a:latin typeface="Calibri"/>
            </a:endParaRPr>
          </a:p>
          <a:p>
            <a:pPr indent="0" defTabSz="914400">
              <a:lnSpc>
                <a:spcPct val="90000"/>
              </a:lnSpc>
              <a:spcBef>
                <a:spcPts val="1001"/>
              </a:spcBef>
              <a:buNone/>
            </a:pPr>
            <a:endParaRPr lang="en-US" sz="1700" b="0" strike="noStrike" spc="-1">
              <a:solidFill>
                <a:schemeClr val="dk1"/>
              </a:solidFill>
              <a:latin typeface="Calibri"/>
            </a:endParaRPr>
          </a:p>
          <a:p>
            <a:pPr marL="228600" indent="-228600" defTabSz="914400">
              <a:lnSpc>
                <a:spcPct val="90000"/>
              </a:lnSpc>
              <a:spcBef>
                <a:spcPts val="1001"/>
              </a:spcBef>
              <a:buClr>
                <a:srgbClr val="000000"/>
              </a:buClr>
              <a:buFont typeface="Arial"/>
              <a:buChar char="•"/>
            </a:pPr>
            <a:r>
              <a:rPr lang="fr-FR" sz="1700" b="0" strike="noStrike" spc="-1">
                <a:solidFill>
                  <a:schemeClr val="dk1"/>
                </a:solidFill>
                <a:latin typeface="Calibri"/>
              </a:rPr>
              <a:t>Similar performance trajectories across instructional conditions</a:t>
            </a:r>
            <a:endParaRPr lang="en-US" sz="1700" b="0" strike="noStrike" spc="-1">
              <a:solidFill>
                <a:schemeClr val="dk1"/>
              </a:solidFill>
              <a:latin typeface="Calibri"/>
            </a:endParaRPr>
          </a:p>
          <a:p>
            <a:pPr indent="0" defTabSz="914400">
              <a:lnSpc>
                <a:spcPct val="90000"/>
              </a:lnSpc>
              <a:spcBef>
                <a:spcPts val="1001"/>
              </a:spcBef>
              <a:buNone/>
            </a:pPr>
            <a:endParaRPr lang="en-US" sz="1700" b="0" strike="noStrike" spc="-1">
              <a:solidFill>
                <a:schemeClr val="dk1"/>
              </a:solidFill>
              <a:latin typeface="Calibri"/>
            </a:endParaRPr>
          </a:p>
          <a:p>
            <a:pPr marL="228600" indent="-228600" defTabSz="914400">
              <a:lnSpc>
                <a:spcPct val="90000"/>
              </a:lnSpc>
              <a:spcBef>
                <a:spcPts val="1001"/>
              </a:spcBef>
              <a:buClr>
                <a:srgbClr val="000000"/>
              </a:buClr>
              <a:buFont typeface="Arial"/>
              <a:buChar char="•"/>
            </a:pPr>
            <a:r>
              <a:rPr lang="fr-FR" sz="1700" b="0" strike="noStrike" spc="-1">
                <a:solidFill>
                  <a:schemeClr val="dk1"/>
                </a:solidFill>
                <a:latin typeface="Calibri"/>
              </a:rPr>
              <a:t>Results consistent across subjects and vocational tracks</a:t>
            </a:r>
            <a:endParaRPr lang="en-US" sz="1700" b="0" strike="noStrike" spc="-1">
              <a:solidFill>
                <a:schemeClr val="dk1"/>
              </a:solidFill>
              <a:latin typeface="Calibri"/>
            </a:endParaRPr>
          </a:p>
        </p:txBody>
      </p:sp>
      <p:sp>
        <p:nvSpPr>
          <p:cNvPr id="245" name="PlaceHolder 3"/>
          <p:cNvSpPr>
            <a:spLocks noGrp="1"/>
          </p:cNvSpPr>
          <p:nvPr>
            <p:ph type="sldNum" idx="45"/>
          </p:nvPr>
        </p:nvSpPr>
        <p:spPr>
          <a:xfrm>
            <a:off x="8610480" y="6356520"/>
            <a:ext cx="2742840" cy="364680"/>
          </a:xfrm>
          <a:prstGeom prst="rect">
            <a:avLst/>
          </a:prstGeom>
          <a:noFill/>
          <a:ln w="0">
            <a:noFill/>
          </a:ln>
        </p:spPr>
        <p:txBody>
          <a:bodyPr lIns="91440" tIns="45720" rIns="91440" bIns="45720" anchor="ctr">
            <a:normAutofit/>
          </a:bodyPr>
          <a:lstStyle>
            <a:lvl1pPr indent="0" algn="r" defTabSz="457200">
              <a:lnSpc>
                <a:spcPct val="100000"/>
              </a:lnSpc>
              <a:spcAft>
                <a:spcPts val="601"/>
              </a:spcAft>
              <a:buNone/>
              <a:defRPr lang="en-US" sz="1200" b="0" strike="noStrike" spc="-1">
                <a:solidFill>
                  <a:schemeClr val="dk1">
                    <a:lumMod val="50000"/>
                    <a:lumOff val="50000"/>
                  </a:schemeClr>
                </a:solidFill>
                <a:latin typeface="Calibri"/>
              </a:defRPr>
            </a:lvl1pPr>
          </a:lstStyle>
          <a:p>
            <a:pPr indent="0" algn="r" defTabSz="457200">
              <a:lnSpc>
                <a:spcPct val="100000"/>
              </a:lnSpc>
              <a:spcAft>
                <a:spcPts val="601"/>
              </a:spcAft>
              <a:buNone/>
            </a:pPr>
            <a:fld id="{4BF072C8-18E0-4175-868B-5AE26C56F0D0}" type="slidenum">
              <a:rPr lang="en-US" sz="1200" b="0" strike="noStrike" spc="-1">
                <a:solidFill>
                  <a:schemeClr val="dk1">
                    <a:lumMod val="50000"/>
                    <a:lumOff val="50000"/>
                  </a:schemeClr>
                </a:solidFill>
                <a:latin typeface="Calibri"/>
              </a:rPr>
              <a:t>10</a:t>
            </a:fld>
            <a:endParaRPr lang="fr-FR" sz="1200" b="0" strike="noStrike" spc="-1">
              <a:solidFill>
                <a:srgbClr val="000000"/>
              </a:solidFill>
              <a:latin typeface="Times New Roman"/>
            </a:endParaRPr>
          </a:p>
        </p:txBody>
      </p:sp>
      <p:sp>
        <p:nvSpPr>
          <p:cNvPr id="246" name="ZoneTexte 27"/>
          <p:cNvSpPr/>
          <p:nvPr/>
        </p:nvSpPr>
        <p:spPr>
          <a:xfrm>
            <a:off x="6367680" y="3223800"/>
            <a:ext cx="1106280" cy="2725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fr-FR" sz="1200" b="0" strike="noStrike" spc="-1">
                <a:solidFill>
                  <a:schemeClr val="dk1"/>
                </a:solidFill>
                <a:latin typeface="Calibri"/>
              </a:rPr>
              <a:t>Mathematics</a:t>
            </a:r>
            <a:endParaRPr lang="fr-FR" sz="1200" b="0" strike="noStrike" spc="-1">
              <a:solidFill>
                <a:srgbClr val="000000"/>
              </a:solidFill>
              <a:latin typeface="Arial"/>
            </a:endParaRPr>
          </a:p>
        </p:txBody>
      </p:sp>
      <p:sp>
        <p:nvSpPr>
          <p:cNvPr id="247" name="ZoneTexte 29"/>
          <p:cNvSpPr/>
          <p:nvPr/>
        </p:nvSpPr>
        <p:spPr>
          <a:xfrm>
            <a:off x="6546960" y="6022800"/>
            <a:ext cx="748080" cy="3031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fr-FR" sz="1400" b="0" strike="noStrike" spc="-1">
                <a:solidFill>
                  <a:schemeClr val="dk1"/>
                </a:solidFill>
                <a:latin typeface="Calibri"/>
              </a:rPr>
              <a:t>French</a:t>
            </a:r>
            <a:endParaRPr lang="fr-FR" sz="1400" b="0" strike="noStrike" spc="-1">
              <a:solidFill>
                <a:srgbClr val="000000"/>
              </a:solidFill>
              <a:latin typeface="Arial"/>
            </a:endParaRPr>
          </a:p>
        </p:txBody>
      </p:sp>
      <p:sp>
        <p:nvSpPr>
          <p:cNvPr id="248" name="ZoneTexte 38"/>
          <p:cNvSpPr/>
          <p:nvPr/>
        </p:nvSpPr>
        <p:spPr>
          <a:xfrm>
            <a:off x="124920" y="6303240"/>
            <a:ext cx="4894920" cy="242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457200">
              <a:lnSpc>
                <a:spcPct val="100000"/>
              </a:lnSpc>
            </a:pPr>
            <a:r>
              <a:rPr lang="fr-FR" sz="1000" b="0" strike="noStrike" spc="-1">
                <a:solidFill>
                  <a:schemeClr val="dk1"/>
                </a:solidFill>
                <a:latin typeface="Calibri"/>
              </a:rPr>
              <a:t>	Jigsaw 		Unstructured cooperation		Business-as-usual</a:t>
            </a:r>
            <a:endParaRPr lang="fr-FR" sz="1000" b="0" strike="noStrike" spc="-1">
              <a:solidFill>
                <a:srgbClr val="000000"/>
              </a:solidFill>
              <a:latin typeface="Arial"/>
            </a:endParaRPr>
          </a:p>
        </p:txBody>
      </p:sp>
      <p:sp>
        <p:nvSpPr>
          <p:cNvPr id="249" name="Rectangle 40"/>
          <p:cNvSpPr/>
          <p:nvPr/>
        </p:nvSpPr>
        <p:spPr>
          <a:xfrm>
            <a:off x="753480" y="6361560"/>
            <a:ext cx="123480" cy="12960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fr-FR" sz="1800" b="0" strike="noStrike" spc="-1">
              <a:solidFill>
                <a:schemeClr val="lt1"/>
              </a:solidFill>
              <a:latin typeface="Calibri"/>
            </a:endParaRPr>
          </a:p>
        </p:txBody>
      </p:sp>
      <p:sp>
        <p:nvSpPr>
          <p:cNvPr id="250" name="Rectangle 41"/>
          <p:cNvSpPr/>
          <p:nvPr/>
        </p:nvSpPr>
        <p:spPr>
          <a:xfrm>
            <a:off x="1676520" y="6361560"/>
            <a:ext cx="123480" cy="129600"/>
          </a:xfrm>
          <a:prstGeom prst="rect">
            <a:avLst/>
          </a:prstGeom>
          <a:solidFill>
            <a:schemeClr val="accent6"/>
          </a:solidFill>
          <a:ln>
            <a:solidFill>
              <a:srgbClr val="70AD47"/>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fr-FR" sz="1800" b="0" strike="noStrike" spc="-1">
              <a:solidFill>
                <a:schemeClr val="lt1"/>
              </a:solidFill>
              <a:latin typeface="Calibri"/>
            </a:endParaRPr>
          </a:p>
        </p:txBody>
      </p:sp>
      <p:sp>
        <p:nvSpPr>
          <p:cNvPr id="251" name="Rectangle 42"/>
          <p:cNvSpPr/>
          <p:nvPr/>
        </p:nvSpPr>
        <p:spPr>
          <a:xfrm>
            <a:off x="3494880" y="6356520"/>
            <a:ext cx="123480" cy="129600"/>
          </a:xfrm>
          <a:prstGeom prst="rect">
            <a:avLst/>
          </a:prstGeom>
          <a:solidFill>
            <a:schemeClr val="accent5"/>
          </a:solidFill>
          <a:ln>
            <a:solidFill>
              <a:srgbClr val="5B9BD5"/>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fr-FR" sz="1800" b="0" strike="noStrike" spc="-1">
              <a:solidFill>
                <a:schemeClr val="lt1"/>
              </a:solidFill>
              <a:latin typeface="Calibri"/>
            </a:endParaRPr>
          </a:p>
        </p:txBody>
      </p:sp>
      <p:pic>
        <p:nvPicPr>
          <p:cNvPr id="252" name="Image 251"/>
          <p:cNvPicPr/>
          <p:nvPr/>
        </p:nvPicPr>
        <p:blipFill>
          <a:blip r:embed="rId3"/>
          <a:stretch/>
        </p:blipFill>
        <p:spPr>
          <a:xfrm>
            <a:off x="5040000" y="0"/>
            <a:ext cx="4320000" cy="3240000"/>
          </a:xfrm>
          <a:prstGeom prst="rect">
            <a:avLst/>
          </a:prstGeom>
          <a:ln w="0">
            <a:noFill/>
          </a:ln>
        </p:spPr>
      </p:pic>
      <p:pic>
        <p:nvPicPr>
          <p:cNvPr id="253" name="Image 252"/>
          <p:cNvPicPr/>
          <p:nvPr/>
        </p:nvPicPr>
        <p:blipFill>
          <a:blip r:embed="rId4"/>
          <a:stretch/>
        </p:blipFill>
        <p:spPr>
          <a:xfrm>
            <a:off x="7560000" y="3240000"/>
            <a:ext cx="4455360" cy="3341520"/>
          </a:xfrm>
          <a:prstGeom prst="rect">
            <a:avLst/>
          </a:prstGeom>
          <a:ln w="0">
            <a:noFill/>
          </a:ln>
        </p:spPr>
      </p:pic>
    </p:spTree>
  </p:cSld>
  <p:clrMapOvr>
    <a:masterClrMapping/>
  </p:clrMapOvr>
  <p:transition spd="slow">
    <p:wipe/>
  </p:transition>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10" presetClass="entr" fill="hold" nodeType="withEffect">
                                  <p:stCondLst>
                                    <p:cond delay="0"/>
                                  </p:stCondLst>
                                  <p:childTnLst>
                                    <p:set>
                                      <p:cBhvr>
                                        <p:cTn id="6" dur="1" fill="hold">
                                          <p:stCondLst>
                                            <p:cond delay="0"/>
                                          </p:stCondLst>
                                        </p:cTn>
                                        <p:tgtEl>
                                          <p:spTgt spid="246"/>
                                        </p:tgtEl>
                                        <p:attrNameLst>
                                          <p:attrName>style.visibility</p:attrName>
                                        </p:attrNameLst>
                                      </p:cBhvr>
                                      <p:to>
                                        <p:strVal val="visible"/>
                                      </p:to>
                                    </p:set>
                                    <p:animEffect transition="in" filter="fade">
                                      <p:cBhvr additive="repl">
                                        <p:cTn id="7" dur="500"/>
                                        <p:tgtEl>
                                          <p:spTgt spid="246"/>
                                        </p:tgtEl>
                                      </p:cBhvr>
                                    </p:animEffect>
                                  </p:childTnLst>
                                </p:cTn>
                              </p:par>
                              <p:par>
                                <p:cTn id="8" presetID="10" presetClass="entr" fill="hold" nodeType="withEffect">
                                  <p:stCondLst>
                                    <p:cond delay="0"/>
                                  </p:stCondLst>
                                  <p:childTnLst>
                                    <p:set>
                                      <p:cBhvr>
                                        <p:cTn id="9" dur="1" fill="hold">
                                          <p:stCondLst>
                                            <p:cond delay="0"/>
                                          </p:stCondLst>
                                        </p:cTn>
                                        <p:tgtEl>
                                          <p:spTgt spid="247"/>
                                        </p:tgtEl>
                                        <p:attrNameLst>
                                          <p:attrName>style.visibility</p:attrName>
                                        </p:attrNameLst>
                                      </p:cBhvr>
                                      <p:to>
                                        <p:strVal val="visible"/>
                                      </p:to>
                                    </p:set>
                                    <p:animEffect transition="in" filter="fade">
                                      <p:cBhvr additive="repl">
                                        <p:cTn id="10" dur="500"/>
                                        <p:tgtEl>
                                          <p:spTgt spid="247"/>
                                        </p:tgtEl>
                                      </p:cBhvr>
                                    </p:animEffect>
                                  </p:childTnLst>
                                </p:cTn>
                              </p:par>
                              <p:par>
                                <p:cTn id="11" presetID="10" presetClass="entr" fill="hold" nodeType="withEffect">
                                  <p:stCondLst>
                                    <p:cond delay="0"/>
                                  </p:stCondLst>
                                  <p:childTnLst>
                                    <p:set>
                                      <p:cBhvr>
                                        <p:cTn id="12" dur="1" fill="hold">
                                          <p:stCondLst>
                                            <p:cond delay="0"/>
                                          </p:stCondLst>
                                        </p:cTn>
                                        <p:tgtEl>
                                          <p:spTgt spid="248"/>
                                        </p:tgtEl>
                                        <p:attrNameLst>
                                          <p:attrName>style.visibility</p:attrName>
                                        </p:attrNameLst>
                                      </p:cBhvr>
                                      <p:to>
                                        <p:strVal val="visible"/>
                                      </p:to>
                                    </p:set>
                                    <p:animEffect transition="in" filter="fade">
                                      <p:cBhvr additive="repl">
                                        <p:cTn id="13" dur="500"/>
                                        <p:tgtEl>
                                          <p:spTgt spid="248"/>
                                        </p:tgtEl>
                                      </p:cBhvr>
                                    </p:animEffect>
                                  </p:childTnLst>
                                </p:cTn>
                              </p:par>
                              <p:par>
                                <p:cTn id="14" presetID="10" presetClass="entr" fill="hold" nodeType="withEffect">
                                  <p:stCondLst>
                                    <p:cond delay="0"/>
                                  </p:stCondLst>
                                  <p:childTnLst>
                                    <p:set>
                                      <p:cBhvr>
                                        <p:cTn id="15" dur="1" fill="hold">
                                          <p:stCondLst>
                                            <p:cond delay="0"/>
                                          </p:stCondLst>
                                        </p:cTn>
                                        <p:tgtEl>
                                          <p:spTgt spid="249"/>
                                        </p:tgtEl>
                                        <p:attrNameLst>
                                          <p:attrName>style.visibility</p:attrName>
                                        </p:attrNameLst>
                                      </p:cBhvr>
                                      <p:to>
                                        <p:strVal val="visible"/>
                                      </p:to>
                                    </p:set>
                                    <p:animEffect transition="in" filter="fade">
                                      <p:cBhvr additive="repl">
                                        <p:cTn id="16" dur="500"/>
                                        <p:tgtEl>
                                          <p:spTgt spid="249"/>
                                        </p:tgtEl>
                                      </p:cBhvr>
                                    </p:animEffect>
                                  </p:childTnLst>
                                </p:cTn>
                              </p:par>
                              <p:par>
                                <p:cTn id="17" presetID="10" presetClass="entr" fill="hold" nodeType="withEffect">
                                  <p:stCondLst>
                                    <p:cond delay="0"/>
                                  </p:stCondLst>
                                  <p:childTnLst>
                                    <p:set>
                                      <p:cBhvr>
                                        <p:cTn id="18" dur="1" fill="hold">
                                          <p:stCondLst>
                                            <p:cond delay="0"/>
                                          </p:stCondLst>
                                        </p:cTn>
                                        <p:tgtEl>
                                          <p:spTgt spid="250"/>
                                        </p:tgtEl>
                                        <p:attrNameLst>
                                          <p:attrName>style.visibility</p:attrName>
                                        </p:attrNameLst>
                                      </p:cBhvr>
                                      <p:to>
                                        <p:strVal val="visible"/>
                                      </p:to>
                                    </p:set>
                                    <p:animEffect transition="in" filter="fade">
                                      <p:cBhvr additive="repl">
                                        <p:cTn id="19" dur="500"/>
                                        <p:tgtEl>
                                          <p:spTgt spid="250"/>
                                        </p:tgtEl>
                                      </p:cBhvr>
                                    </p:animEffect>
                                  </p:childTnLst>
                                </p:cTn>
                              </p:par>
                              <p:par>
                                <p:cTn id="20" presetID="10" presetClass="entr" fill="hold" nodeType="withEffect">
                                  <p:stCondLst>
                                    <p:cond delay="0"/>
                                  </p:stCondLst>
                                  <p:childTnLst>
                                    <p:set>
                                      <p:cBhvr>
                                        <p:cTn id="21" dur="1" fill="hold">
                                          <p:stCondLst>
                                            <p:cond delay="0"/>
                                          </p:stCondLst>
                                        </p:cTn>
                                        <p:tgtEl>
                                          <p:spTgt spid="251"/>
                                        </p:tgtEl>
                                        <p:attrNameLst>
                                          <p:attrName>style.visibility</p:attrName>
                                        </p:attrNameLst>
                                      </p:cBhvr>
                                      <p:to>
                                        <p:strVal val="visible"/>
                                      </p:to>
                                    </p:set>
                                    <p:animEffect transition="in" filter="fade">
                                      <p:cBhvr additive="repl">
                                        <p:cTn id="22" dur="500"/>
                                        <p:tgtEl>
                                          <p:spTgt spid="2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4" name="Image 253"/>
          <p:cNvPicPr/>
          <p:nvPr/>
        </p:nvPicPr>
        <p:blipFill>
          <a:blip r:embed="rId2"/>
          <a:stretch/>
        </p:blipFill>
        <p:spPr>
          <a:xfrm>
            <a:off x="838080" y="1825560"/>
            <a:ext cx="10515240" cy="4350960"/>
          </a:xfrm>
          <a:prstGeom prst="rect">
            <a:avLst/>
          </a:prstGeom>
          <a:ln w="0">
            <a:noFill/>
          </a:ln>
        </p:spPr>
      </p:pic>
      <p:pic>
        <p:nvPicPr>
          <p:cNvPr id="255" name="Image 254"/>
          <p:cNvPicPr/>
          <p:nvPr/>
        </p:nvPicPr>
        <p:blipFill>
          <a:blip r:embed="rId3"/>
          <a:stretch/>
        </p:blipFill>
        <p:spPr>
          <a:xfrm>
            <a:off x="540000" y="1980000"/>
            <a:ext cx="5154840" cy="3866040"/>
          </a:xfrm>
          <a:prstGeom prst="rect">
            <a:avLst/>
          </a:prstGeom>
          <a:ln w="0">
            <a:noFill/>
          </a:ln>
        </p:spPr>
      </p:pic>
      <p:pic>
        <p:nvPicPr>
          <p:cNvPr id="256" name="Image 255"/>
          <p:cNvPicPr/>
          <p:nvPr/>
        </p:nvPicPr>
        <p:blipFill>
          <a:blip r:embed="rId4"/>
          <a:stretch/>
        </p:blipFill>
        <p:spPr>
          <a:xfrm>
            <a:off x="6005160" y="1825560"/>
            <a:ext cx="5154840" cy="3866040"/>
          </a:xfrm>
          <a:prstGeom prst="rect">
            <a:avLst/>
          </a:prstGeom>
          <a:ln w="0">
            <a:noFill/>
          </a:ln>
        </p:spPr>
      </p:pic>
    </p:spTree>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257" name="Rectangle 30">
            <a:extLst>
              <a:ext uri="{C183D7F6-B498-43B3-948B-1728B52AA6E4}">
                <adec:decorative xmlns:adec="http://schemas.microsoft.com/office/drawing/2017/decorative" val="1"/>
              </a:ext>
            </a:extLst>
          </p:cNvPr>
          <p:cNvSpPr/>
          <p:nvPr/>
        </p:nvSpPr>
        <p:spPr>
          <a:xfrm>
            <a:off x="0" y="0"/>
            <a:ext cx="12191760" cy="68576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800" b="0" strike="noStrike" spc="-1">
              <a:solidFill>
                <a:schemeClr val="lt1"/>
              </a:solidFill>
              <a:latin typeface="Calibri"/>
            </a:endParaRPr>
          </a:p>
        </p:txBody>
      </p:sp>
      <p:sp useBgFill="1">
        <p:nvSpPr>
          <p:cNvPr id="258" name="Rectangle 32">
            <a:extLst>
              <a:ext uri="{C183D7F6-B498-43B3-948B-1728B52AA6E4}">
                <adec:decorative xmlns:adec="http://schemas.microsoft.com/office/drawing/2017/decorative" val="1"/>
              </a:ext>
            </a:extLst>
          </p:cNvPr>
          <p:cNvSpPr/>
          <p:nvPr/>
        </p:nvSpPr>
        <p:spPr>
          <a:xfrm>
            <a:off x="554400" y="365040"/>
            <a:ext cx="11167200" cy="2089080"/>
          </a:xfrm>
          <a:prstGeom prst="rect">
            <a:avLst/>
          </a:prstGeom>
          <a:ln>
            <a:solidFill>
              <a:srgbClr val="DEDEDE"/>
            </a:solidFill>
          </a:ln>
          <a:effectLst>
            <a:outerShdw blurRad="50760" dist="37674"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Calibri"/>
            </a:endParaRPr>
          </a:p>
        </p:txBody>
      </p:sp>
      <p:sp>
        <p:nvSpPr>
          <p:cNvPr id="259" name="PlaceHolder 1"/>
          <p:cNvSpPr>
            <a:spLocks noGrp="1"/>
          </p:cNvSpPr>
          <p:nvPr>
            <p:ph type="title"/>
          </p:nvPr>
        </p:nvSpPr>
        <p:spPr>
          <a:xfrm>
            <a:off x="1051560" y="586800"/>
            <a:ext cx="3657240" cy="1645560"/>
          </a:xfrm>
          <a:prstGeom prst="rect">
            <a:avLst/>
          </a:prstGeom>
          <a:noFill/>
          <a:ln w="0">
            <a:noFill/>
          </a:ln>
        </p:spPr>
        <p:txBody>
          <a:bodyPr lIns="91440" tIns="45720" rIns="91440" bIns="45720" anchor="ctr">
            <a:normAutofit fontScale="98877" lnSpcReduction="20000"/>
          </a:bodyPr>
          <a:lstStyle/>
          <a:p>
            <a:pPr indent="0" defTabSz="914400">
              <a:lnSpc>
                <a:spcPct val="90000"/>
              </a:lnSpc>
              <a:buNone/>
            </a:pPr>
            <a:r>
              <a:rPr lang="fr-FR" sz="3200" b="0" strike="noStrike" spc="-1">
                <a:solidFill>
                  <a:schemeClr val="dk1"/>
                </a:solidFill>
                <a:latin typeface="Calibri Light"/>
              </a:rPr>
              <a:t>The key exception: ASSP vocational courses</a:t>
            </a:r>
            <a:endParaRPr lang="en-US" sz="3200" b="0" strike="noStrike" spc="-1">
              <a:solidFill>
                <a:schemeClr val="dk1"/>
              </a:solidFill>
              <a:latin typeface="Calibri"/>
            </a:endParaRPr>
          </a:p>
        </p:txBody>
      </p:sp>
      <p:sp>
        <p:nvSpPr>
          <p:cNvPr id="260" name="Rectangle 34">
            <a:extLst>
              <a:ext uri="{C183D7F6-B498-43B3-948B-1728B52AA6E4}">
                <adec:decorative xmlns:adec="http://schemas.microsoft.com/office/drawing/2017/decorative" val="1"/>
              </a:ext>
            </a:extLst>
          </p:cNvPr>
          <p:cNvSpPr/>
          <p:nvPr/>
        </p:nvSpPr>
        <p:spPr>
          <a:xfrm>
            <a:off x="490320" y="1057680"/>
            <a:ext cx="127800" cy="703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800" b="0" strike="noStrike" spc="-1">
              <a:solidFill>
                <a:srgbClr val="FFFFFF"/>
              </a:solidFill>
              <a:latin typeface="Calibri"/>
            </a:endParaRPr>
          </a:p>
        </p:txBody>
      </p:sp>
      <p:sp>
        <p:nvSpPr>
          <p:cNvPr id="261" name="Rectangle 36">
            <a:extLst>
              <a:ext uri="{C183D7F6-B498-43B3-948B-1728B52AA6E4}">
                <adec:decorative xmlns:adec="http://schemas.microsoft.com/office/drawing/2017/decorative" val="1"/>
              </a:ext>
            </a:extLst>
          </p:cNvPr>
          <p:cNvSpPr/>
          <p:nvPr/>
        </p:nvSpPr>
        <p:spPr>
          <a:xfrm rot="5400000">
            <a:off x="4243680" y="1400400"/>
            <a:ext cx="1462680" cy="18000"/>
          </a:xfrm>
          <a:prstGeom prst="rect">
            <a:avLst/>
          </a:prstGeom>
          <a:solidFill>
            <a:srgbClr val="D5D5D5"/>
          </a:solidFill>
          <a:ln w="3175">
            <a:noFill/>
          </a:ln>
        </p:spPr>
        <p:style>
          <a:lnRef idx="2">
            <a:schemeClr val="accent1">
              <a:shade val="50000"/>
            </a:schemeClr>
          </a:lnRef>
          <a:fillRef idx="1">
            <a:schemeClr val="accent1"/>
          </a:fillRef>
          <a:effectRef idx="0">
            <a:schemeClr val="accent1"/>
          </a:effectRef>
          <a:fontRef idx="minor"/>
        </p:style>
        <p:txBody>
          <a:bodyPr lIns="90000" tIns="-26640" rIns="90000" bIns="-26640" anchor="ctr">
            <a:noAutofit/>
          </a:bodyPr>
          <a:lstStyle/>
          <a:p>
            <a:pPr algn="ctr" defTabSz="914400">
              <a:lnSpc>
                <a:spcPct val="100000"/>
              </a:lnSpc>
              <a:tabLst>
                <a:tab pos="0" algn="l"/>
              </a:tabLst>
            </a:pPr>
            <a:endParaRPr lang="en-US" sz="1800" b="0" strike="noStrike" spc="-1">
              <a:solidFill>
                <a:srgbClr val="FFFFFF"/>
              </a:solidFill>
              <a:latin typeface="Calibri"/>
            </a:endParaRPr>
          </a:p>
        </p:txBody>
      </p:sp>
      <p:sp>
        <p:nvSpPr>
          <p:cNvPr id="262" name="PlaceHolder 2"/>
          <p:cNvSpPr>
            <a:spLocks noGrp="1"/>
          </p:cNvSpPr>
          <p:nvPr>
            <p:ph/>
          </p:nvPr>
        </p:nvSpPr>
        <p:spPr>
          <a:xfrm>
            <a:off x="5250240" y="586800"/>
            <a:ext cx="6106320" cy="1645560"/>
          </a:xfrm>
          <a:prstGeom prst="rect">
            <a:avLst/>
          </a:prstGeom>
          <a:noFill/>
          <a:ln w="0">
            <a:noFill/>
          </a:ln>
        </p:spPr>
        <p:txBody>
          <a:bodyPr lIns="91440" tIns="45720" rIns="91440" bIns="45720" anchor="ctr">
            <a:normAutofit/>
          </a:bodyPr>
          <a:lstStyle/>
          <a:p>
            <a:pPr marL="228600" indent="-228600" defTabSz="914400">
              <a:lnSpc>
                <a:spcPct val="90000"/>
              </a:lnSpc>
              <a:spcBef>
                <a:spcPts val="1001"/>
              </a:spcBef>
              <a:buClr>
                <a:srgbClr val="ED7D31"/>
              </a:buClr>
              <a:buFont typeface="Wingdings" charset="2"/>
              <a:buChar char=""/>
            </a:pPr>
            <a:r>
              <a:rPr lang="fr-FR" sz="1800" b="0" i="1" strike="noStrike" spc="-1">
                <a:solidFill>
                  <a:schemeClr val="dk1"/>
                </a:solidFill>
                <a:latin typeface="Calibri"/>
              </a:rPr>
              <a:t> A consistent positive pattern in ASSP vocational courses</a:t>
            </a:r>
            <a:endParaRPr lang="en-US" sz="1800" b="0" strike="noStrike" spc="-1">
              <a:solidFill>
                <a:schemeClr val="dk1"/>
              </a:solidFill>
              <a:latin typeface="Calibri"/>
            </a:endParaRPr>
          </a:p>
          <a:p>
            <a:pPr marL="228600" indent="-228600" defTabSz="914400">
              <a:lnSpc>
                <a:spcPct val="90000"/>
              </a:lnSpc>
              <a:spcBef>
                <a:spcPts val="1001"/>
              </a:spcBef>
              <a:buClr>
                <a:srgbClr val="000000"/>
              </a:buClr>
              <a:buFont typeface="Arial"/>
              <a:buChar char="•"/>
            </a:pPr>
            <a:r>
              <a:rPr lang="fr-FR" sz="1800" b="0" strike="noStrike" spc="-1">
                <a:solidFill>
                  <a:schemeClr val="dk1"/>
                </a:solidFill>
                <a:latin typeface="Calibri"/>
              </a:rPr>
              <a:t>Effect observed on performance trajectories, not only on end-point scores</a:t>
            </a:r>
            <a:endParaRPr lang="en-US" sz="1800" b="0" strike="noStrike" spc="-1">
              <a:solidFill>
                <a:schemeClr val="dk1"/>
              </a:solidFill>
              <a:latin typeface="Calibri"/>
            </a:endParaRPr>
          </a:p>
          <a:p>
            <a:pPr marL="228600" indent="-228600" defTabSz="914400">
              <a:lnSpc>
                <a:spcPct val="90000"/>
              </a:lnSpc>
              <a:spcBef>
                <a:spcPts val="1001"/>
              </a:spcBef>
              <a:buClr>
                <a:srgbClr val="000000"/>
              </a:buClr>
              <a:buFont typeface="Arial"/>
              <a:buChar char="•"/>
            </a:pPr>
            <a:r>
              <a:rPr lang="fr-FR" sz="1800" b="0" strike="noStrike" spc="-1">
                <a:solidFill>
                  <a:schemeClr val="dk1"/>
                </a:solidFill>
                <a:latin typeface="Calibri"/>
              </a:rPr>
              <a:t>No comparable effect in other vocational tracks or in general subjects</a:t>
            </a:r>
            <a:endParaRPr lang="en-US" sz="1800" b="0" strike="noStrike" spc="-1">
              <a:solidFill>
                <a:schemeClr val="dk1"/>
              </a:solidFill>
              <a:latin typeface="Calibri"/>
            </a:endParaRPr>
          </a:p>
        </p:txBody>
      </p:sp>
      <p:sp>
        <p:nvSpPr>
          <p:cNvPr id="263" name="PlaceHolder 3"/>
          <p:cNvSpPr>
            <a:spLocks noGrp="1"/>
          </p:cNvSpPr>
          <p:nvPr>
            <p:ph type="sldNum" idx="46"/>
          </p:nvPr>
        </p:nvSpPr>
        <p:spPr>
          <a:xfrm>
            <a:off x="8610480" y="6356520"/>
            <a:ext cx="2745720" cy="364680"/>
          </a:xfrm>
          <a:prstGeom prst="rect">
            <a:avLst/>
          </a:prstGeom>
          <a:noFill/>
          <a:ln w="0">
            <a:noFill/>
          </a:ln>
        </p:spPr>
        <p:txBody>
          <a:bodyPr lIns="91440" tIns="45720" rIns="91440" bIns="45720" anchor="ctr">
            <a:normAutofit/>
          </a:bodyPr>
          <a:lstStyle>
            <a:lvl1pPr indent="0" algn="r" defTabSz="457200">
              <a:lnSpc>
                <a:spcPct val="100000"/>
              </a:lnSpc>
              <a:spcAft>
                <a:spcPts val="601"/>
              </a:spcAft>
              <a:buNone/>
              <a:defRPr lang="en-US" sz="1200" b="0" strike="noStrike" spc="-1">
                <a:solidFill>
                  <a:schemeClr val="dk1">
                    <a:lumMod val="50000"/>
                    <a:lumOff val="50000"/>
                  </a:schemeClr>
                </a:solidFill>
                <a:latin typeface="Calibri"/>
              </a:defRPr>
            </a:lvl1pPr>
          </a:lstStyle>
          <a:p>
            <a:pPr indent="0" algn="r" defTabSz="457200">
              <a:lnSpc>
                <a:spcPct val="100000"/>
              </a:lnSpc>
              <a:spcAft>
                <a:spcPts val="601"/>
              </a:spcAft>
              <a:buNone/>
            </a:pPr>
            <a:fld id="{B8C609F8-1F29-403C-A571-6A5ADDDADD58}" type="slidenum">
              <a:rPr lang="en-US" sz="1200" b="0" strike="noStrike" spc="-1">
                <a:solidFill>
                  <a:schemeClr val="dk1">
                    <a:lumMod val="50000"/>
                    <a:lumOff val="50000"/>
                  </a:schemeClr>
                </a:solidFill>
                <a:latin typeface="Calibri"/>
              </a:rPr>
              <a:t>12</a:t>
            </a:fld>
            <a:endParaRPr lang="fr-FR" sz="1200" b="0" strike="noStrike" spc="-1">
              <a:solidFill>
                <a:srgbClr val="000000"/>
              </a:solidFill>
              <a:latin typeface="Times New Roman"/>
            </a:endParaRPr>
          </a:p>
        </p:txBody>
      </p:sp>
      <p:sp>
        <p:nvSpPr>
          <p:cNvPr id="264" name="ZoneTexte 18"/>
          <p:cNvSpPr/>
          <p:nvPr/>
        </p:nvSpPr>
        <p:spPr>
          <a:xfrm>
            <a:off x="333720" y="6289560"/>
            <a:ext cx="4894920" cy="242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457200">
              <a:lnSpc>
                <a:spcPct val="100000"/>
              </a:lnSpc>
            </a:pPr>
            <a:r>
              <a:rPr lang="fr-FR" sz="1000" b="0" strike="noStrike" spc="-1">
                <a:solidFill>
                  <a:schemeClr val="dk1"/>
                </a:solidFill>
                <a:latin typeface="Calibri"/>
              </a:rPr>
              <a:t>	Jigsaw 		Unstructured cooperation		Business-as-usual</a:t>
            </a:r>
            <a:endParaRPr lang="fr-FR" sz="1000" b="0" strike="noStrike" spc="-1">
              <a:solidFill>
                <a:srgbClr val="000000"/>
              </a:solidFill>
              <a:latin typeface="Arial"/>
            </a:endParaRPr>
          </a:p>
        </p:txBody>
      </p:sp>
      <p:sp>
        <p:nvSpPr>
          <p:cNvPr id="265" name="Rectangle 20"/>
          <p:cNvSpPr/>
          <p:nvPr/>
        </p:nvSpPr>
        <p:spPr>
          <a:xfrm>
            <a:off x="962280" y="6347520"/>
            <a:ext cx="123480" cy="12960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fr-FR" sz="1800" b="0" strike="noStrike" spc="-1">
              <a:solidFill>
                <a:schemeClr val="lt1"/>
              </a:solidFill>
              <a:latin typeface="Calibri"/>
            </a:endParaRPr>
          </a:p>
        </p:txBody>
      </p:sp>
      <p:sp>
        <p:nvSpPr>
          <p:cNvPr id="266" name="Rectangle 22"/>
          <p:cNvSpPr/>
          <p:nvPr/>
        </p:nvSpPr>
        <p:spPr>
          <a:xfrm>
            <a:off x="1885320" y="6347520"/>
            <a:ext cx="123480" cy="129600"/>
          </a:xfrm>
          <a:prstGeom prst="rect">
            <a:avLst/>
          </a:prstGeom>
          <a:solidFill>
            <a:schemeClr val="accent6"/>
          </a:solidFill>
          <a:ln>
            <a:solidFill>
              <a:srgbClr val="70AD47"/>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fr-FR" sz="1800" b="0" strike="noStrike" spc="-1">
              <a:solidFill>
                <a:schemeClr val="lt1"/>
              </a:solidFill>
              <a:latin typeface="Calibri"/>
            </a:endParaRPr>
          </a:p>
        </p:txBody>
      </p:sp>
      <p:sp>
        <p:nvSpPr>
          <p:cNvPr id="267" name="Rectangle 24"/>
          <p:cNvSpPr/>
          <p:nvPr/>
        </p:nvSpPr>
        <p:spPr>
          <a:xfrm>
            <a:off x="3703680" y="6342480"/>
            <a:ext cx="123480" cy="129600"/>
          </a:xfrm>
          <a:prstGeom prst="rect">
            <a:avLst/>
          </a:prstGeom>
          <a:solidFill>
            <a:schemeClr val="accent5"/>
          </a:solidFill>
          <a:ln>
            <a:solidFill>
              <a:srgbClr val="5B9BD5"/>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fr-FR" sz="1800" b="0" strike="noStrike" spc="-1">
              <a:solidFill>
                <a:schemeClr val="lt1"/>
              </a:solidFill>
              <a:latin typeface="Calibri"/>
            </a:endParaRPr>
          </a:p>
        </p:txBody>
      </p:sp>
      <p:pic>
        <p:nvPicPr>
          <p:cNvPr id="268" name="Image 267"/>
          <p:cNvPicPr/>
          <p:nvPr/>
        </p:nvPicPr>
        <p:blipFill>
          <a:blip r:embed="rId3"/>
          <a:stretch/>
        </p:blipFill>
        <p:spPr>
          <a:xfrm>
            <a:off x="4019760" y="2520000"/>
            <a:ext cx="4620240" cy="3465000"/>
          </a:xfrm>
          <a:prstGeom prst="rect">
            <a:avLst/>
          </a:prstGeom>
          <a:ln w="0">
            <a:noFill/>
          </a:ln>
        </p:spPr>
      </p:pic>
    </p:spTree>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269" name="Rectangle 40">
            <a:extLst>
              <a:ext uri="{C183D7F6-B498-43B3-948B-1728B52AA6E4}">
                <adec:decorative xmlns:adec="http://schemas.microsoft.com/office/drawing/2017/decorative" val="1"/>
              </a:ext>
            </a:extLst>
          </p:cNvPr>
          <p:cNvSpPr/>
          <p:nvPr/>
        </p:nvSpPr>
        <p:spPr>
          <a:xfrm>
            <a:off x="554400" y="288360"/>
            <a:ext cx="2505600" cy="5111640"/>
          </a:xfrm>
          <a:prstGeom prst="rect">
            <a:avLst/>
          </a:prstGeom>
          <a:ln>
            <a:solidFill>
              <a:srgbClr val="DEDEDE"/>
            </a:solidFill>
          </a:ln>
          <a:effectLst>
            <a:outerShdw blurRad="50760" dist="37674"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Calibri"/>
            </a:endParaRPr>
          </a:p>
        </p:txBody>
      </p:sp>
      <p:sp>
        <p:nvSpPr>
          <p:cNvPr id="270" name="PlaceHolder 1"/>
          <p:cNvSpPr>
            <a:spLocks noGrp="1"/>
          </p:cNvSpPr>
          <p:nvPr>
            <p:ph type="title"/>
          </p:nvPr>
        </p:nvSpPr>
        <p:spPr>
          <a:xfrm>
            <a:off x="841320" y="510120"/>
            <a:ext cx="3300480" cy="1645560"/>
          </a:xfrm>
          <a:prstGeom prst="rect">
            <a:avLst/>
          </a:prstGeom>
          <a:noFill/>
          <a:ln w="0">
            <a:noFill/>
          </a:ln>
        </p:spPr>
        <p:txBody>
          <a:bodyPr lIns="91440" tIns="45720" rIns="91440" bIns="45720" anchor="ctr">
            <a:normAutofit/>
          </a:bodyPr>
          <a:lstStyle/>
          <a:p>
            <a:pPr indent="0" defTabSz="914400">
              <a:lnSpc>
                <a:spcPct val="90000"/>
              </a:lnSpc>
              <a:buNone/>
            </a:pPr>
            <a:r>
              <a:rPr lang="fr-FR" sz="2800" b="0" strike="noStrike" spc="-1">
                <a:solidFill>
                  <a:schemeClr val="dk1"/>
                </a:solidFill>
                <a:latin typeface="Calibri Light"/>
              </a:rPr>
              <a:t>Explaining ASSP specificity </a:t>
            </a:r>
            <a:endParaRPr lang="en-US" sz="2800" b="0" strike="noStrike" spc="-1">
              <a:solidFill>
                <a:schemeClr val="dk1"/>
              </a:solidFill>
              <a:latin typeface="Calibri"/>
            </a:endParaRPr>
          </a:p>
        </p:txBody>
      </p:sp>
      <p:sp>
        <p:nvSpPr>
          <p:cNvPr id="271" name="Rectangle 42">
            <a:extLst>
              <a:ext uri="{C183D7F6-B498-43B3-948B-1728B52AA6E4}">
                <adec:decorative xmlns:adec="http://schemas.microsoft.com/office/drawing/2017/decorative" val="1"/>
              </a:ext>
            </a:extLst>
          </p:cNvPr>
          <p:cNvSpPr/>
          <p:nvPr/>
        </p:nvSpPr>
        <p:spPr>
          <a:xfrm>
            <a:off x="490320" y="981000"/>
            <a:ext cx="127800" cy="703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Calibri"/>
            </a:endParaRPr>
          </a:p>
        </p:txBody>
      </p:sp>
      <p:sp>
        <p:nvSpPr>
          <p:cNvPr id="272" name="PlaceHolder 2"/>
          <p:cNvSpPr>
            <a:spLocks noGrp="1"/>
          </p:cNvSpPr>
          <p:nvPr>
            <p:ph/>
          </p:nvPr>
        </p:nvSpPr>
        <p:spPr>
          <a:xfrm>
            <a:off x="540000" y="2314440"/>
            <a:ext cx="2520000" cy="3085560"/>
          </a:xfrm>
          <a:prstGeom prst="rect">
            <a:avLst/>
          </a:prstGeom>
          <a:noFill/>
          <a:ln w="0">
            <a:noFill/>
          </a:ln>
        </p:spPr>
        <p:txBody>
          <a:bodyPr lIns="91440" tIns="45720" rIns="91440" bIns="45720" anchor="ctr">
            <a:normAutofit fontScale="87480" lnSpcReduction="10000"/>
          </a:bodyPr>
          <a:lstStyle/>
          <a:p>
            <a:pPr marL="228600" indent="-228600" defTabSz="914400">
              <a:lnSpc>
                <a:spcPct val="90000"/>
              </a:lnSpc>
              <a:spcBef>
                <a:spcPts val="1001"/>
              </a:spcBef>
              <a:buClr>
                <a:srgbClr val="000000"/>
              </a:buClr>
              <a:buFont typeface="Arial"/>
              <a:buChar char="•"/>
            </a:pPr>
            <a:r>
              <a:rPr lang="fr-FR" sz="1800" b="0" strike="noStrike" spc="-1">
                <a:solidFill>
                  <a:schemeClr val="dk1"/>
                </a:solidFill>
                <a:latin typeface="Calibri"/>
              </a:rPr>
              <a:t>Higher baseline levels of cooperation and empathy </a:t>
            </a:r>
            <a:endParaRPr lang="en-US" sz="1800" b="0" strike="noStrike" spc="-1">
              <a:solidFill>
                <a:schemeClr val="dk1"/>
              </a:solidFill>
              <a:latin typeface="Calibri"/>
            </a:endParaRPr>
          </a:p>
          <a:p>
            <a:pPr marL="228600" indent="-228600" defTabSz="914400">
              <a:lnSpc>
                <a:spcPct val="90000"/>
              </a:lnSpc>
              <a:spcBef>
                <a:spcPts val="1001"/>
              </a:spcBef>
              <a:buClr>
                <a:srgbClr val="000000"/>
              </a:buClr>
              <a:buFont typeface="Arial"/>
              <a:buChar char="•"/>
            </a:pPr>
            <a:r>
              <a:rPr lang="fr-FR" sz="1800" b="0" strike="noStrike" spc="-1">
                <a:solidFill>
                  <a:schemeClr val="dk1"/>
                </a:solidFill>
                <a:latin typeface="Calibri"/>
              </a:rPr>
              <a:t>More positive classroom climate at the beginning of the school year</a:t>
            </a:r>
            <a:endParaRPr lang="en-US" sz="1800" b="0" strike="noStrike" spc="-1">
              <a:solidFill>
                <a:schemeClr val="dk1"/>
              </a:solidFill>
              <a:latin typeface="Calibri"/>
            </a:endParaRPr>
          </a:p>
          <a:p>
            <a:pPr marL="685800" lvl="1" indent="-228600" defTabSz="914400">
              <a:lnSpc>
                <a:spcPct val="90000"/>
              </a:lnSpc>
              <a:spcBef>
                <a:spcPts val="499"/>
              </a:spcBef>
              <a:buClr>
                <a:srgbClr val="ED7D31"/>
              </a:buClr>
              <a:buFont typeface="Wingdings" charset="2"/>
              <a:buChar char=""/>
            </a:pPr>
            <a:r>
              <a:rPr lang="fr-FR" sz="1800" b="0" strike="noStrike" spc="-1">
                <a:solidFill>
                  <a:schemeClr val="dk1"/>
                </a:solidFill>
                <a:latin typeface="Calibri"/>
              </a:rPr>
              <a:t> Jigsaw amplifies pre-existing cooperative norms rather than creating them?</a:t>
            </a:r>
            <a:endParaRPr lang="en-US" sz="1800" b="0" strike="noStrike" spc="-1">
              <a:solidFill>
                <a:schemeClr val="dk1"/>
              </a:solidFill>
              <a:latin typeface="Calibri"/>
            </a:endParaRPr>
          </a:p>
        </p:txBody>
      </p:sp>
      <p:sp>
        <p:nvSpPr>
          <p:cNvPr id="273" name="PlaceHolder 3"/>
          <p:cNvSpPr>
            <a:spLocks noGrp="1"/>
          </p:cNvSpPr>
          <p:nvPr>
            <p:ph type="sldNum" idx="47"/>
          </p:nvPr>
        </p:nvSpPr>
        <p:spPr>
          <a:xfrm>
            <a:off x="8610480" y="6356520"/>
            <a:ext cx="2828160" cy="364680"/>
          </a:xfrm>
          <a:prstGeom prst="rect">
            <a:avLst/>
          </a:prstGeom>
          <a:noFill/>
          <a:ln w="0">
            <a:noFill/>
          </a:ln>
        </p:spPr>
        <p:txBody>
          <a:bodyPr lIns="91440" tIns="45720" rIns="91440" bIns="45720" anchor="ctr">
            <a:normAutofit/>
          </a:bodyPr>
          <a:lstStyle>
            <a:lvl1pPr indent="0" algn="r" defTabSz="457200">
              <a:lnSpc>
                <a:spcPct val="100000"/>
              </a:lnSpc>
              <a:spcAft>
                <a:spcPts val="601"/>
              </a:spcAft>
              <a:buNone/>
              <a:defRPr lang="en-US" sz="1200" b="0" strike="noStrike" spc="-1">
                <a:solidFill>
                  <a:schemeClr val="dk1">
                    <a:lumMod val="50000"/>
                    <a:lumOff val="50000"/>
                  </a:schemeClr>
                </a:solidFill>
                <a:latin typeface="Calibri"/>
              </a:defRPr>
            </a:lvl1pPr>
          </a:lstStyle>
          <a:p>
            <a:pPr indent="0" algn="r" defTabSz="457200">
              <a:lnSpc>
                <a:spcPct val="100000"/>
              </a:lnSpc>
              <a:spcAft>
                <a:spcPts val="601"/>
              </a:spcAft>
              <a:buNone/>
            </a:pPr>
            <a:fld id="{7541993C-2839-46EA-B6B4-D2153588C3B1}" type="slidenum">
              <a:rPr lang="en-US" sz="1200" b="0" strike="noStrike" spc="-1">
                <a:solidFill>
                  <a:schemeClr val="dk1">
                    <a:lumMod val="50000"/>
                    <a:lumOff val="50000"/>
                  </a:schemeClr>
                </a:solidFill>
                <a:latin typeface="Calibri"/>
              </a:rPr>
              <a:t>13</a:t>
            </a:fld>
            <a:endParaRPr lang="fr-FR" sz="1200" b="0" strike="noStrike" spc="-1">
              <a:solidFill>
                <a:srgbClr val="000000"/>
              </a:solidFill>
              <a:latin typeface="Times New Roman"/>
            </a:endParaRPr>
          </a:p>
        </p:txBody>
      </p:sp>
      <p:sp>
        <p:nvSpPr>
          <p:cNvPr id="274" name="ZoneTexte 26"/>
          <p:cNvSpPr/>
          <p:nvPr/>
        </p:nvSpPr>
        <p:spPr>
          <a:xfrm>
            <a:off x="554400" y="6316200"/>
            <a:ext cx="2402280" cy="39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fr-FR" sz="1000" b="0" strike="noStrike" spc="-1">
                <a:solidFill>
                  <a:schemeClr val="dk1"/>
                </a:solidFill>
                <a:latin typeface="Calibri"/>
              </a:rPr>
              <a:t>	Business		Care sector	</a:t>
            </a:r>
            <a:endParaRPr lang="fr-FR" sz="1000" b="0" strike="noStrike" spc="-1">
              <a:solidFill>
                <a:srgbClr val="000000"/>
              </a:solidFill>
              <a:latin typeface="Arial"/>
            </a:endParaRPr>
          </a:p>
        </p:txBody>
      </p:sp>
      <p:sp>
        <p:nvSpPr>
          <p:cNvPr id="275" name="Rectangle 28"/>
          <p:cNvSpPr/>
          <p:nvPr/>
        </p:nvSpPr>
        <p:spPr>
          <a:xfrm>
            <a:off x="881640" y="6371640"/>
            <a:ext cx="123480" cy="129600"/>
          </a:xfrm>
          <a:prstGeom prst="rect">
            <a:avLst/>
          </a:prstGeom>
          <a:solidFill>
            <a:srgbClr val="FF7E79"/>
          </a:solidFill>
          <a:ln>
            <a:solidFill>
              <a:srgbClr val="FF7E79"/>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fr-FR" sz="1800" b="0" strike="noStrike" spc="-1">
              <a:solidFill>
                <a:schemeClr val="lt1"/>
              </a:solidFill>
              <a:latin typeface="Calibri"/>
            </a:endParaRPr>
          </a:p>
        </p:txBody>
      </p:sp>
      <p:sp>
        <p:nvSpPr>
          <p:cNvPr id="276" name="Rectangle 30"/>
          <p:cNvSpPr/>
          <p:nvPr/>
        </p:nvSpPr>
        <p:spPr>
          <a:xfrm>
            <a:off x="1803600" y="6371640"/>
            <a:ext cx="123480" cy="129600"/>
          </a:xfrm>
          <a:prstGeom prst="rect">
            <a:avLst/>
          </a:prstGeom>
          <a:solidFill>
            <a:srgbClr val="00FDFF"/>
          </a:solidFill>
          <a:ln>
            <a:solidFill>
              <a:srgbClr val="00FDFF"/>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fr-FR" sz="1800" b="0" strike="noStrike" spc="-1">
              <a:solidFill>
                <a:schemeClr val="lt1"/>
              </a:solidFill>
              <a:latin typeface="Calibri"/>
            </a:endParaRPr>
          </a:p>
        </p:txBody>
      </p:sp>
      <p:pic>
        <p:nvPicPr>
          <p:cNvPr id="277" name="Image 276"/>
          <p:cNvPicPr/>
          <p:nvPr/>
        </p:nvPicPr>
        <p:blipFill>
          <a:blip r:embed="rId3"/>
          <a:stretch/>
        </p:blipFill>
        <p:spPr>
          <a:xfrm>
            <a:off x="3305160" y="702360"/>
            <a:ext cx="4434840" cy="5777640"/>
          </a:xfrm>
          <a:prstGeom prst="rect">
            <a:avLst/>
          </a:prstGeom>
          <a:ln w="0">
            <a:noFill/>
          </a:ln>
        </p:spPr>
      </p:pic>
      <p:pic>
        <p:nvPicPr>
          <p:cNvPr id="278" name="Image 277"/>
          <p:cNvPicPr/>
          <p:nvPr/>
        </p:nvPicPr>
        <p:blipFill>
          <a:blip r:embed="rId4"/>
          <a:stretch/>
        </p:blipFill>
        <p:spPr>
          <a:xfrm>
            <a:off x="8191440" y="540000"/>
            <a:ext cx="4000680" cy="6300000"/>
          </a:xfrm>
          <a:prstGeom prst="rect">
            <a:avLst/>
          </a:prstGeom>
          <a:ln w="0">
            <a:noFill/>
          </a:ln>
        </p:spPr>
      </p:pic>
      <p:sp>
        <p:nvSpPr>
          <p:cNvPr id="279" name="Espace réservé du contenu 1"/>
          <p:cNvSpPr txBox="1"/>
          <p:nvPr/>
        </p:nvSpPr>
        <p:spPr>
          <a:xfrm>
            <a:off x="8100000" y="180000"/>
            <a:ext cx="2160000" cy="565560"/>
          </a:xfrm>
          <a:prstGeom prst="rect">
            <a:avLst/>
          </a:prstGeom>
          <a:noFill/>
          <a:ln w="0">
            <a:noFill/>
          </a:ln>
        </p:spPr>
        <p:txBody>
          <a:bodyPr anchor="ctr">
            <a:normAutofit/>
          </a:bodyPr>
          <a:lstStyle/>
          <a:p>
            <a:pPr marL="228600" indent="-228600" defTabSz="914400">
              <a:lnSpc>
                <a:spcPct val="90000"/>
              </a:lnSpc>
              <a:spcBef>
                <a:spcPts val="1001"/>
              </a:spcBef>
              <a:buClr>
                <a:srgbClr val="000000"/>
              </a:buClr>
              <a:buFont typeface="Arial"/>
              <a:buChar char="•"/>
            </a:pPr>
            <a:r>
              <a:rPr lang="fr-FR" sz="1200" b="0" strike="noStrike" spc="-1">
                <a:solidFill>
                  <a:schemeClr val="dk1"/>
                </a:solidFill>
                <a:latin typeface="Calibri"/>
              </a:rPr>
              <a:t>Goal performance: Avoidance</a:t>
            </a:r>
            <a:endParaRPr lang="en-US" sz="1200" b="0" strike="noStrike" spc="-1">
              <a:solidFill>
                <a:schemeClr val="dk1"/>
              </a:solidFill>
              <a:latin typeface="Calibri"/>
            </a:endParaRPr>
          </a:p>
        </p:txBody>
      </p:sp>
      <p:sp>
        <p:nvSpPr>
          <p:cNvPr id="280" name="Espace réservé du contenu 3"/>
          <p:cNvSpPr txBox="1"/>
          <p:nvPr/>
        </p:nvSpPr>
        <p:spPr>
          <a:xfrm>
            <a:off x="10080000" y="180000"/>
            <a:ext cx="2160000" cy="565560"/>
          </a:xfrm>
          <a:prstGeom prst="rect">
            <a:avLst/>
          </a:prstGeom>
          <a:noFill/>
          <a:ln w="0">
            <a:noFill/>
          </a:ln>
        </p:spPr>
        <p:txBody>
          <a:bodyPr anchor="ctr">
            <a:normAutofit/>
          </a:bodyPr>
          <a:lstStyle/>
          <a:p>
            <a:pPr marL="228600" indent="-228600" defTabSz="914400">
              <a:lnSpc>
                <a:spcPct val="90000"/>
              </a:lnSpc>
              <a:spcBef>
                <a:spcPts val="1001"/>
              </a:spcBef>
              <a:buClr>
                <a:srgbClr val="000000"/>
              </a:buClr>
              <a:buFont typeface="Arial"/>
              <a:buChar char="•"/>
            </a:pPr>
            <a:r>
              <a:rPr lang="fr-FR" sz="1200" b="0" strike="noStrike" spc="-1">
                <a:solidFill>
                  <a:schemeClr val="dk1"/>
                </a:solidFill>
                <a:latin typeface="Calibri"/>
              </a:rPr>
              <a:t>Goal Mastery: Approach</a:t>
            </a:r>
            <a:endParaRPr lang="en-US" sz="1200" b="0" strike="noStrike" spc="-1">
              <a:solidFill>
                <a:schemeClr val="dk1"/>
              </a:solidFill>
              <a:latin typeface="Calibri"/>
            </a:endParaRPr>
          </a:p>
        </p:txBody>
      </p:sp>
    </p:spTree>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281" name="Rectangle 8">
            <a:extLst>
              <a:ext uri="{C183D7F6-B498-43B3-948B-1728B52AA6E4}">
                <adec:decorative xmlns:adec="http://schemas.microsoft.com/office/drawing/2017/decorative" val="1"/>
              </a:ext>
            </a:extLst>
          </p:cNvPr>
          <p:cNvSpPr/>
          <p:nvPr/>
        </p:nvSpPr>
        <p:spPr>
          <a:xfrm>
            <a:off x="0" y="0"/>
            <a:ext cx="12191760" cy="68576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800" b="0" strike="noStrike" spc="-1">
              <a:solidFill>
                <a:schemeClr val="lt1"/>
              </a:solidFill>
              <a:latin typeface="Calibri"/>
            </a:endParaRPr>
          </a:p>
        </p:txBody>
      </p:sp>
      <p:sp useBgFill="1">
        <p:nvSpPr>
          <p:cNvPr id="282" name="Rectangle 10">
            <a:extLst>
              <a:ext uri="{C183D7F6-B498-43B3-948B-1728B52AA6E4}">
                <adec:decorative xmlns:adec="http://schemas.microsoft.com/office/drawing/2017/decorative" val="1"/>
              </a:ext>
            </a:extLst>
          </p:cNvPr>
          <p:cNvSpPr/>
          <p:nvPr/>
        </p:nvSpPr>
        <p:spPr>
          <a:xfrm>
            <a:off x="558360" y="0"/>
            <a:ext cx="11167200" cy="2018520"/>
          </a:xfrm>
          <a:prstGeom prst="rect">
            <a:avLst/>
          </a:prstGeom>
          <a:ln w="9525">
            <a:solidFill>
              <a:srgbClr val="E1E1E1"/>
            </a:solidFill>
          </a:ln>
          <a:effectLst>
            <a:outerShdw blurRad="50760" dist="37674"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Calibri"/>
            </a:endParaRPr>
          </a:p>
        </p:txBody>
      </p:sp>
      <p:sp useBgFill="1">
        <p:nvSpPr>
          <p:cNvPr id="283" name="Rectangle 12">
            <a:extLst>
              <a:ext uri="{C183D7F6-B498-43B3-948B-1728B52AA6E4}">
                <adec:decorative xmlns:adec="http://schemas.microsoft.com/office/drawing/2017/decorative" val="1"/>
              </a:ext>
            </a:extLst>
          </p:cNvPr>
          <p:cNvSpPr/>
          <p:nvPr/>
        </p:nvSpPr>
        <p:spPr>
          <a:xfrm>
            <a:off x="567000" y="0"/>
            <a:ext cx="11155320" cy="2011320"/>
          </a:xfrm>
          <a:prstGeom prst="rect">
            <a:avLst/>
          </a:prstGeom>
          <a:ln w="9525">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Calibri"/>
            </a:endParaRPr>
          </a:p>
        </p:txBody>
      </p:sp>
      <p:sp>
        <p:nvSpPr>
          <p:cNvPr id="284" name="PlaceHolder 1"/>
          <p:cNvSpPr>
            <a:spLocks noGrp="1"/>
          </p:cNvSpPr>
          <p:nvPr>
            <p:ph type="title"/>
          </p:nvPr>
        </p:nvSpPr>
        <p:spPr>
          <a:xfrm>
            <a:off x="1115640" y="548640"/>
            <a:ext cx="10167840" cy="1179360"/>
          </a:xfrm>
          <a:prstGeom prst="rect">
            <a:avLst/>
          </a:prstGeom>
          <a:noFill/>
          <a:ln w="0">
            <a:noFill/>
          </a:ln>
        </p:spPr>
        <p:txBody>
          <a:bodyPr lIns="91440" tIns="45720" rIns="91440" bIns="45720" anchor="ctr">
            <a:normAutofit/>
          </a:bodyPr>
          <a:lstStyle/>
          <a:p>
            <a:pPr indent="0" defTabSz="914400">
              <a:lnSpc>
                <a:spcPct val="90000"/>
              </a:lnSpc>
              <a:buNone/>
            </a:pPr>
            <a:r>
              <a:rPr lang="fr-FR" sz="4000" b="0" strike="noStrike" spc="-1">
                <a:solidFill>
                  <a:schemeClr val="dk1"/>
                </a:solidFill>
                <a:latin typeface="Calibri Light"/>
              </a:rPr>
              <a:t>Conclusion and implications</a:t>
            </a:r>
            <a:endParaRPr lang="en-US" sz="4000" b="0" strike="noStrike" spc="-1">
              <a:solidFill>
                <a:schemeClr val="dk1"/>
              </a:solidFill>
              <a:latin typeface="Calibri"/>
            </a:endParaRPr>
          </a:p>
        </p:txBody>
      </p:sp>
      <p:sp>
        <p:nvSpPr>
          <p:cNvPr id="285" name="Rectangle 14">
            <a:extLst>
              <a:ext uri="{C183D7F6-B498-43B3-948B-1728B52AA6E4}">
                <adec:decorative xmlns:adec="http://schemas.microsoft.com/office/drawing/2017/decorative" val="1"/>
              </a:ext>
            </a:extLst>
          </p:cNvPr>
          <p:cNvSpPr/>
          <p:nvPr/>
        </p:nvSpPr>
        <p:spPr>
          <a:xfrm>
            <a:off x="498960" y="758880"/>
            <a:ext cx="127800" cy="703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800" b="0" strike="noStrike" spc="-1">
              <a:solidFill>
                <a:srgbClr val="FFFFFF"/>
              </a:solidFill>
              <a:latin typeface="Calibri"/>
            </a:endParaRPr>
          </a:p>
        </p:txBody>
      </p:sp>
      <p:sp>
        <p:nvSpPr>
          <p:cNvPr id="286" name="PlaceHolder 2"/>
          <p:cNvSpPr>
            <a:spLocks noGrp="1"/>
          </p:cNvSpPr>
          <p:nvPr>
            <p:ph type="sldNum" idx="48"/>
          </p:nvPr>
        </p:nvSpPr>
        <p:spPr>
          <a:xfrm>
            <a:off x="8540640" y="6356520"/>
            <a:ext cx="2742840" cy="364680"/>
          </a:xfrm>
          <a:prstGeom prst="rect">
            <a:avLst/>
          </a:prstGeom>
          <a:noFill/>
          <a:ln w="0">
            <a:noFill/>
          </a:ln>
        </p:spPr>
        <p:txBody>
          <a:bodyPr lIns="91440" tIns="45720" rIns="91440" bIns="45720" anchor="ctr">
            <a:normAutofit/>
          </a:bodyPr>
          <a:lstStyle>
            <a:lvl1pPr indent="0" algn="r" defTabSz="457200">
              <a:lnSpc>
                <a:spcPct val="100000"/>
              </a:lnSpc>
              <a:spcAft>
                <a:spcPts val="601"/>
              </a:spcAft>
              <a:buNone/>
              <a:defRPr lang="en-US" sz="1200" b="0" strike="noStrike" spc="-1">
                <a:solidFill>
                  <a:schemeClr val="dk1">
                    <a:lumMod val="50000"/>
                    <a:lumOff val="50000"/>
                  </a:schemeClr>
                </a:solidFill>
                <a:latin typeface="Calibri"/>
              </a:defRPr>
            </a:lvl1pPr>
          </a:lstStyle>
          <a:p>
            <a:pPr indent="0" algn="r" defTabSz="457200">
              <a:lnSpc>
                <a:spcPct val="100000"/>
              </a:lnSpc>
              <a:spcAft>
                <a:spcPts val="601"/>
              </a:spcAft>
              <a:buNone/>
            </a:pPr>
            <a:fld id="{F51CC099-AC9E-4AE1-9C45-70AA7F222842}" type="slidenum">
              <a:rPr lang="en-US" sz="1200" b="0" strike="noStrike" spc="-1">
                <a:solidFill>
                  <a:schemeClr val="dk1">
                    <a:lumMod val="50000"/>
                    <a:lumOff val="50000"/>
                  </a:schemeClr>
                </a:solidFill>
                <a:latin typeface="Calibri"/>
              </a:rPr>
              <a:t>14</a:t>
            </a:fld>
            <a:endParaRPr lang="fr-FR" sz="1200" b="0" strike="noStrike" spc="-1">
              <a:solidFill>
                <a:srgbClr val="000000"/>
              </a:solidFill>
              <a:latin typeface="Times New Roman"/>
            </a:endParaRPr>
          </a:p>
        </p:txBody>
      </p:sp>
      <p:sp>
        <p:nvSpPr>
          <p:cNvPr id="287" name="PlaceHolder 3"/>
          <p:cNvSpPr>
            <a:spLocks noGrp="1"/>
          </p:cNvSpPr>
          <p:nvPr>
            <p:ph/>
          </p:nvPr>
        </p:nvSpPr>
        <p:spPr>
          <a:xfrm>
            <a:off x="626760" y="2277000"/>
            <a:ext cx="10515240" cy="4350960"/>
          </a:xfrm>
          <a:prstGeom prst="rect">
            <a:avLst/>
          </a:prstGeom>
          <a:noFill/>
          <a:ln w="0">
            <a:noFill/>
          </a:ln>
        </p:spPr>
        <p:txBody>
          <a:bodyPr lIns="91440" tIns="45720" rIns="91440" bIns="45720" anchor="t">
            <a:noAutofit/>
          </a:bodyPr>
          <a:lstStyle/>
          <a:p>
            <a:pPr marL="228600" indent="-228600" algn="just" defTabSz="914400">
              <a:lnSpc>
                <a:spcPct val="90000"/>
              </a:lnSpc>
              <a:spcBef>
                <a:spcPts val="1001"/>
              </a:spcBef>
              <a:buClr>
                <a:srgbClr val="000000"/>
              </a:buClr>
              <a:buFont typeface="Arial"/>
              <a:buChar char="•"/>
            </a:pPr>
            <a:r>
              <a:rPr lang="fr-FR" sz="2800" b="0" strike="noStrike" spc="-1">
                <a:solidFill>
                  <a:schemeClr val="dk1"/>
                </a:solidFill>
                <a:latin typeface="Calibri"/>
              </a:rPr>
              <a:t>No evidence for a global effect of Jigsaw on academic achievement</a:t>
            </a:r>
            <a:endParaRPr lang="en-US" sz="2800" b="0" strike="noStrike" spc="-1">
              <a:solidFill>
                <a:schemeClr val="dk1"/>
              </a:solidFill>
              <a:latin typeface="Calibri"/>
            </a:endParaRPr>
          </a:p>
          <a:p>
            <a:pPr indent="0" algn="just" defTabSz="914400">
              <a:lnSpc>
                <a:spcPct val="90000"/>
              </a:lnSpc>
              <a:spcBef>
                <a:spcPts val="1001"/>
              </a:spcBef>
              <a:buNone/>
              <a:tabLst>
                <a:tab pos="0" algn="l"/>
              </a:tabLst>
            </a:pPr>
            <a:endParaRPr lang="en-US" sz="2800" b="0" strike="noStrike" spc="-1">
              <a:solidFill>
                <a:schemeClr val="dk1"/>
              </a:solidFill>
              <a:latin typeface="Calibri"/>
            </a:endParaRPr>
          </a:p>
          <a:p>
            <a:pPr marL="228600" indent="-228600" algn="just" defTabSz="914400">
              <a:lnSpc>
                <a:spcPct val="90000"/>
              </a:lnSpc>
              <a:spcBef>
                <a:spcPts val="1001"/>
              </a:spcBef>
              <a:buClr>
                <a:srgbClr val="000000"/>
              </a:buClr>
              <a:buFont typeface="Arial"/>
              <a:buChar char="•"/>
              <a:tabLst>
                <a:tab pos="0" algn="l"/>
              </a:tabLst>
            </a:pPr>
            <a:r>
              <a:rPr lang="fr-FR" sz="2800" b="0" strike="noStrike" spc="-1">
                <a:solidFill>
                  <a:schemeClr val="dk1"/>
                </a:solidFill>
                <a:latin typeface="Calibri"/>
              </a:rPr>
              <a:t>A modest, context-specific effect observed in ASSP vocational courses, suggesting that alignment between pedagogical methods and disciplinary culture matters (Filippou et al., 2022)</a:t>
            </a:r>
            <a:endParaRPr lang="en-US" sz="2800" b="0" strike="noStrike" spc="-1">
              <a:solidFill>
                <a:schemeClr val="dk1"/>
              </a:solidFill>
              <a:latin typeface="Calibri"/>
            </a:endParaRPr>
          </a:p>
          <a:p>
            <a:pPr indent="0" algn="just" defTabSz="914400">
              <a:lnSpc>
                <a:spcPct val="90000"/>
              </a:lnSpc>
              <a:spcBef>
                <a:spcPts val="1001"/>
              </a:spcBef>
              <a:buNone/>
              <a:tabLst>
                <a:tab pos="0" algn="l"/>
              </a:tabLst>
            </a:pPr>
            <a:endParaRPr lang="en-US" sz="2800" b="0" strike="noStrike" spc="-1">
              <a:solidFill>
                <a:schemeClr val="dk1"/>
              </a:solidFill>
              <a:latin typeface="Calibri"/>
            </a:endParaRPr>
          </a:p>
          <a:p>
            <a:pPr marL="228600" indent="-228600" algn="just" defTabSz="914400">
              <a:lnSpc>
                <a:spcPct val="90000"/>
              </a:lnSpc>
              <a:spcBef>
                <a:spcPts val="1001"/>
              </a:spcBef>
              <a:buClr>
                <a:srgbClr val="000000"/>
              </a:buClr>
              <a:buFont typeface="Arial"/>
              <a:buChar char="•"/>
              <a:tabLst>
                <a:tab pos="0" algn="l"/>
              </a:tabLst>
            </a:pPr>
            <a:r>
              <a:rPr lang="fr-FR" sz="2800" b="0" strike="noStrike" spc="-1">
                <a:solidFill>
                  <a:schemeClr val="dk1"/>
                </a:solidFill>
                <a:latin typeface="Calibri"/>
              </a:rPr>
              <a:t>Findings highlight the importance of context-sensitive and large-scale research designs</a:t>
            </a:r>
            <a:endParaRPr lang="en-US" sz="2800" b="0" strike="noStrike" spc="-1">
              <a:solidFill>
                <a:schemeClr val="dk1"/>
              </a:solidFill>
              <a:latin typeface="Calibri"/>
            </a:endParaRPr>
          </a:p>
        </p:txBody>
      </p:sp>
    </p:spTree>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288" name="Rectangle 32">
            <a:extLst>
              <a:ext uri="{C183D7F6-B498-43B3-948B-1728B52AA6E4}">
                <adec:decorative xmlns:adec="http://schemas.microsoft.com/office/drawing/2017/decorative" val="1"/>
              </a:ext>
            </a:extLst>
          </p:cNvPr>
          <p:cNvSpPr/>
          <p:nvPr/>
        </p:nvSpPr>
        <p:spPr>
          <a:xfrm>
            <a:off x="0" y="0"/>
            <a:ext cx="12191760" cy="68576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800" b="0" strike="noStrike" spc="-1">
              <a:solidFill>
                <a:schemeClr val="lt1"/>
              </a:solidFill>
              <a:latin typeface="Calibri"/>
            </a:endParaRPr>
          </a:p>
        </p:txBody>
      </p:sp>
      <p:sp>
        <p:nvSpPr>
          <p:cNvPr id="289" name="PlaceHolder 1"/>
          <p:cNvSpPr>
            <a:spLocks noGrp="1"/>
          </p:cNvSpPr>
          <p:nvPr>
            <p:ph type="title"/>
          </p:nvPr>
        </p:nvSpPr>
        <p:spPr>
          <a:xfrm>
            <a:off x="838080" y="1093680"/>
            <a:ext cx="10506240" cy="2966760"/>
          </a:xfrm>
          <a:prstGeom prst="rect">
            <a:avLst/>
          </a:prstGeom>
          <a:noFill/>
          <a:ln w="0">
            <a:noFill/>
          </a:ln>
        </p:spPr>
        <p:txBody>
          <a:bodyPr lIns="91440" tIns="45720" rIns="91440" bIns="45720" anchor="b">
            <a:normAutofit/>
          </a:bodyPr>
          <a:lstStyle/>
          <a:p>
            <a:pPr indent="0" defTabSz="914400">
              <a:lnSpc>
                <a:spcPct val="90000"/>
              </a:lnSpc>
              <a:buNone/>
            </a:pPr>
            <a:r>
              <a:rPr lang="en-US" sz="8000" b="0" strike="noStrike" spc="-1">
                <a:solidFill>
                  <a:schemeClr val="dk1"/>
                </a:solidFill>
                <a:latin typeface="Calibri Light"/>
              </a:rPr>
              <a:t>Thank you for your attention</a:t>
            </a:r>
            <a:endParaRPr lang="en-US" sz="8000" b="0" strike="noStrike" spc="-1">
              <a:solidFill>
                <a:schemeClr val="dk1"/>
              </a:solidFill>
              <a:latin typeface="Calibri"/>
            </a:endParaRPr>
          </a:p>
        </p:txBody>
      </p:sp>
      <p:sp>
        <p:nvSpPr>
          <p:cNvPr id="290" name="PlaceHolder 2"/>
          <p:cNvSpPr>
            <a:spLocks noGrp="1"/>
          </p:cNvSpPr>
          <p:nvPr>
            <p:ph/>
          </p:nvPr>
        </p:nvSpPr>
        <p:spPr>
          <a:xfrm>
            <a:off x="7400880" y="4619520"/>
            <a:ext cx="3946320" cy="1037880"/>
          </a:xfrm>
          <a:prstGeom prst="rect">
            <a:avLst/>
          </a:prstGeom>
          <a:noFill/>
          <a:ln w="0">
            <a:noFill/>
          </a:ln>
        </p:spPr>
        <p:txBody>
          <a:bodyPr lIns="91440" tIns="45720" rIns="91440" bIns="45720" anchor="t">
            <a:normAutofit/>
          </a:bodyPr>
          <a:lstStyle/>
          <a:p>
            <a:pPr indent="0" algn="r" defTabSz="914400">
              <a:lnSpc>
                <a:spcPct val="90000"/>
              </a:lnSpc>
              <a:spcBef>
                <a:spcPts val="1001"/>
              </a:spcBef>
              <a:buNone/>
              <a:tabLst>
                <a:tab pos="0" algn="l"/>
              </a:tabLst>
            </a:pPr>
            <a:r>
              <a:rPr lang="en-US" sz="2400" b="0" strike="noStrike" spc="-1">
                <a:solidFill>
                  <a:schemeClr val="dk1"/>
                </a:solidFill>
                <a:latin typeface="Calibri"/>
              </a:rPr>
              <a:t>Do you have any questions ?</a:t>
            </a:r>
          </a:p>
        </p:txBody>
      </p:sp>
      <p:sp>
        <p:nvSpPr>
          <p:cNvPr id="291" name="Rectangle 34">
            <a:extLst>
              <a:ext uri="{C183D7F6-B498-43B3-948B-1728B52AA6E4}">
                <adec:decorative xmlns:adec="http://schemas.microsoft.com/office/drawing/2017/decorative" val="1"/>
              </a:ext>
            </a:extLst>
          </p:cNvPr>
          <p:cNvSpPr/>
          <p:nvPr/>
        </p:nvSpPr>
        <p:spPr>
          <a:xfrm>
            <a:off x="841320" y="4331160"/>
            <a:ext cx="10506240" cy="18000"/>
          </a:xfrm>
          <a:prstGeom prst="rect">
            <a:avLst/>
          </a:prstGeom>
          <a:solidFill>
            <a:srgbClr val="D5D5D5"/>
          </a:solidFill>
          <a:ln w="3175">
            <a:noFill/>
          </a:ln>
        </p:spPr>
        <p:style>
          <a:lnRef idx="2">
            <a:schemeClr val="accent1">
              <a:shade val="50000"/>
            </a:schemeClr>
          </a:lnRef>
          <a:fillRef idx="1">
            <a:schemeClr val="accent1"/>
          </a:fillRef>
          <a:effectRef idx="0">
            <a:schemeClr val="accent1"/>
          </a:effectRef>
          <a:fontRef idx="minor"/>
        </p:style>
        <p:txBody>
          <a:bodyPr lIns="90000" tIns="-26640" rIns="90000" bIns="-26640" anchor="ctr">
            <a:noAutofit/>
          </a:bodyPr>
          <a:lstStyle/>
          <a:p>
            <a:pPr algn="ctr" defTabSz="457200">
              <a:lnSpc>
                <a:spcPct val="100000"/>
              </a:lnSpc>
            </a:pPr>
            <a:endParaRPr lang="en-US" sz="1800" b="0" strike="noStrike" spc="-1">
              <a:solidFill>
                <a:srgbClr val="FFFFFF"/>
              </a:solidFill>
              <a:latin typeface="Calibri"/>
            </a:endParaRPr>
          </a:p>
        </p:txBody>
      </p:sp>
      <p:sp>
        <p:nvSpPr>
          <p:cNvPr id="292" name="Rectangle 36">
            <a:extLst>
              <a:ext uri="{C183D7F6-B498-43B3-948B-1728B52AA6E4}">
                <adec:decorative xmlns:adec="http://schemas.microsoft.com/office/drawing/2017/decorative" val="1"/>
              </a:ext>
            </a:extLst>
          </p:cNvPr>
          <p:cNvSpPr/>
          <p:nvPr/>
        </p:nvSpPr>
        <p:spPr>
          <a:xfrm rot="5400000">
            <a:off x="9347040" y="2348640"/>
            <a:ext cx="54360" cy="39463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Calibri"/>
            </a:endParaRPr>
          </a:p>
        </p:txBody>
      </p:sp>
      <p:sp>
        <p:nvSpPr>
          <p:cNvPr id="293" name="PlaceHolder 3"/>
          <p:cNvSpPr>
            <a:spLocks noGrp="1"/>
          </p:cNvSpPr>
          <p:nvPr>
            <p:ph type="sldNum" idx="49"/>
          </p:nvPr>
        </p:nvSpPr>
        <p:spPr>
          <a:xfrm>
            <a:off x="8610480" y="6356520"/>
            <a:ext cx="2742840" cy="364680"/>
          </a:xfrm>
          <a:prstGeom prst="rect">
            <a:avLst/>
          </a:prstGeom>
          <a:noFill/>
          <a:ln w="0">
            <a:noFill/>
          </a:ln>
        </p:spPr>
        <p:txBody>
          <a:bodyPr lIns="91440" tIns="45720" rIns="91440" bIns="45720" anchor="ctr">
            <a:normAutofit/>
          </a:bodyPr>
          <a:lstStyle>
            <a:lvl1pPr indent="0" algn="r" defTabSz="914400">
              <a:lnSpc>
                <a:spcPct val="100000"/>
              </a:lnSpc>
              <a:spcAft>
                <a:spcPts val="601"/>
              </a:spcAft>
              <a:buNone/>
              <a:defRPr lang="en-US" sz="1200" b="0" strike="noStrike" spc="-1">
                <a:solidFill>
                  <a:schemeClr val="dk1">
                    <a:lumMod val="50000"/>
                    <a:lumOff val="50000"/>
                  </a:schemeClr>
                </a:solidFill>
                <a:latin typeface="Calibri"/>
              </a:defRPr>
            </a:lvl1pPr>
          </a:lstStyle>
          <a:p>
            <a:pPr indent="0" algn="r" defTabSz="914400">
              <a:lnSpc>
                <a:spcPct val="100000"/>
              </a:lnSpc>
              <a:spcAft>
                <a:spcPts val="601"/>
              </a:spcAft>
              <a:buNone/>
            </a:pPr>
            <a:fld id="{B0AC65BD-325C-42AB-9F0B-FA8866B6101D}" type="slidenum">
              <a:rPr lang="en-US" sz="1200" b="0" strike="noStrike" spc="-1">
                <a:solidFill>
                  <a:schemeClr val="dk1">
                    <a:lumMod val="50000"/>
                    <a:lumOff val="50000"/>
                  </a:schemeClr>
                </a:solidFill>
                <a:latin typeface="Calibri"/>
              </a:rPr>
              <a:t>15</a:t>
            </a:fld>
            <a:endParaRPr lang="fr-FR" sz="1200" b="0" strike="noStrike" spc="-1">
              <a:solidFill>
                <a:srgbClr val="000000"/>
              </a:solidFill>
              <a:latin typeface="Times New Roman"/>
            </a:endParaRPr>
          </a:p>
        </p:txBody>
      </p:sp>
    </p:spTree>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4" name="Image 293"/>
          <p:cNvPicPr/>
          <p:nvPr/>
        </p:nvPicPr>
        <p:blipFill>
          <a:blip r:embed="rId2"/>
          <a:stretch/>
        </p:blipFill>
        <p:spPr>
          <a:xfrm>
            <a:off x="3350880" y="617760"/>
            <a:ext cx="5505120" cy="5619240"/>
          </a:xfrm>
          <a:prstGeom prst="rect">
            <a:avLst/>
          </a:prstGeom>
          <a:ln w="0">
            <a:noFill/>
          </a:ln>
        </p:spPr>
      </p:pic>
    </p:spTree>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5" name="Image 294"/>
          <p:cNvPicPr/>
          <p:nvPr/>
        </p:nvPicPr>
        <p:blipFill>
          <a:blip r:embed="rId2"/>
          <a:stretch/>
        </p:blipFill>
        <p:spPr>
          <a:xfrm>
            <a:off x="424800" y="540000"/>
            <a:ext cx="3895200" cy="5842800"/>
          </a:xfrm>
          <a:prstGeom prst="rect">
            <a:avLst/>
          </a:prstGeom>
          <a:ln w="0">
            <a:noFill/>
          </a:ln>
        </p:spPr>
      </p:pic>
      <p:pic>
        <p:nvPicPr>
          <p:cNvPr id="296" name="Image 295"/>
          <p:cNvPicPr/>
          <p:nvPr/>
        </p:nvPicPr>
        <p:blipFill>
          <a:blip r:embed="rId3"/>
          <a:stretch/>
        </p:blipFill>
        <p:spPr>
          <a:xfrm>
            <a:off x="4590000" y="720000"/>
            <a:ext cx="7290000" cy="4860000"/>
          </a:xfrm>
          <a:prstGeom prst="rect">
            <a:avLst/>
          </a:prstGeom>
          <a:ln w="0">
            <a:noFill/>
          </a:ln>
        </p:spPr>
      </p:pic>
    </p:spTree>
  </p:cSld>
  <p:clrMapOvr>
    <a:masterClrMapping/>
  </p:clrMapOvr>
  <p:transition spd="slow">
    <p:wipe/>
  </p:transition>
</p:sld>
</file>

<file path=ppt/theme/theme1.xml><?xml version="1.0" encoding="utf-8"?>
<a:theme xmlns:a="http://schemas.openxmlformats.org/drawingml/2006/main" name="Thème Office 2013 – 2022">
  <a:themeElements>
    <a:clrScheme name="Thème 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2013 – 2022">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Thème Office 2013 – 2022">
  <a:themeElements>
    <a:clrScheme name="Thème 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2013 – 2022">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xml><?xml version="1.0" encoding="utf-8"?>
<a:theme xmlns:a="http://schemas.openxmlformats.org/drawingml/2006/main" name="Thème Office 2013 – 2022">
  <a:themeElements>
    <a:clrScheme name="Thème 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2013 – 2022">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xml><?xml version="1.0" encoding="utf-8"?>
<a:theme xmlns:a="http://schemas.openxmlformats.org/drawingml/2006/main" name="Thème Office 2013 – 2022">
  <a:themeElements>
    <a:clrScheme name="Thème 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2013 – 2022">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5.xml><?xml version="1.0" encoding="utf-8"?>
<a:theme xmlns:a="http://schemas.openxmlformats.org/drawingml/2006/main" name="Thème Office 2013 – 2022">
  <a:themeElements>
    <a:clrScheme name="Thème 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2013 – 2022">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6.xml><?xml version="1.0" encoding="utf-8"?>
<a:theme xmlns:a="http://schemas.openxmlformats.org/drawingml/2006/main" name="Thème Office 2013 – 2022">
  <a:themeElements>
    <a:clrScheme name="Thème 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2013 – 2022">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7.xml><?xml version="1.0" encoding="utf-8"?>
<a:theme xmlns:a="http://schemas.openxmlformats.org/drawingml/2006/main" name="Thème Office 2013 – 2022">
  <a:themeElements>
    <a:clrScheme name="Thème 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2013 – 2022">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8.xml><?xml version="1.0" encoding="utf-8"?>
<a:theme xmlns:a="http://schemas.openxmlformats.org/drawingml/2006/main" name="Thème Office 2013 – 2022">
  <a:themeElements>
    <a:clrScheme name="Thème 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2013 – 2022">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9.xml><?xml version="1.0" encoding="utf-8"?>
<a:theme xmlns:a="http://schemas.openxmlformats.org/drawingml/2006/main" name="Thème Office 2013 – 2022">
  <a:themeElements>
    <a:clrScheme name="Thème 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2013 – 2022">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0.xml><?xml version="1.0" encoding="utf-8"?>
<a:theme xmlns:a="http://schemas.openxmlformats.org/drawingml/2006/main" name="Thème Office 2013 – 2022">
  <a:themeElements>
    <a:clrScheme name="Thème 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2013 – 2022">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1.xml><?xml version="1.0" encoding="utf-8"?>
<a:theme xmlns:a="http://schemas.openxmlformats.org/drawingml/2006/main" name="Thème Office 2013 – 2022">
  <a:themeElements>
    <a:clrScheme name="Thème 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2013 – 2022">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2.xml><?xml version="1.0" encoding="utf-8"?>
<a:theme xmlns:a="http://schemas.openxmlformats.org/drawingml/2006/main" name="Thèm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majorFont>
      <a:minorFont>
        <a:latin typeface="Aptos"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3.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29749</TotalTime>
  <Words>2338</Words>
  <Application>Microsoft Office PowerPoint</Application>
  <PresentationFormat>Grand écran</PresentationFormat>
  <Paragraphs>167</Paragraphs>
  <Slides>17</Slides>
  <Notes>12</Notes>
  <HiddenSlides>0</HiddenSlides>
  <ScaleCrop>false</ScaleCrop>
  <HeadingPairs>
    <vt:vector size="4" baseType="variant">
      <vt:variant>
        <vt:lpstr>Thème</vt:lpstr>
      </vt:variant>
      <vt:variant>
        <vt:i4>12</vt:i4>
      </vt:variant>
      <vt:variant>
        <vt:lpstr>Titres des diapositives</vt:lpstr>
      </vt:variant>
      <vt:variant>
        <vt:i4>17</vt:i4>
      </vt:variant>
    </vt:vector>
  </HeadingPairs>
  <TitlesOfParts>
    <vt:vector size="29" baseType="lpstr">
      <vt:lpstr>Thème Office 2013 – 2022</vt:lpstr>
      <vt:lpstr>Thème Office 2013 – 2022</vt:lpstr>
      <vt:lpstr>Thème Office 2013 – 2022</vt:lpstr>
      <vt:lpstr>Thème Office 2013 – 2022</vt:lpstr>
      <vt:lpstr>Thème Office 2013 – 2022</vt:lpstr>
      <vt:lpstr>Thème Office 2013 – 2022</vt:lpstr>
      <vt:lpstr>Thème Office 2013 – 2022</vt:lpstr>
      <vt:lpstr>Thème Office 2013 – 2022</vt:lpstr>
      <vt:lpstr>Thème Office 2013 – 2022</vt:lpstr>
      <vt:lpstr>Thème Office 2013 – 2022</vt:lpstr>
      <vt:lpstr>Thème Office 2013 – 2022</vt:lpstr>
      <vt:lpstr>Thème Office</vt:lpstr>
      <vt:lpstr>The Jigsaw classroom and the specific characteristics of vocational courses: a question of compatibility?  </vt:lpstr>
      <vt:lpstr>Jigsaw Classroom (Aronson et al., 1978)</vt:lpstr>
      <vt:lpstr>Structuring group work</vt:lpstr>
      <vt:lpstr>A persistent gap between popularity and evidence</vt:lpstr>
      <vt:lpstr>ProFAN experiment (2017-2020)</vt:lpstr>
      <vt:lpstr>Design </vt:lpstr>
      <vt:lpstr>Présentation PowerPoint</vt:lpstr>
      <vt:lpstr>Outcomes and analytical strategy </vt:lpstr>
      <vt:lpstr>Présentation PowerPoint</vt:lpstr>
      <vt:lpstr>Main result</vt:lpstr>
      <vt:lpstr>Présentation PowerPoint</vt:lpstr>
      <vt:lpstr>The key exception: ASSP vocational courses</vt:lpstr>
      <vt:lpstr>Explaining ASSP specificity </vt:lpstr>
      <vt:lpstr>Conclusion and implications</vt:lpstr>
      <vt:lpstr>Thank you for your attention</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Anais ROBERT</dc:creator>
  <dc:description/>
  <cp:lastModifiedBy/>
  <cp:revision>163</cp:revision>
  <dcterms:created xsi:type="dcterms:W3CDTF">2024-11-12T09:05:02Z</dcterms:created>
  <dcterms:modified xsi:type="dcterms:W3CDTF">2026-03-16T08:37:10Z</dcterms:modified>
  <dc:language>fr-FR</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12</vt:i4>
  </property>
  <property fmtid="{D5CDD505-2E9C-101B-9397-08002B2CF9AE}" pid="3" name="PresentationFormat">
    <vt:lpwstr>Grand écran</vt:lpwstr>
  </property>
  <property fmtid="{D5CDD505-2E9C-101B-9397-08002B2CF9AE}" pid="4" name="Slides">
    <vt:i4>13</vt:i4>
  </property>
</Properties>
</file>