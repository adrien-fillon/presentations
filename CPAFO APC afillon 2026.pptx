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0"/>
  </p:notesMasterIdLst>
  <p:sldIdLst>
    <p:sldId id="256" r:id="rId2"/>
    <p:sldId id="257" r:id="rId3"/>
    <p:sldId id="258" r:id="rId4"/>
    <p:sldId id="296" r:id="rId5"/>
    <p:sldId id="259" r:id="rId6"/>
    <p:sldId id="260" r:id="rId7"/>
    <p:sldId id="262" r:id="rId8"/>
    <p:sldId id="294" r:id="rId9"/>
    <p:sldId id="280" r:id="rId10"/>
    <p:sldId id="263" r:id="rId11"/>
    <p:sldId id="264" r:id="rId12"/>
    <p:sldId id="265" r:id="rId13"/>
    <p:sldId id="266" r:id="rId14"/>
    <p:sldId id="295" r:id="rId15"/>
    <p:sldId id="267" r:id="rId16"/>
    <p:sldId id="268" r:id="rId17"/>
    <p:sldId id="282" r:id="rId18"/>
    <p:sldId id="292" r:id="rId19"/>
    <p:sldId id="283" r:id="rId20"/>
    <p:sldId id="293" r:id="rId21"/>
    <p:sldId id="269" r:id="rId22"/>
    <p:sldId id="261" r:id="rId23"/>
    <p:sldId id="281" r:id="rId24"/>
    <p:sldId id="285" r:id="rId25"/>
    <p:sldId id="286" r:id="rId26"/>
    <p:sldId id="287" r:id="rId27"/>
    <p:sldId id="288" r:id="rId28"/>
    <p:sldId id="270" r:id="rId29"/>
    <p:sldId id="271" r:id="rId30"/>
    <p:sldId id="272" r:id="rId31"/>
    <p:sldId id="273" r:id="rId32"/>
    <p:sldId id="274" r:id="rId33"/>
    <p:sldId id="275" r:id="rId34"/>
    <p:sldId id="290" r:id="rId35"/>
    <p:sldId id="276" r:id="rId36"/>
    <p:sldId id="284" r:id="rId37"/>
    <p:sldId id="277" r:id="rId38"/>
    <p:sldId id="279" r:id="rId39"/>
  </p:sldIdLst>
  <p:sldSz cx="18288000" cy="10287000"/>
  <p:notesSz cx="6858000" cy="9144000"/>
  <p:embeddedFontLst>
    <p:embeddedFont>
      <p:font typeface="Caladea" panose="020B0604020202020204" charset="0"/>
      <p:regular r:id="rId41"/>
      <p:bold r:id="rId42"/>
      <p:italic r:id="rId43"/>
      <p:boldItalic r:id="rId44"/>
    </p:embeddedFont>
  </p:embeddedFontLst>
  <p:defaultText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874466-E5F6-4992-B2FE-B8EAD8763FCB}" v="111" dt="2025-11-26T15:53:28.8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2" d="100"/>
          <a:sy n="72" d="100"/>
        </p:scale>
        <p:origin x="96" y="15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2.fntdata"/><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3.fntdata"/><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rien fillon" userId="66f96a88708f0a3f" providerId="LiveId" clId="{09E1DD69-84B5-479A-A2C2-654E702363D0}"/>
    <pc:docChg chg="custSel addSld modSld sldOrd">
      <pc:chgData name="adrien fillon" userId="66f96a88708f0a3f" providerId="LiveId" clId="{09E1DD69-84B5-479A-A2C2-654E702363D0}" dt="2025-11-26T15:53:28.869" v="426" actId="20577"/>
      <pc:docMkLst>
        <pc:docMk/>
      </pc:docMkLst>
      <pc:sldChg chg="ord">
        <pc:chgData name="adrien fillon" userId="66f96a88708f0a3f" providerId="LiveId" clId="{09E1DD69-84B5-479A-A2C2-654E702363D0}" dt="2025-11-13T09:06:14.516" v="1"/>
        <pc:sldMkLst>
          <pc:docMk/>
          <pc:sldMk cId="0" sldId="261"/>
        </pc:sldMkLst>
      </pc:sldChg>
      <pc:sldChg chg="modSp">
        <pc:chgData name="adrien fillon" userId="66f96a88708f0a3f" providerId="LiveId" clId="{09E1DD69-84B5-479A-A2C2-654E702363D0}" dt="2025-11-13T10:54:39.790" v="352" actId="20577"/>
        <pc:sldMkLst>
          <pc:docMk/>
          <pc:sldMk cId="0" sldId="270"/>
        </pc:sldMkLst>
        <pc:spChg chg="mod">
          <ac:chgData name="adrien fillon" userId="66f96a88708f0a3f" providerId="LiveId" clId="{09E1DD69-84B5-479A-A2C2-654E702363D0}" dt="2025-11-13T10:54:39.790" v="352" actId="20577"/>
          <ac:spMkLst>
            <pc:docMk/>
            <pc:sldMk cId="0" sldId="270"/>
            <ac:spMk id="2058654697" creationId="{00000000-0000-0000-0000-000000000000}"/>
          </ac:spMkLst>
        </pc:spChg>
      </pc:sldChg>
      <pc:sldChg chg="modSp mod">
        <pc:chgData name="adrien fillon" userId="66f96a88708f0a3f" providerId="LiveId" clId="{09E1DD69-84B5-479A-A2C2-654E702363D0}" dt="2025-11-13T10:55:54.978" v="354" actId="20577"/>
        <pc:sldMkLst>
          <pc:docMk/>
          <pc:sldMk cId="0" sldId="272"/>
        </pc:sldMkLst>
        <pc:spChg chg="mod">
          <ac:chgData name="adrien fillon" userId="66f96a88708f0a3f" providerId="LiveId" clId="{09E1DD69-84B5-479A-A2C2-654E702363D0}" dt="2025-11-13T10:55:54.978" v="354" actId="20577"/>
          <ac:spMkLst>
            <pc:docMk/>
            <pc:sldMk cId="0" sldId="272"/>
            <ac:spMk id="197648422" creationId="{00000000-0000-0000-0000-000000000000}"/>
          </ac:spMkLst>
        </pc:spChg>
      </pc:sldChg>
      <pc:sldChg chg="modSp">
        <pc:chgData name="adrien fillon" userId="66f96a88708f0a3f" providerId="LiveId" clId="{09E1DD69-84B5-479A-A2C2-654E702363D0}" dt="2025-11-13T11:04:42.058" v="392" actId="20577"/>
        <pc:sldMkLst>
          <pc:docMk/>
          <pc:sldMk cId="0" sldId="276"/>
        </pc:sldMkLst>
        <pc:spChg chg="mod">
          <ac:chgData name="adrien fillon" userId="66f96a88708f0a3f" providerId="LiveId" clId="{09E1DD69-84B5-479A-A2C2-654E702363D0}" dt="2025-11-13T09:50:56.155" v="311" actId="20577"/>
          <ac:spMkLst>
            <pc:docMk/>
            <pc:sldMk cId="0" sldId="276"/>
            <ac:spMk id="555593827" creationId="{00000000-0000-0000-0000-000000000000}"/>
          </ac:spMkLst>
        </pc:spChg>
        <pc:spChg chg="mod">
          <ac:chgData name="adrien fillon" userId="66f96a88708f0a3f" providerId="LiveId" clId="{09E1DD69-84B5-479A-A2C2-654E702363D0}" dt="2025-11-13T11:04:42.058" v="392" actId="20577"/>
          <ac:spMkLst>
            <pc:docMk/>
            <pc:sldMk cId="0" sldId="276"/>
            <ac:spMk id="1939630675" creationId="{00000000-0000-0000-0000-000000000000}"/>
          </ac:spMkLst>
        </pc:spChg>
      </pc:sldChg>
      <pc:sldChg chg="modSp">
        <pc:chgData name="adrien fillon" userId="66f96a88708f0a3f" providerId="LiveId" clId="{09E1DD69-84B5-479A-A2C2-654E702363D0}" dt="2025-11-13T11:11:05.899" v="412" actId="20577"/>
        <pc:sldMkLst>
          <pc:docMk/>
          <pc:sldMk cId="0" sldId="278"/>
        </pc:sldMkLst>
        <pc:spChg chg="mod">
          <ac:chgData name="adrien fillon" userId="66f96a88708f0a3f" providerId="LiveId" clId="{09E1DD69-84B5-479A-A2C2-654E702363D0}" dt="2025-11-13T11:11:05.899" v="412" actId="20577"/>
          <ac:spMkLst>
            <pc:docMk/>
            <pc:sldMk cId="0" sldId="278"/>
            <ac:spMk id="2068171674" creationId="{00000000-0000-0000-0000-000000000000}"/>
          </ac:spMkLst>
        </pc:spChg>
      </pc:sldChg>
      <pc:sldChg chg="modAnim">
        <pc:chgData name="adrien fillon" userId="66f96a88708f0a3f" providerId="LiveId" clId="{09E1DD69-84B5-479A-A2C2-654E702363D0}" dt="2025-11-13T10:29:44.136" v="350"/>
        <pc:sldMkLst>
          <pc:docMk/>
          <pc:sldMk cId="4227215471" sldId="280"/>
        </pc:sldMkLst>
      </pc:sldChg>
      <pc:sldChg chg="addSp modSp new mod">
        <pc:chgData name="adrien fillon" userId="66f96a88708f0a3f" providerId="LiveId" clId="{09E1DD69-84B5-479A-A2C2-654E702363D0}" dt="2025-11-13T09:07:10.220" v="7" actId="14100"/>
        <pc:sldMkLst>
          <pc:docMk/>
          <pc:sldMk cId="2524329925" sldId="281"/>
        </pc:sldMkLst>
        <pc:spChg chg="add mod">
          <ac:chgData name="adrien fillon" userId="66f96a88708f0a3f" providerId="LiveId" clId="{09E1DD69-84B5-479A-A2C2-654E702363D0}" dt="2025-11-13T09:07:07.900" v="6" actId="1076"/>
          <ac:spMkLst>
            <pc:docMk/>
            <pc:sldMk cId="2524329925" sldId="281"/>
            <ac:spMk id="5" creationId="{CBB0C090-9964-7F36-402B-7DC55E14AA0C}"/>
          </ac:spMkLst>
        </pc:spChg>
        <pc:picChg chg="add mod">
          <ac:chgData name="adrien fillon" userId="66f96a88708f0a3f" providerId="LiveId" clId="{09E1DD69-84B5-479A-A2C2-654E702363D0}" dt="2025-11-13T09:07:10.220" v="7" actId="14100"/>
          <ac:picMkLst>
            <pc:docMk/>
            <pc:sldMk cId="2524329925" sldId="281"/>
            <ac:picMk id="1026" creationId="{05327F28-2C5D-A9D8-C2E6-0FF1ACF5DCF5}"/>
          </ac:picMkLst>
        </pc:picChg>
      </pc:sldChg>
      <pc:sldChg chg="addSp modSp new mod">
        <pc:chgData name="adrien fillon" userId="66f96a88708f0a3f" providerId="LiveId" clId="{09E1DD69-84B5-479A-A2C2-654E702363D0}" dt="2025-11-13T09:38:54.037" v="266" actId="1076"/>
        <pc:sldMkLst>
          <pc:docMk/>
          <pc:sldMk cId="3657455152" sldId="282"/>
        </pc:sldMkLst>
        <pc:spChg chg="add mod">
          <ac:chgData name="adrien fillon" userId="66f96a88708f0a3f" providerId="LiveId" clId="{09E1DD69-84B5-479A-A2C2-654E702363D0}" dt="2025-11-13T09:38:54.037" v="266" actId="1076"/>
          <ac:spMkLst>
            <pc:docMk/>
            <pc:sldMk cId="3657455152" sldId="282"/>
            <ac:spMk id="4" creationId="{0D2E53E4-CB65-50B2-6262-2C7C9B4F9380}"/>
          </ac:spMkLst>
        </pc:spChg>
        <pc:picChg chg="add mod">
          <ac:chgData name="adrien fillon" userId="66f96a88708f0a3f" providerId="LiveId" clId="{09E1DD69-84B5-479A-A2C2-654E702363D0}" dt="2025-11-13T09:36:29.391" v="10" actId="1076"/>
          <ac:picMkLst>
            <pc:docMk/>
            <pc:sldMk cId="3657455152" sldId="282"/>
            <ac:picMk id="3" creationId="{A0B51031-9701-DEFA-3E87-1584BEFC3C64}"/>
          </ac:picMkLst>
        </pc:picChg>
      </pc:sldChg>
      <pc:sldChg chg="addSp modSp new mod modAnim">
        <pc:chgData name="adrien fillon" userId="66f96a88708f0a3f" providerId="LiveId" clId="{09E1DD69-84B5-479A-A2C2-654E702363D0}" dt="2025-11-13T09:49:25.257" v="290"/>
        <pc:sldMkLst>
          <pc:docMk/>
          <pc:sldMk cId="1382927592" sldId="283"/>
        </pc:sldMkLst>
        <pc:picChg chg="add mod">
          <ac:chgData name="adrien fillon" userId="66f96a88708f0a3f" providerId="LiveId" clId="{09E1DD69-84B5-479A-A2C2-654E702363D0}" dt="2025-11-13T09:40:42.100" v="270" actId="1076"/>
          <ac:picMkLst>
            <pc:docMk/>
            <pc:sldMk cId="1382927592" sldId="283"/>
            <ac:picMk id="3" creationId="{6E7E6C0C-F792-B71C-B526-5AD52F6783A3}"/>
          </ac:picMkLst>
        </pc:picChg>
        <pc:picChg chg="add mod">
          <ac:chgData name="adrien fillon" userId="66f96a88708f0a3f" providerId="LiveId" clId="{09E1DD69-84B5-479A-A2C2-654E702363D0}" dt="2025-11-13T09:41:19.637" v="273" actId="1076"/>
          <ac:picMkLst>
            <pc:docMk/>
            <pc:sldMk cId="1382927592" sldId="283"/>
            <ac:picMk id="5" creationId="{133AD719-FC91-4891-451D-E7EDB9C617A1}"/>
          </ac:picMkLst>
        </pc:picChg>
        <pc:picChg chg="add mod">
          <ac:chgData name="adrien fillon" userId="66f96a88708f0a3f" providerId="LiveId" clId="{09E1DD69-84B5-479A-A2C2-654E702363D0}" dt="2025-11-13T09:41:31.973" v="277" actId="1076"/>
          <ac:picMkLst>
            <pc:docMk/>
            <pc:sldMk cId="1382927592" sldId="283"/>
            <ac:picMk id="7" creationId="{D6C7FBDC-41A0-3CD3-9895-DC8CBA33AA97}"/>
          </ac:picMkLst>
        </pc:picChg>
        <pc:picChg chg="add mod">
          <ac:chgData name="adrien fillon" userId="66f96a88708f0a3f" providerId="LiveId" clId="{09E1DD69-84B5-479A-A2C2-654E702363D0}" dt="2025-11-13T09:44:46.501" v="281" actId="1076"/>
          <ac:picMkLst>
            <pc:docMk/>
            <pc:sldMk cId="1382927592" sldId="283"/>
            <ac:picMk id="9" creationId="{B9600CB0-08A3-38F9-EF25-88B130CA2AF7}"/>
          </ac:picMkLst>
        </pc:picChg>
        <pc:picChg chg="add mod">
          <ac:chgData name="adrien fillon" userId="66f96a88708f0a3f" providerId="LiveId" clId="{09E1DD69-84B5-479A-A2C2-654E702363D0}" dt="2025-11-13T09:49:04.466" v="285" actId="1076"/>
          <ac:picMkLst>
            <pc:docMk/>
            <pc:sldMk cId="1382927592" sldId="283"/>
            <ac:picMk id="11" creationId="{A219D957-A383-7DE8-F9A0-762926D6EECF}"/>
          </ac:picMkLst>
        </pc:picChg>
      </pc:sldChg>
      <pc:sldChg chg="addSp modSp new mod modAnim">
        <pc:chgData name="adrien fillon" userId="66f96a88708f0a3f" providerId="LiveId" clId="{09E1DD69-84B5-479A-A2C2-654E702363D0}" dt="2025-11-13T10:04:46.480" v="345"/>
        <pc:sldMkLst>
          <pc:docMk/>
          <pc:sldMk cId="2391899470" sldId="284"/>
        </pc:sldMkLst>
        <pc:picChg chg="add mod">
          <ac:chgData name="adrien fillon" userId="66f96a88708f0a3f" providerId="LiveId" clId="{09E1DD69-84B5-479A-A2C2-654E702363D0}" dt="2025-11-13T09:52:03.755" v="315" actId="1076"/>
          <ac:picMkLst>
            <pc:docMk/>
            <pc:sldMk cId="2391899470" sldId="284"/>
            <ac:picMk id="5" creationId="{D77A56E5-4ACE-466F-D689-CD3EE8387E21}"/>
          </ac:picMkLst>
        </pc:picChg>
        <pc:picChg chg="add mod">
          <ac:chgData name="adrien fillon" userId="66f96a88708f0a3f" providerId="LiveId" clId="{09E1DD69-84B5-479A-A2C2-654E702363D0}" dt="2025-11-13T09:53:15.091" v="318" actId="1076"/>
          <ac:picMkLst>
            <pc:docMk/>
            <pc:sldMk cId="2391899470" sldId="284"/>
            <ac:picMk id="7" creationId="{C871D069-3286-5ACF-2CBA-B2839129465B}"/>
          </ac:picMkLst>
        </pc:picChg>
        <pc:picChg chg="add mod">
          <ac:chgData name="adrien fillon" userId="66f96a88708f0a3f" providerId="LiveId" clId="{09E1DD69-84B5-479A-A2C2-654E702363D0}" dt="2025-11-13T10:01:42.221" v="332" actId="14100"/>
          <ac:picMkLst>
            <pc:docMk/>
            <pc:sldMk cId="2391899470" sldId="284"/>
            <ac:picMk id="9" creationId="{11A9CD61-524B-096A-DE40-3DE45AFBB19E}"/>
          </ac:picMkLst>
        </pc:picChg>
        <pc:picChg chg="add mod">
          <ac:chgData name="adrien fillon" userId="66f96a88708f0a3f" providerId="LiveId" clId="{09E1DD69-84B5-479A-A2C2-654E702363D0}" dt="2025-11-13T09:56:56.009" v="327" actId="1076"/>
          <ac:picMkLst>
            <pc:docMk/>
            <pc:sldMk cId="2391899470" sldId="284"/>
            <ac:picMk id="11" creationId="{59988711-B4C1-519F-07BA-4AA028163AB1}"/>
          </ac:picMkLst>
        </pc:picChg>
        <pc:picChg chg="add mod">
          <ac:chgData name="adrien fillon" userId="66f96a88708f0a3f" providerId="LiveId" clId="{09E1DD69-84B5-479A-A2C2-654E702363D0}" dt="2025-11-13T10:04:24.401" v="341" actId="1076"/>
          <ac:picMkLst>
            <pc:docMk/>
            <pc:sldMk cId="2391899470" sldId="284"/>
            <ac:picMk id="13" creationId="{4FF1552A-16D5-B4F0-394C-695FFC6D734C}"/>
          </ac:picMkLst>
        </pc:picChg>
        <pc:picChg chg="add mod">
          <ac:chgData name="adrien fillon" userId="66f96a88708f0a3f" providerId="LiveId" clId="{09E1DD69-84B5-479A-A2C2-654E702363D0}" dt="2025-11-13T10:04:41.822" v="344" actId="14100"/>
          <ac:picMkLst>
            <pc:docMk/>
            <pc:sldMk cId="2391899470" sldId="284"/>
            <ac:picMk id="15" creationId="{08069EF6-B9F5-641E-87BD-E9F3BF29E256}"/>
          </ac:picMkLst>
        </pc:picChg>
        <pc:picChg chg="add mod">
          <ac:chgData name="adrien fillon" userId="66f96a88708f0a3f" providerId="LiveId" clId="{09E1DD69-84B5-479A-A2C2-654E702363D0}" dt="2025-11-13T10:01:49.840" v="335" actId="1076"/>
          <ac:picMkLst>
            <pc:docMk/>
            <pc:sldMk cId="2391899470" sldId="284"/>
            <ac:picMk id="2052" creationId="{2044AF78-D44C-B8DD-4635-129358990845}"/>
          </ac:picMkLst>
        </pc:picChg>
      </pc:sldChg>
      <pc:sldChg chg="modSp new mod">
        <pc:chgData name="adrien fillon" userId="66f96a88708f0a3f" providerId="LiveId" clId="{09E1DD69-84B5-479A-A2C2-654E702363D0}" dt="2025-11-26T15:53:28.869" v="426" actId="20577"/>
        <pc:sldMkLst>
          <pc:docMk/>
          <pc:sldMk cId="934014512" sldId="291"/>
        </pc:sldMkLst>
        <pc:spChg chg="mod">
          <ac:chgData name="adrien fillon" userId="66f96a88708f0a3f" providerId="LiveId" clId="{09E1DD69-84B5-479A-A2C2-654E702363D0}" dt="2025-11-26T15:53:16.640" v="422" actId="20577"/>
          <ac:spMkLst>
            <pc:docMk/>
            <pc:sldMk cId="934014512" sldId="291"/>
            <ac:spMk id="2" creationId="{BC22C1B5-E4DB-FEFF-9568-DE383AD796BD}"/>
          </ac:spMkLst>
        </pc:spChg>
        <pc:spChg chg="mod">
          <ac:chgData name="adrien fillon" userId="66f96a88708f0a3f" providerId="LiveId" clId="{09E1DD69-84B5-479A-A2C2-654E702363D0}" dt="2025-11-26T15:53:28.869" v="426" actId="20577"/>
          <ac:spMkLst>
            <pc:docMk/>
            <pc:sldMk cId="934014512" sldId="291"/>
            <ac:spMk id="3" creationId="{87193CB5-6A7E-89EA-9F6B-5442B9C3DC26}"/>
          </ac:spMkLst>
        </pc:spChg>
      </pc:sldChg>
    </pc:docChg>
  </pc:docChgLst>
  <pc:docChgLst>
    <pc:chgData name="adrien fillon" userId="66f96a88708f0a3f" providerId="LiveId" clId="{78816413-57F4-41E0-AA28-E9E5552382B3}"/>
    <pc:docChg chg="custSel modSld">
      <pc:chgData name="adrien fillon" userId="66f96a88708f0a3f" providerId="LiveId" clId="{78816413-57F4-41E0-AA28-E9E5552382B3}" dt="2025-11-12T10:08:35.785" v="94"/>
      <pc:docMkLst>
        <pc:docMk/>
      </pc:docMkLst>
      <pc:sldChg chg="delSp modSp mod">
        <pc:chgData name="adrien fillon" userId="66f96a88708f0a3f" providerId="LiveId" clId="{78816413-57F4-41E0-AA28-E9E5552382B3}" dt="2025-11-10T11:12:49.256" v="60" actId="1076"/>
        <pc:sldMkLst>
          <pc:docMk/>
          <pc:sldMk cId="0" sldId="256"/>
        </pc:sldMkLst>
        <pc:spChg chg="mod">
          <ac:chgData name="adrien fillon" userId="66f96a88708f0a3f" providerId="LiveId" clId="{78816413-57F4-41E0-AA28-E9E5552382B3}" dt="2025-11-10T11:12:49.256" v="60" actId="1076"/>
          <ac:spMkLst>
            <pc:docMk/>
            <pc:sldMk cId="0" sldId="256"/>
            <ac:spMk id="187609913" creationId="{00000000-0000-0000-0000-000000000000}"/>
          </ac:spMkLst>
        </pc:spChg>
        <pc:spChg chg="mod">
          <ac:chgData name="adrien fillon" userId="66f96a88708f0a3f" providerId="LiveId" clId="{78816413-57F4-41E0-AA28-E9E5552382B3}" dt="2025-11-10T11:12:10.173" v="43" actId="20577"/>
          <ac:spMkLst>
            <pc:docMk/>
            <pc:sldMk cId="0" sldId="256"/>
            <ac:spMk id="867037158" creationId="{00000000-0000-0000-0000-000000000000}"/>
          </ac:spMkLst>
        </pc:spChg>
        <pc:spChg chg="mod">
          <ac:chgData name="adrien fillon" userId="66f96a88708f0a3f" providerId="LiveId" clId="{78816413-57F4-41E0-AA28-E9E5552382B3}" dt="2025-11-10T11:11:46.823" v="8" actId="20577"/>
          <ac:spMkLst>
            <pc:docMk/>
            <pc:sldMk cId="0" sldId="256"/>
            <ac:spMk id="1406572363" creationId="{00000000-0000-0000-0000-000000000000}"/>
          </ac:spMkLst>
        </pc:spChg>
      </pc:sldChg>
      <pc:sldChg chg="addSp modSp mod modAnim">
        <pc:chgData name="adrien fillon" userId="66f96a88708f0a3f" providerId="LiveId" clId="{78816413-57F4-41E0-AA28-E9E5552382B3}" dt="2025-11-12T10:08:35.785" v="94"/>
        <pc:sldMkLst>
          <pc:docMk/>
          <pc:sldMk cId="0" sldId="266"/>
        </pc:sldMkLst>
        <pc:spChg chg="mod">
          <ac:chgData name="adrien fillon" userId="66f96a88708f0a3f" providerId="LiveId" clId="{78816413-57F4-41E0-AA28-E9E5552382B3}" dt="2025-11-10T11:28:33.639" v="88" actId="20577"/>
          <ac:spMkLst>
            <pc:docMk/>
            <pc:sldMk cId="0" sldId="266"/>
            <ac:spMk id="1547481249" creationId="{00000000-0000-0000-0000-000000000000}"/>
          </ac:spMkLst>
        </pc:spChg>
        <pc:picChg chg="add mod">
          <ac:chgData name="adrien fillon" userId="66f96a88708f0a3f" providerId="LiveId" clId="{78816413-57F4-41E0-AA28-E9E5552382B3}" dt="2025-11-12T10:08:10.679" v="90" actId="1076"/>
          <ac:picMkLst>
            <pc:docMk/>
            <pc:sldMk cId="0" sldId="266"/>
            <ac:picMk id="3" creationId="{787223B1-DBF1-BFCB-945F-5CC03F6014BF}"/>
          </ac:picMkLst>
        </pc:picChg>
        <pc:picChg chg="add mod">
          <ac:chgData name="adrien fillon" userId="66f96a88708f0a3f" providerId="LiveId" clId="{78816413-57F4-41E0-AA28-E9E5552382B3}" dt="2025-11-12T10:08:32.059" v="93" actId="1076"/>
          <ac:picMkLst>
            <pc:docMk/>
            <pc:sldMk cId="0" sldId="266"/>
            <ac:picMk id="5" creationId="{C0BAC855-4C84-502A-C9DA-C4D89FE7B0A7}"/>
          </ac:picMkLst>
        </pc:picChg>
      </pc:sldChg>
      <pc:sldChg chg="addSp delSp modSp mod">
        <pc:chgData name="adrien fillon" userId="66f96a88708f0a3f" providerId="LiveId" clId="{78816413-57F4-41E0-AA28-E9E5552382B3}" dt="2025-11-10T11:27:20.860" v="77" actId="1076"/>
        <pc:sldMkLst>
          <pc:docMk/>
          <pc:sldMk cId="4227215471" sldId="280"/>
        </pc:sldMkLst>
        <pc:picChg chg="add mod">
          <ac:chgData name="adrien fillon" userId="66f96a88708f0a3f" providerId="LiveId" clId="{78816413-57F4-41E0-AA28-E9E5552382B3}" dt="2025-11-10T11:16:30.752" v="64" actId="1076"/>
          <ac:picMkLst>
            <pc:docMk/>
            <pc:sldMk cId="4227215471" sldId="280"/>
            <ac:picMk id="5" creationId="{40907AE7-844D-40BA-10A5-B1DEEA52F7B4}"/>
          </ac:picMkLst>
        </pc:picChg>
        <pc:picChg chg="add mod">
          <ac:chgData name="adrien fillon" userId="66f96a88708f0a3f" providerId="LiveId" clId="{78816413-57F4-41E0-AA28-E9E5552382B3}" dt="2025-11-10T11:16:42.831" v="67" actId="1076"/>
          <ac:picMkLst>
            <pc:docMk/>
            <pc:sldMk cId="4227215471" sldId="280"/>
            <ac:picMk id="7" creationId="{154F5BA8-72B8-C1FB-29C2-DE644277FC61}"/>
          </ac:picMkLst>
        </pc:picChg>
        <pc:picChg chg="add mod">
          <ac:chgData name="adrien fillon" userId="66f96a88708f0a3f" providerId="LiveId" clId="{78816413-57F4-41E0-AA28-E9E5552382B3}" dt="2025-11-10T11:25:13.174" v="73" actId="1076"/>
          <ac:picMkLst>
            <pc:docMk/>
            <pc:sldMk cId="4227215471" sldId="280"/>
            <ac:picMk id="9" creationId="{AA5D469D-75C3-3E12-5A27-28899A4BA35E}"/>
          </ac:picMkLst>
        </pc:picChg>
        <pc:picChg chg="add mod">
          <ac:chgData name="adrien fillon" userId="66f96a88708f0a3f" providerId="LiveId" clId="{78816413-57F4-41E0-AA28-E9E5552382B3}" dt="2025-11-10T11:25:10.882" v="72" actId="1076"/>
          <ac:picMkLst>
            <pc:docMk/>
            <pc:sldMk cId="4227215471" sldId="280"/>
            <ac:picMk id="11" creationId="{C0FF1DA3-45EE-9419-15D5-09B1962170FE}"/>
          </ac:picMkLst>
        </pc:picChg>
        <pc:picChg chg="add mod">
          <ac:chgData name="adrien fillon" userId="66f96a88708f0a3f" providerId="LiveId" clId="{78816413-57F4-41E0-AA28-E9E5552382B3}" dt="2025-11-10T11:27:20.860" v="77" actId="1076"/>
          <ac:picMkLst>
            <pc:docMk/>
            <pc:sldMk cId="4227215471" sldId="280"/>
            <ac:picMk id="13" creationId="{D8E0FC65-1D51-D8F7-FCE6-A4449C5E13E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878645782" name="Espace réservé de l'en-tête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fr-FR"/>
          </a:p>
        </p:txBody>
      </p:sp>
      <p:sp>
        <p:nvSpPr>
          <p:cNvPr id="1909682986" name="Espace réservé de la date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990CE6A8-01AC-462C-B63C-12EC9E589110}" type="datetimeFigureOut">
              <a:rPr lang="fr-FR"/>
              <a:t>19/01/2026</a:t>
            </a:fld>
            <a:endParaRPr lang="fr-FR"/>
          </a:p>
        </p:txBody>
      </p:sp>
      <p:sp>
        <p:nvSpPr>
          <p:cNvPr id="158177469" name="Espace réservé de l'image des diapositives 3"/>
          <p:cNvSpPr>
            <a:spLocks noGrp="1" noRot="1" noChangeAspec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fr-FR"/>
          </a:p>
        </p:txBody>
      </p:sp>
      <p:sp>
        <p:nvSpPr>
          <p:cNvPr id="2026450985" name="Espace réservé des notes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1778202109" name="Espace réservé du pied de page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fr-FR"/>
          </a:p>
        </p:txBody>
      </p:sp>
      <p:sp>
        <p:nvSpPr>
          <p:cNvPr id="566387303" name="Espace réservé du numéro de diapositive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669D9EBF-85D1-40D6-B4F2-526FC931D0DA}" type="slidenum">
              <a:rPr lang="fr-FR"/>
              <a:t>‹N°›</a:t>
            </a:fld>
            <a:endParaRPr lang="fr-F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web.archive.org/web/20251028084822/https:/leex.iq/" TargetMode="External"/><Relationship Id="rId2" Type="http://schemas.openxmlformats.org/officeDocument/2006/relationships/slide" Target="../slides/slide20.xml"/><Relationship Id="rId1" Type="http://schemas.openxmlformats.org/officeDocument/2006/relationships/notesMaster" Target="../notesMasters/notesMaster1.xml"/><Relationship Id="rId4" Type="http://schemas.openxmlformats.org/officeDocument/2006/relationships/hyperlink" Target="https://sites.aub.edu.lb/lmeho/ri2/" TargetMode="Externa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www.eurocris.org/" TargetMode="External"/><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26412074" name="Espace réservé de l'image des diapositives 1"/>
          <p:cNvSpPr>
            <a:spLocks noGrp="1" noRot="1" noChangeAspect="1"/>
          </p:cNvSpPr>
          <p:nvPr>
            <p:ph type="sldImg"/>
          </p:nvPr>
        </p:nvSpPr>
        <p:spPr bwMode="auto"/>
      </p:sp>
      <p:sp>
        <p:nvSpPr>
          <p:cNvPr id="873629727" name="Espace réservé des notes 2"/>
          <p:cNvSpPr>
            <a:spLocks noGrp="1"/>
          </p:cNvSpPr>
          <p:nvPr>
            <p:ph type="body" idx="1"/>
          </p:nvPr>
        </p:nvSpPr>
        <p:spPr bwMode="auto"/>
        <p:txBody>
          <a:bodyPr/>
          <a:lstStyle/>
          <a:p>
            <a:pPr>
              <a:defRPr/>
            </a:pPr>
            <a:endParaRPr lang="fr-FR"/>
          </a:p>
        </p:txBody>
      </p:sp>
      <p:sp>
        <p:nvSpPr>
          <p:cNvPr id="738221562" name="Espace réservé du numéro de diapositive 3"/>
          <p:cNvSpPr>
            <a:spLocks noGrp="1"/>
          </p:cNvSpPr>
          <p:nvPr>
            <p:ph type="sldNum" sz="quarter" idx="5"/>
          </p:nvPr>
        </p:nvSpPr>
        <p:spPr bwMode="auto"/>
        <p:txBody>
          <a:bodyPr/>
          <a:lstStyle/>
          <a:p>
            <a:pPr>
              <a:defRPr/>
            </a:pPr>
            <a:fld id="{669D9EBF-85D1-40D6-B4F2-526FC931D0DA}" type="slidenum">
              <a:rPr lang="fr-FR"/>
              <a:t>1</a:t>
            </a:fld>
            <a:endParaRPr lang="fr-F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51173902" name="Slide Image Placeholder 1"/>
          <p:cNvSpPr>
            <a:spLocks noGrp="1" noRot="1" noChangeAspect="1"/>
          </p:cNvSpPr>
          <p:nvPr>
            <p:ph type="sldImg"/>
          </p:nvPr>
        </p:nvSpPr>
        <p:spPr bwMode="auto"/>
      </p:sp>
      <p:sp>
        <p:nvSpPr>
          <p:cNvPr id="1227923019" name="Notes Placeholder 2"/>
          <p:cNvSpPr>
            <a:spLocks noGrp="1"/>
          </p:cNvSpPr>
          <p:nvPr>
            <p:ph type="body" idx="1"/>
          </p:nvPr>
        </p:nvSpPr>
        <p:spPr bwMode="auto"/>
        <p:txBody>
          <a:bodyPr/>
          <a:lstStyle/>
          <a:p>
            <a:pPr>
              <a:defRPr/>
            </a:pPr>
            <a:endParaRPr/>
          </a:p>
        </p:txBody>
      </p:sp>
      <p:sp>
        <p:nvSpPr>
          <p:cNvPr id="1743530955" name="Slide Number Placeholder 3"/>
          <p:cNvSpPr>
            <a:spLocks noGrp="1"/>
          </p:cNvSpPr>
          <p:nvPr>
            <p:ph type="sldNum" sz="quarter" idx="10"/>
          </p:nvPr>
        </p:nvSpPr>
        <p:spPr bwMode="auto"/>
        <p:txBody>
          <a:bodyPr/>
          <a:lstStyle/>
          <a:p>
            <a:pPr>
              <a:defRPr/>
            </a:pPr>
            <a:fld id="{32102317-8271-3AA9-C4F2-A3CD225CAD95}" type="slidenum">
              <a:r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066178786" name="Slide Image Placeholder 1"/>
          <p:cNvSpPr>
            <a:spLocks noGrp="1" noRot="1" noChangeAspect="1"/>
          </p:cNvSpPr>
          <p:nvPr>
            <p:ph type="sldImg"/>
          </p:nvPr>
        </p:nvSpPr>
        <p:spPr bwMode="auto"/>
      </p:sp>
      <p:sp>
        <p:nvSpPr>
          <p:cNvPr id="589247438" name="Notes Placeholder 2"/>
          <p:cNvSpPr>
            <a:spLocks noGrp="1"/>
          </p:cNvSpPr>
          <p:nvPr>
            <p:ph type="body" idx="1"/>
          </p:nvPr>
        </p:nvSpPr>
        <p:spPr bwMode="auto"/>
        <p:txBody>
          <a:bodyPr/>
          <a:lstStyle/>
          <a:p>
            <a:pPr>
              <a:defRPr/>
            </a:pPr>
            <a:endParaRPr/>
          </a:p>
        </p:txBody>
      </p:sp>
      <p:sp>
        <p:nvSpPr>
          <p:cNvPr id="1561886732" name="Slide Number Placeholder 3"/>
          <p:cNvSpPr>
            <a:spLocks noGrp="1"/>
          </p:cNvSpPr>
          <p:nvPr>
            <p:ph type="sldNum" sz="quarter" idx="10"/>
          </p:nvPr>
        </p:nvSpPr>
        <p:spPr bwMode="auto"/>
        <p:txBody>
          <a:bodyPr/>
          <a:lstStyle/>
          <a:p>
            <a:pPr>
              <a:defRPr/>
            </a:pPr>
            <a:fld id="{FC419316-6356-9076-62D6-F77E93FFB560}" type="slidenum">
              <a:rPr/>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995008793" name="Slide Image Placeholder 1"/>
          <p:cNvSpPr>
            <a:spLocks noGrp="1" noRot="1" noChangeAspect="1"/>
          </p:cNvSpPr>
          <p:nvPr>
            <p:ph type="sldImg"/>
          </p:nvPr>
        </p:nvSpPr>
        <p:spPr bwMode="auto"/>
      </p:sp>
      <p:sp>
        <p:nvSpPr>
          <p:cNvPr id="1922440289" name="Notes Placeholder 2"/>
          <p:cNvSpPr>
            <a:spLocks noGrp="1"/>
          </p:cNvSpPr>
          <p:nvPr>
            <p:ph type="body" idx="1"/>
          </p:nvPr>
        </p:nvSpPr>
        <p:spPr bwMode="auto"/>
        <p:txBody>
          <a:bodyPr/>
          <a:lstStyle/>
          <a:p>
            <a:pPr>
              <a:defRPr/>
            </a:pPr>
            <a:endParaRPr/>
          </a:p>
        </p:txBody>
      </p:sp>
      <p:sp>
        <p:nvSpPr>
          <p:cNvPr id="1951540687" name="Slide Number Placeholder 3"/>
          <p:cNvSpPr>
            <a:spLocks noGrp="1"/>
          </p:cNvSpPr>
          <p:nvPr>
            <p:ph type="sldNum" sz="quarter" idx="10"/>
          </p:nvPr>
        </p:nvSpPr>
        <p:spPr bwMode="auto"/>
        <p:txBody>
          <a:bodyPr/>
          <a:lstStyle/>
          <a:p>
            <a:pPr>
              <a:defRPr/>
            </a:pPr>
            <a:fld id="{EAEDFC62-197C-423B-EF89-6DBB545FD5B9}" type="slidenum">
              <a:rPr/>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48280163" name="Slide Image Placeholder 1"/>
          <p:cNvSpPr>
            <a:spLocks noGrp="1" noRot="1" noChangeAspect="1"/>
          </p:cNvSpPr>
          <p:nvPr>
            <p:ph type="sldImg"/>
          </p:nvPr>
        </p:nvSpPr>
        <p:spPr bwMode="auto"/>
      </p:sp>
      <p:sp>
        <p:nvSpPr>
          <p:cNvPr id="699970013" name="Notes Placeholder 2"/>
          <p:cNvSpPr>
            <a:spLocks noGrp="1"/>
          </p:cNvSpPr>
          <p:nvPr>
            <p:ph type="body" idx="1"/>
          </p:nvPr>
        </p:nvSpPr>
        <p:spPr bwMode="auto"/>
        <p:txBody>
          <a:bodyPr/>
          <a:lstStyle/>
          <a:p>
            <a:pPr>
              <a:defRPr/>
            </a:pPr>
            <a:endParaRPr/>
          </a:p>
        </p:txBody>
      </p:sp>
      <p:sp>
        <p:nvSpPr>
          <p:cNvPr id="388176101" name="Slide Number Placeholder 3"/>
          <p:cNvSpPr>
            <a:spLocks noGrp="1"/>
          </p:cNvSpPr>
          <p:nvPr>
            <p:ph type="sldNum" sz="quarter" idx="10"/>
          </p:nvPr>
        </p:nvSpPr>
        <p:spPr bwMode="auto"/>
        <p:txBody>
          <a:bodyPr/>
          <a:lstStyle/>
          <a:p>
            <a:pPr>
              <a:defRPr/>
            </a:pPr>
            <a:fld id="{EC2395A0-3EC0-B575-04D9-1F5DA93F265B}" type="slidenum">
              <a:rPr/>
              <a:t>6</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21029764" name="Slide Image Placeholder 1"/>
          <p:cNvSpPr>
            <a:spLocks noGrp="1" noRot="1" noChangeAspect="1"/>
          </p:cNvSpPr>
          <p:nvPr>
            <p:ph type="sldImg"/>
          </p:nvPr>
        </p:nvSpPr>
        <p:spPr bwMode="auto"/>
      </p:sp>
      <p:sp>
        <p:nvSpPr>
          <p:cNvPr id="757353343" name="Notes Placeholder 2"/>
          <p:cNvSpPr>
            <a:spLocks noGrp="1"/>
          </p:cNvSpPr>
          <p:nvPr>
            <p:ph type="body" idx="1"/>
          </p:nvPr>
        </p:nvSpPr>
        <p:spPr bwMode="auto"/>
        <p:txBody>
          <a:bodyPr/>
          <a:lstStyle/>
          <a:p>
            <a:pPr>
              <a:defRPr/>
            </a:pPr>
            <a:endParaRPr/>
          </a:p>
        </p:txBody>
      </p:sp>
      <p:sp>
        <p:nvSpPr>
          <p:cNvPr id="1541576919" name="Slide Number Placeholder 3"/>
          <p:cNvSpPr>
            <a:spLocks noGrp="1"/>
          </p:cNvSpPr>
          <p:nvPr>
            <p:ph type="sldNum" sz="quarter" idx="10"/>
          </p:nvPr>
        </p:nvSpPr>
        <p:spPr bwMode="auto"/>
        <p:txBody>
          <a:bodyPr/>
          <a:lstStyle/>
          <a:p>
            <a:pPr>
              <a:defRPr/>
            </a:pPr>
            <a:fld id="{CFE82936-537E-8C33-DF72-07256730631C}" type="slidenum">
              <a:rPr/>
              <a:t>7</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Un étudiant de master qui a créé un code python pour vérifier le lien </a:t>
            </a:r>
            <a:r>
              <a:rPr lang="fr-FR" dirty="0" err="1"/>
              <a:t>crossref</a:t>
            </a:r>
            <a:r>
              <a:rPr lang="fr-FR" dirty="0"/>
              <a:t> des </a:t>
            </a:r>
            <a:r>
              <a:rPr lang="fr-FR" dirty="0" err="1"/>
              <a:t>doi</a:t>
            </a:r>
            <a:r>
              <a:rPr lang="fr-FR" dirty="0"/>
              <a:t> des </a:t>
            </a:r>
            <a:r>
              <a:rPr lang="fr-FR" dirty="0" err="1"/>
              <a:t>ref</a:t>
            </a:r>
            <a:r>
              <a:rPr lang="fr-FR" dirty="0"/>
              <a:t> des livres, rien </a:t>
            </a:r>
            <a:r>
              <a:rPr lang="fr-FR"/>
              <a:t>de compliqué</a:t>
            </a:r>
          </a:p>
        </p:txBody>
      </p:sp>
      <p:sp>
        <p:nvSpPr>
          <p:cNvPr id="4" name="Espace réservé du numéro de diapositive 3"/>
          <p:cNvSpPr>
            <a:spLocks noGrp="1"/>
          </p:cNvSpPr>
          <p:nvPr>
            <p:ph type="sldNum" sz="quarter" idx="5"/>
          </p:nvPr>
        </p:nvSpPr>
        <p:spPr/>
        <p:txBody>
          <a:bodyPr/>
          <a:lstStyle/>
          <a:p>
            <a:pPr>
              <a:defRPr/>
            </a:pPr>
            <a:fld id="{669D9EBF-85D1-40D6-B4F2-526FC931D0DA}" type="slidenum">
              <a:rPr lang="fr-FR" smtClean="0"/>
              <a:t>8</a:t>
            </a:fld>
            <a:endParaRPr lang="fr-FR"/>
          </a:p>
        </p:txBody>
      </p:sp>
    </p:spTree>
    <p:extLst>
      <p:ext uri="{BB962C8B-B14F-4D97-AF65-F5344CB8AC3E}">
        <p14:creationId xmlns:p14="http://schemas.microsoft.com/office/powerpoint/2010/main" val="10592991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41595347" name="Espace réservé de l'image des diapositives 1"/>
          <p:cNvSpPr>
            <a:spLocks noGrp="1" noRot="1" noChangeAspect="1"/>
          </p:cNvSpPr>
          <p:nvPr>
            <p:ph type="sldImg"/>
          </p:nvPr>
        </p:nvSpPr>
        <p:spPr bwMode="auto"/>
      </p:sp>
      <p:sp>
        <p:nvSpPr>
          <p:cNvPr id="916524783" name="Espace réservé des notes 2"/>
          <p:cNvSpPr>
            <a:spLocks noGrp="1"/>
          </p:cNvSpPr>
          <p:nvPr>
            <p:ph type="body" idx="1"/>
          </p:nvPr>
        </p:nvSpPr>
        <p:spPr bwMode="auto"/>
        <p:txBody>
          <a:bodyPr/>
          <a:lstStyle/>
          <a:p>
            <a:pPr>
              <a:defRPr/>
            </a:pPr>
            <a:r>
              <a:rPr lang="fr-FR"/>
              <a:t>Et je vais vous prouver que Elsevier n’est définitivement pas un éditeur scientifique.</a:t>
            </a:r>
            <a:endParaRPr/>
          </a:p>
        </p:txBody>
      </p:sp>
      <p:sp>
        <p:nvSpPr>
          <p:cNvPr id="2043266195" name="Espace réservé du numéro de diapositive 3"/>
          <p:cNvSpPr>
            <a:spLocks noGrp="1"/>
          </p:cNvSpPr>
          <p:nvPr>
            <p:ph type="sldNum" sz="quarter" idx="5"/>
          </p:nvPr>
        </p:nvSpPr>
        <p:spPr bwMode="auto"/>
        <p:txBody>
          <a:bodyPr/>
          <a:lstStyle/>
          <a:p>
            <a:pPr>
              <a:defRPr/>
            </a:pPr>
            <a:fld id="{8C7EEFD9-4785-4EFA-A683-4939F3EA1834}" type="slidenum">
              <a:rPr lang="fr-FR"/>
              <a:t>10</a:t>
            </a:fld>
            <a:endParaRPr lang="fr-F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742243721" name="Slide Image Placeholder 1"/>
          <p:cNvSpPr>
            <a:spLocks noGrp="1" noRot="1" noChangeAspect="1"/>
          </p:cNvSpPr>
          <p:nvPr>
            <p:ph type="sldImg"/>
          </p:nvPr>
        </p:nvSpPr>
        <p:spPr bwMode="auto"/>
      </p:sp>
      <p:sp>
        <p:nvSpPr>
          <p:cNvPr id="2020502616" name="Notes Placeholder 2"/>
          <p:cNvSpPr>
            <a:spLocks noGrp="1"/>
          </p:cNvSpPr>
          <p:nvPr>
            <p:ph type="body" idx="1"/>
          </p:nvPr>
        </p:nvSpPr>
        <p:spPr bwMode="auto"/>
        <p:txBody>
          <a:bodyPr/>
          <a:lstStyle/>
          <a:p>
            <a:pPr>
              <a:defRPr/>
            </a:pPr>
            <a:endParaRPr/>
          </a:p>
        </p:txBody>
      </p:sp>
      <p:sp>
        <p:nvSpPr>
          <p:cNvPr id="773040013" name="Slide Number Placeholder 3"/>
          <p:cNvSpPr>
            <a:spLocks noGrp="1"/>
          </p:cNvSpPr>
          <p:nvPr>
            <p:ph type="sldNum" sz="quarter" idx="10"/>
          </p:nvPr>
        </p:nvSpPr>
        <p:spPr bwMode="auto"/>
        <p:txBody>
          <a:bodyPr/>
          <a:lstStyle/>
          <a:p>
            <a:pPr>
              <a:defRPr/>
            </a:pPr>
            <a:fld id="{A8C6EF2B-B590-3975-BED5-C58E4AF8D734}" type="slidenum">
              <a:rPr/>
              <a:t>11</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13921677" name="Slide Image Placeholder 1"/>
          <p:cNvSpPr>
            <a:spLocks noGrp="1" noRot="1" noChangeAspect="1"/>
          </p:cNvSpPr>
          <p:nvPr>
            <p:ph type="sldImg"/>
          </p:nvPr>
        </p:nvSpPr>
        <p:spPr bwMode="auto"/>
      </p:sp>
      <p:sp>
        <p:nvSpPr>
          <p:cNvPr id="1213329494" name="Notes Placeholder 2"/>
          <p:cNvSpPr>
            <a:spLocks noGrp="1"/>
          </p:cNvSpPr>
          <p:nvPr>
            <p:ph type="body" idx="1"/>
          </p:nvPr>
        </p:nvSpPr>
        <p:spPr bwMode="auto"/>
        <p:txBody>
          <a:bodyPr/>
          <a:lstStyle/>
          <a:p>
            <a:pPr>
              <a:defRPr/>
            </a:pPr>
            <a:endParaRPr/>
          </a:p>
        </p:txBody>
      </p:sp>
      <p:sp>
        <p:nvSpPr>
          <p:cNvPr id="2125008348" name="Slide Number Placeholder 3"/>
          <p:cNvSpPr>
            <a:spLocks noGrp="1"/>
          </p:cNvSpPr>
          <p:nvPr>
            <p:ph type="sldNum" sz="quarter" idx="10"/>
          </p:nvPr>
        </p:nvSpPr>
        <p:spPr bwMode="auto"/>
        <p:txBody>
          <a:bodyPr/>
          <a:lstStyle/>
          <a:p>
            <a:pPr>
              <a:defRPr/>
            </a:pPr>
            <a:fld id="{1984CA4F-61BF-93A4-679D-438F19DACA0D}" type="slidenum">
              <a:rPr/>
              <a:t>12</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402274974" name="Slide Image Placeholder 1"/>
          <p:cNvSpPr>
            <a:spLocks noGrp="1" noRot="1" noChangeAspect="1"/>
          </p:cNvSpPr>
          <p:nvPr>
            <p:ph type="sldImg"/>
          </p:nvPr>
        </p:nvSpPr>
        <p:spPr bwMode="auto"/>
      </p:sp>
      <p:sp>
        <p:nvSpPr>
          <p:cNvPr id="794096338" name="Notes Placeholder 2"/>
          <p:cNvSpPr>
            <a:spLocks noGrp="1"/>
          </p:cNvSpPr>
          <p:nvPr>
            <p:ph type="body" idx="1"/>
          </p:nvPr>
        </p:nvSpPr>
        <p:spPr bwMode="auto"/>
        <p:txBody>
          <a:bodyPr/>
          <a:lstStyle/>
          <a:p>
            <a:pPr>
              <a:defRPr/>
            </a:pPr>
            <a:endParaRPr/>
          </a:p>
        </p:txBody>
      </p:sp>
      <p:sp>
        <p:nvSpPr>
          <p:cNvPr id="587541070" name="Slide Number Placeholder 3"/>
          <p:cNvSpPr>
            <a:spLocks noGrp="1"/>
          </p:cNvSpPr>
          <p:nvPr>
            <p:ph type="sldNum" sz="quarter" idx="10"/>
          </p:nvPr>
        </p:nvSpPr>
        <p:spPr bwMode="auto"/>
        <p:txBody>
          <a:bodyPr/>
          <a:lstStyle/>
          <a:p>
            <a:pPr>
              <a:defRPr/>
            </a:pPr>
            <a:fld id="{2CFCD8F5-401D-8F50-75F2-24710DAC5DCB}" type="slidenum">
              <a:rPr/>
              <a:t>13</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564AD-6A22-8E2F-9CF8-182ECD90D363}"/>
            </a:ext>
          </a:extLst>
        </p:cNvPr>
        <p:cNvGrpSpPr/>
        <p:nvPr/>
      </p:nvGrpSpPr>
      <p:grpSpPr bwMode="auto">
        <a:xfrm>
          <a:off x="0" y="0"/>
          <a:ext cx="0" cy="0"/>
          <a:chOff x="0" y="0"/>
          <a:chExt cx="0" cy="0"/>
        </a:xfrm>
      </p:grpSpPr>
      <p:sp>
        <p:nvSpPr>
          <p:cNvPr id="402274974" name="Slide Image Placeholder 1">
            <a:extLst>
              <a:ext uri="{FF2B5EF4-FFF2-40B4-BE49-F238E27FC236}">
                <a16:creationId xmlns:a16="http://schemas.microsoft.com/office/drawing/2014/main" id="{8A69B64F-6CC7-3761-642D-9A45331324C6}"/>
              </a:ext>
            </a:extLst>
          </p:cNvPr>
          <p:cNvSpPr>
            <a:spLocks noGrp="1" noRot="1" noChangeAspect="1"/>
          </p:cNvSpPr>
          <p:nvPr>
            <p:ph type="sldImg"/>
          </p:nvPr>
        </p:nvSpPr>
        <p:spPr bwMode="auto"/>
      </p:sp>
      <p:sp>
        <p:nvSpPr>
          <p:cNvPr id="794096338" name="Notes Placeholder 2">
            <a:extLst>
              <a:ext uri="{FF2B5EF4-FFF2-40B4-BE49-F238E27FC236}">
                <a16:creationId xmlns:a16="http://schemas.microsoft.com/office/drawing/2014/main" id="{AA8C7D2A-90A7-F01B-8D3A-FC61A58D6A15}"/>
              </a:ext>
            </a:extLst>
          </p:cNvPr>
          <p:cNvSpPr>
            <a:spLocks noGrp="1"/>
          </p:cNvSpPr>
          <p:nvPr>
            <p:ph type="body" idx="1"/>
          </p:nvPr>
        </p:nvSpPr>
        <p:spPr bwMode="auto"/>
        <p:txBody>
          <a:bodyPr/>
          <a:lstStyle/>
          <a:p>
            <a:pPr>
              <a:defRPr/>
            </a:pPr>
            <a:endParaRPr/>
          </a:p>
        </p:txBody>
      </p:sp>
      <p:sp>
        <p:nvSpPr>
          <p:cNvPr id="587541070" name="Slide Number Placeholder 3">
            <a:extLst>
              <a:ext uri="{FF2B5EF4-FFF2-40B4-BE49-F238E27FC236}">
                <a16:creationId xmlns:a16="http://schemas.microsoft.com/office/drawing/2014/main" id="{CA687B6E-D9BB-3B27-888A-F0438674AF2C}"/>
              </a:ext>
            </a:extLst>
          </p:cNvPr>
          <p:cNvSpPr>
            <a:spLocks noGrp="1"/>
          </p:cNvSpPr>
          <p:nvPr>
            <p:ph type="sldNum" sz="quarter" idx="10"/>
          </p:nvPr>
        </p:nvSpPr>
        <p:spPr bwMode="auto"/>
        <p:txBody>
          <a:bodyPr/>
          <a:lstStyle/>
          <a:p>
            <a:pPr>
              <a:defRPr/>
            </a:pPr>
            <a:fld id="{2CFCD8F5-401D-8F50-75F2-24710DAC5DCB}" type="slidenum">
              <a:rPr/>
              <a:t>14</a:t>
            </a:fld>
            <a:endParaRPr/>
          </a:p>
        </p:txBody>
      </p:sp>
    </p:spTree>
    <p:extLst>
      <p:ext uri="{BB962C8B-B14F-4D97-AF65-F5344CB8AC3E}">
        <p14:creationId xmlns:p14="http://schemas.microsoft.com/office/powerpoint/2010/main" val="37891519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26965431" name="Slide Image Placeholder 1"/>
          <p:cNvSpPr>
            <a:spLocks noGrp="1" noRot="1" noChangeAspect="1"/>
          </p:cNvSpPr>
          <p:nvPr>
            <p:ph type="sldImg"/>
          </p:nvPr>
        </p:nvSpPr>
        <p:spPr bwMode="auto"/>
      </p:sp>
      <p:sp>
        <p:nvSpPr>
          <p:cNvPr id="217155342" name="Notes Placeholder 2"/>
          <p:cNvSpPr>
            <a:spLocks noGrp="1"/>
          </p:cNvSpPr>
          <p:nvPr>
            <p:ph type="body" idx="1"/>
          </p:nvPr>
        </p:nvSpPr>
        <p:spPr bwMode="auto"/>
        <p:txBody>
          <a:bodyPr/>
          <a:lstStyle/>
          <a:p>
            <a:pPr>
              <a:defRPr/>
            </a:pPr>
            <a:endParaRPr/>
          </a:p>
        </p:txBody>
      </p:sp>
      <p:sp>
        <p:nvSpPr>
          <p:cNvPr id="739332503" name="Slide Number Placeholder 3"/>
          <p:cNvSpPr>
            <a:spLocks noGrp="1"/>
          </p:cNvSpPr>
          <p:nvPr>
            <p:ph type="sldNum" sz="quarter" idx="10"/>
          </p:nvPr>
        </p:nvSpPr>
        <p:spPr bwMode="auto"/>
        <p:txBody>
          <a:bodyPr/>
          <a:lstStyle/>
          <a:p>
            <a:pPr>
              <a:defRPr/>
            </a:pPr>
            <a:fld id="{C908BC10-B3FB-CC61-96BD-0EC47B9EDCEF}" type="slidenum">
              <a:rPr/>
              <a:t>15</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34825696" name="Slide Image Placeholder 1"/>
          <p:cNvSpPr>
            <a:spLocks noGrp="1" noRot="1" noChangeAspect="1"/>
          </p:cNvSpPr>
          <p:nvPr>
            <p:ph type="sldImg"/>
          </p:nvPr>
        </p:nvSpPr>
        <p:spPr bwMode="auto"/>
      </p:sp>
      <p:sp>
        <p:nvSpPr>
          <p:cNvPr id="2083437375" name="Notes Placeholder 2"/>
          <p:cNvSpPr>
            <a:spLocks noGrp="1"/>
          </p:cNvSpPr>
          <p:nvPr>
            <p:ph type="body" idx="1"/>
          </p:nvPr>
        </p:nvSpPr>
        <p:spPr bwMode="auto"/>
        <p:txBody>
          <a:bodyPr/>
          <a:lstStyle/>
          <a:p>
            <a:pPr>
              <a:defRPr/>
            </a:pPr>
            <a:endParaRPr/>
          </a:p>
        </p:txBody>
      </p:sp>
      <p:sp>
        <p:nvSpPr>
          <p:cNvPr id="1914548303" name="Slide Number Placeholder 3"/>
          <p:cNvSpPr>
            <a:spLocks noGrp="1"/>
          </p:cNvSpPr>
          <p:nvPr>
            <p:ph type="sldNum" sz="quarter" idx="10"/>
          </p:nvPr>
        </p:nvSpPr>
        <p:spPr bwMode="auto"/>
        <p:txBody>
          <a:bodyPr/>
          <a:lstStyle/>
          <a:p>
            <a:pPr>
              <a:defRPr/>
            </a:pPr>
            <a:fld id="{38EF2279-BEB3-BEBF-F566-AFB27813C0DF}" type="slidenum">
              <a:rPr/>
              <a:t>16</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i="0" dirty="0" err="1">
                <a:solidFill>
                  <a:schemeClr val="tx1"/>
                </a:solidFill>
                <a:effectLst/>
                <a:latin typeface="+mn-lt"/>
                <a:ea typeface="+mn-ea"/>
                <a:cs typeface="+mn-cs"/>
              </a:rPr>
              <a:t>Qusay</a:t>
            </a:r>
            <a:r>
              <a:rPr lang="fr-FR" sz="1200" b="0" i="0" dirty="0">
                <a:solidFill>
                  <a:schemeClr val="tx1"/>
                </a:solidFill>
                <a:effectLst/>
                <a:latin typeface="+mn-lt"/>
                <a:ea typeface="+mn-ea"/>
                <a:cs typeface="+mn-cs"/>
              </a:rPr>
              <a:t> Hassan</a:t>
            </a:r>
          </a:p>
          <a:p>
            <a:r>
              <a:rPr lang="fr-FR" sz="1200" b="0" i="0" dirty="0">
                <a:solidFill>
                  <a:schemeClr val="tx1"/>
                </a:solidFill>
                <a:effectLst/>
                <a:latin typeface="+mn-lt"/>
                <a:ea typeface="+mn-ea"/>
                <a:cs typeface="+mn-cs"/>
              </a:rPr>
              <a:t>21 </a:t>
            </a:r>
            <a:r>
              <a:rPr lang="fr-FR" sz="1200" b="0" i="0" dirty="0" err="1">
                <a:solidFill>
                  <a:schemeClr val="tx1"/>
                </a:solidFill>
                <a:effectLst/>
                <a:latin typeface="+mn-lt"/>
                <a:ea typeface="+mn-ea"/>
                <a:cs typeface="+mn-cs"/>
              </a:rPr>
              <a:t>papers</a:t>
            </a:r>
            <a:r>
              <a:rPr lang="fr-FR" sz="1200" b="0" i="0" dirty="0">
                <a:solidFill>
                  <a:schemeClr val="tx1"/>
                </a:solidFill>
                <a:effectLst/>
                <a:latin typeface="+mn-lt"/>
                <a:ea typeface="+mn-ea"/>
                <a:cs typeface="+mn-cs"/>
              </a:rPr>
              <a:t> </a:t>
            </a:r>
            <a:r>
              <a:rPr lang="fr-FR" sz="1200" b="0" i="0" dirty="0" err="1">
                <a:solidFill>
                  <a:schemeClr val="tx1"/>
                </a:solidFill>
                <a:effectLst/>
                <a:latin typeface="+mn-lt"/>
                <a:ea typeface="+mn-ea"/>
                <a:cs typeface="+mn-cs"/>
              </a:rPr>
              <a:t>retracted</a:t>
            </a:r>
            <a:endParaRPr lang="fr-FR" sz="1200" b="0" i="0" dirty="0">
              <a:solidFill>
                <a:schemeClr val="tx1"/>
              </a:solidFill>
              <a:effectLst/>
              <a:latin typeface="+mn-lt"/>
              <a:ea typeface="+mn-ea"/>
              <a:cs typeface="+mn-cs"/>
            </a:endParaRPr>
          </a:p>
          <a:p>
            <a:r>
              <a:rPr lang="en-US" sz="1200" b="0" i="0" dirty="0">
                <a:solidFill>
                  <a:schemeClr val="tx1"/>
                </a:solidFill>
                <a:effectLst/>
                <a:latin typeface="+mn-lt"/>
                <a:ea typeface="+mn-ea"/>
                <a:cs typeface="+mn-cs"/>
              </a:rPr>
              <a:t>winning accolades at the ministry’s high-profile</a:t>
            </a:r>
            <a:r>
              <a:rPr lang="en-US" sz="1200" b="0" i="0" u="none" strike="noStrike" dirty="0">
                <a:solidFill>
                  <a:schemeClr val="tx1"/>
                </a:solidFill>
                <a:effectLst/>
                <a:latin typeface="+mn-lt"/>
                <a:ea typeface="+mn-ea"/>
                <a:cs typeface="+mn-cs"/>
                <a:hlinkClick r:id="rId3"/>
              </a:rPr>
              <a:t> Iraq Education Conference 2025</a:t>
            </a:r>
            <a:endParaRPr lang="en-US" sz="1200" b="0" i="0" u="none" strike="noStrike" dirty="0">
              <a:solidFill>
                <a:schemeClr val="tx1"/>
              </a:solidFill>
              <a:effectLst/>
              <a:latin typeface="+mn-lt"/>
              <a:ea typeface="+mn-ea"/>
              <a:cs typeface="+mn-cs"/>
            </a:endParaRPr>
          </a:p>
          <a:p>
            <a:r>
              <a:rPr lang="en-US" sz="1200" b="0" i="0" dirty="0">
                <a:solidFill>
                  <a:schemeClr val="tx1"/>
                </a:solidFill>
                <a:effectLst/>
                <a:latin typeface="+mn-lt"/>
                <a:ea typeface="+mn-ea"/>
                <a:cs typeface="+mn-cs"/>
              </a:rPr>
              <a:t>Lokman Meho, a university librarian and professor at the American University of Beirut in Lebanon, who has developed</a:t>
            </a:r>
            <a:r>
              <a:rPr lang="en-US" sz="1200" b="0" i="0" u="none" strike="noStrike" dirty="0">
                <a:solidFill>
                  <a:schemeClr val="tx1"/>
                </a:solidFill>
                <a:effectLst/>
                <a:latin typeface="+mn-lt"/>
                <a:ea typeface="+mn-ea"/>
                <a:cs typeface="+mn-cs"/>
                <a:hlinkClick r:id="rId4"/>
              </a:rPr>
              <a:t> an index</a:t>
            </a:r>
            <a:r>
              <a:rPr lang="en-US" sz="1200" b="0" i="0" dirty="0">
                <a:solidFill>
                  <a:schemeClr val="tx1"/>
                </a:solidFill>
                <a:effectLst/>
                <a:latin typeface="+mn-lt"/>
                <a:ea typeface="+mn-ea"/>
                <a:cs typeface="+mn-cs"/>
              </a:rPr>
              <a:t> to flag potential research-integrity problems at universities across the world. Clarivate is “partnering in academic crime.”</a:t>
            </a:r>
            <a:endParaRPr lang="fr-FR" sz="1200" b="0" i="0" dirty="0">
              <a:solidFill>
                <a:schemeClr val="tx1"/>
              </a:solidFill>
              <a:effectLst/>
              <a:latin typeface="+mn-lt"/>
              <a:ea typeface="+mn-ea"/>
              <a:cs typeface="+mn-cs"/>
            </a:endParaRPr>
          </a:p>
        </p:txBody>
      </p:sp>
      <p:sp>
        <p:nvSpPr>
          <p:cNvPr id="4" name="Espace réservé du numéro de diapositive 3"/>
          <p:cNvSpPr>
            <a:spLocks noGrp="1"/>
          </p:cNvSpPr>
          <p:nvPr>
            <p:ph type="sldNum" sz="quarter" idx="5"/>
          </p:nvPr>
        </p:nvSpPr>
        <p:spPr/>
        <p:txBody>
          <a:bodyPr/>
          <a:lstStyle/>
          <a:p>
            <a:pPr>
              <a:defRPr/>
            </a:pPr>
            <a:fld id="{669D9EBF-85D1-40D6-B4F2-526FC931D0DA}" type="slidenum">
              <a:rPr lang="fr-FR" smtClean="0"/>
              <a:t>20</a:t>
            </a:fld>
            <a:endParaRPr lang="fr-FR"/>
          </a:p>
        </p:txBody>
      </p:sp>
    </p:spTree>
    <p:extLst>
      <p:ext uri="{BB962C8B-B14F-4D97-AF65-F5344CB8AC3E}">
        <p14:creationId xmlns:p14="http://schemas.microsoft.com/office/powerpoint/2010/main" val="42289275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462651510" name="Slide Image Placeholder 1"/>
          <p:cNvSpPr>
            <a:spLocks noGrp="1" noRot="1" noChangeAspect="1"/>
          </p:cNvSpPr>
          <p:nvPr>
            <p:ph type="sldImg"/>
          </p:nvPr>
        </p:nvSpPr>
        <p:spPr bwMode="auto"/>
      </p:sp>
      <p:sp>
        <p:nvSpPr>
          <p:cNvPr id="731883986" name="Notes Placeholder 2"/>
          <p:cNvSpPr>
            <a:spLocks noGrp="1"/>
          </p:cNvSpPr>
          <p:nvPr>
            <p:ph type="body" idx="1"/>
          </p:nvPr>
        </p:nvSpPr>
        <p:spPr bwMode="auto"/>
        <p:txBody>
          <a:bodyPr/>
          <a:lstStyle/>
          <a:p>
            <a:pPr>
              <a:defRPr/>
            </a:pPr>
            <a:endParaRPr/>
          </a:p>
        </p:txBody>
      </p:sp>
      <p:sp>
        <p:nvSpPr>
          <p:cNvPr id="346063525" name="Slide Number Placeholder 3"/>
          <p:cNvSpPr>
            <a:spLocks noGrp="1"/>
          </p:cNvSpPr>
          <p:nvPr>
            <p:ph type="sldNum" sz="quarter" idx="10"/>
          </p:nvPr>
        </p:nvSpPr>
        <p:spPr bwMode="auto"/>
        <p:txBody>
          <a:bodyPr/>
          <a:lstStyle/>
          <a:p>
            <a:pPr>
              <a:defRPr/>
            </a:pPr>
            <a:fld id="{7E39F0D7-0EEE-0CC6-D959-C1F45B25B267}" type="slidenum">
              <a:rPr/>
              <a:t>21</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603982388" name="Slide Image Placeholder 1"/>
          <p:cNvSpPr>
            <a:spLocks noGrp="1" noRot="1" noChangeAspect="1"/>
          </p:cNvSpPr>
          <p:nvPr>
            <p:ph type="sldImg"/>
          </p:nvPr>
        </p:nvSpPr>
        <p:spPr bwMode="auto"/>
      </p:sp>
      <p:sp>
        <p:nvSpPr>
          <p:cNvPr id="712499917" name="Notes Placeholder 2"/>
          <p:cNvSpPr>
            <a:spLocks noGrp="1"/>
          </p:cNvSpPr>
          <p:nvPr>
            <p:ph type="body" idx="1"/>
          </p:nvPr>
        </p:nvSpPr>
        <p:spPr bwMode="auto"/>
        <p:txBody>
          <a:bodyPr/>
          <a:lstStyle/>
          <a:p>
            <a:pPr>
              <a:defRPr/>
            </a:pPr>
            <a:endParaRPr/>
          </a:p>
        </p:txBody>
      </p:sp>
      <p:sp>
        <p:nvSpPr>
          <p:cNvPr id="1417530497" name="Slide Number Placeholder 3"/>
          <p:cNvSpPr>
            <a:spLocks noGrp="1"/>
          </p:cNvSpPr>
          <p:nvPr>
            <p:ph type="sldNum" sz="quarter" idx="10"/>
          </p:nvPr>
        </p:nvSpPr>
        <p:spPr bwMode="auto"/>
        <p:txBody>
          <a:bodyPr/>
          <a:lstStyle/>
          <a:p>
            <a:pPr>
              <a:defRPr/>
            </a:pPr>
            <a:fld id="{6D6F55B3-0081-3CCF-DFFA-A5C3B8C6E322}" type="slidenum">
              <a:rPr/>
              <a:t>22</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16339365" name="Slide Image Placeholder 1"/>
          <p:cNvSpPr>
            <a:spLocks noGrp="1" noRot="1" noChangeAspect="1"/>
          </p:cNvSpPr>
          <p:nvPr>
            <p:ph type="sldImg"/>
          </p:nvPr>
        </p:nvSpPr>
        <p:spPr bwMode="auto"/>
      </p:sp>
      <p:sp>
        <p:nvSpPr>
          <p:cNvPr id="1086029521" name="Notes Placeholder 2"/>
          <p:cNvSpPr>
            <a:spLocks noGrp="1"/>
          </p:cNvSpPr>
          <p:nvPr>
            <p:ph type="body" idx="1"/>
          </p:nvPr>
        </p:nvSpPr>
        <p:spPr bwMode="auto"/>
        <p:txBody>
          <a:bodyPr/>
          <a:lstStyle/>
          <a:p>
            <a:pPr>
              <a:defRPr/>
            </a:pPr>
            <a:endParaRPr/>
          </a:p>
        </p:txBody>
      </p:sp>
      <p:sp>
        <p:nvSpPr>
          <p:cNvPr id="1359748353" name="Slide Number Placeholder 3"/>
          <p:cNvSpPr>
            <a:spLocks noGrp="1"/>
          </p:cNvSpPr>
          <p:nvPr>
            <p:ph type="sldNum" sz="quarter" idx="10"/>
          </p:nvPr>
        </p:nvSpPr>
        <p:spPr bwMode="auto"/>
        <p:txBody>
          <a:bodyPr/>
          <a:lstStyle/>
          <a:p>
            <a:pPr>
              <a:defRPr/>
            </a:pPr>
            <a:fld id="{482681A8-8B90-F158-D262-B39360451515}" type="slidenum">
              <a:rPr/>
              <a:t>28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63580952" name="Slide Image Placeholder 1"/>
          <p:cNvSpPr>
            <a:spLocks noGrp="1" noRot="1" noChangeAspect="1"/>
          </p:cNvSpPr>
          <p:nvPr>
            <p:ph type="sldImg"/>
          </p:nvPr>
        </p:nvSpPr>
        <p:spPr bwMode="auto"/>
      </p:sp>
      <p:sp>
        <p:nvSpPr>
          <p:cNvPr id="686529483" name="Notes Placeholder 2"/>
          <p:cNvSpPr>
            <a:spLocks noGrp="1"/>
          </p:cNvSpPr>
          <p:nvPr>
            <p:ph type="body" idx="1"/>
          </p:nvPr>
        </p:nvSpPr>
        <p:spPr bwMode="auto"/>
        <p:txBody>
          <a:bodyPr/>
          <a:lstStyle/>
          <a:p>
            <a:pPr>
              <a:defRPr/>
            </a:pPr>
            <a:endParaRPr/>
          </a:p>
        </p:txBody>
      </p:sp>
      <p:sp>
        <p:nvSpPr>
          <p:cNvPr id="113144812" name="Slide Number Placeholder 3"/>
          <p:cNvSpPr>
            <a:spLocks noGrp="1"/>
          </p:cNvSpPr>
          <p:nvPr>
            <p:ph type="sldNum" sz="quarter" idx="10"/>
          </p:nvPr>
        </p:nvSpPr>
        <p:spPr bwMode="auto"/>
        <p:txBody>
          <a:bodyPr/>
          <a:lstStyle/>
          <a:p>
            <a:pPr>
              <a:defRPr/>
            </a:pPr>
            <a:fld id="{7160500C-F13A-8AD0-FA6A-03BB4C33F37B}" type="slidenum">
              <a:rPr/>
              <a:t>29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89089324" name="Espace réservé de l'image des diapositives 1"/>
          <p:cNvSpPr>
            <a:spLocks noGrp="1" noRot="1" noChangeAspect="1"/>
          </p:cNvSpPr>
          <p:nvPr>
            <p:ph type="sldImg"/>
          </p:nvPr>
        </p:nvSpPr>
        <p:spPr bwMode="auto"/>
      </p:sp>
      <p:sp>
        <p:nvSpPr>
          <p:cNvPr id="145183273" name="Espace réservé des notes 2"/>
          <p:cNvSpPr>
            <a:spLocks noGrp="1"/>
          </p:cNvSpPr>
          <p:nvPr>
            <p:ph type="body" idx="1"/>
          </p:nvPr>
        </p:nvSpPr>
        <p:spPr bwMode="auto"/>
        <p:txBody>
          <a:bodyPr/>
          <a:lstStyle/>
          <a:p>
            <a:pPr>
              <a:defRPr/>
            </a:pPr>
            <a:r>
              <a:rPr lang="en-US" sz="1200" b="0" i="0">
                <a:solidFill>
                  <a:schemeClr val="tx1"/>
                </a:solidFill>
                <a:latin typeface="Aptos"/>
                <a:ea typeface="Arial"/>
                <a:cs typeface="Arial"/>
              </a:rPr>
              <a:t>(CRIS) emerged in Europe in the 1990s, expanding primarily at the institutional level, within universities. The </a:t>
            </a:r>
            <a:r>
              <a:rPr lang="en-US" sz="1200" b="0" i="0" u="sng">
                <a:solidFill>
                  <a:schemeClr val="tx1"/>
                </a:solidFill>
                <a:latin typeface="Aptos"/>
                <a:ea typeface="Arial"/>
                <a:cs typeface="Arial"/>
                <a:hlinkClick r:id="rId3" tooltip="https://www.eurocris.org/"/>
              </a:rPr>
              <a:t>European Organization for International Research Information</a:t>
            </a:r>
            <a:r>
              <a:rPr lang="en-US" sz="1200" b="0" i="0">
                <a:solidFill>
                  <a:schemeClr val="tx1"/>
                </a:solidFill>
                <a:latin typeface="Aptos"/>
                <a:ea typeface="Arial"/>
                <a:cs typeface="Arial"/>
              </a:rPr>
              <a:t> (EuroCRIS) was founded in 2002,</a:t>
            </a:r>
            <a:endParaRPr lang="fr-FR"/>
          </a:p>
        </p:txBody>
      </p:sp>
      <p:sp>
        <p:nvSpPr>
          <p:cNvPr id="1981447073" name="Espace réservé du numéro de diapositive 3"/>
          <p:cNvSpPr>
            <a:spLocks noGrp="1"/>
          </p:cNvSpPr>
          <p:nvPr>
            <p:ph type="sldNum" sz="quarter" idx="5"/>
          </p:nvPr>
        </p:nvSpPr>
        <p:spPr bwMode="auto"/>
        <p:txBody>
          <a:bodyPr/>
          <a:lstStyle/>
          <a:p>
            <a:pPr>
              <a:defRPr/>
            </a:pPr>
            <a:fld id="{669D9EBF-85D1-40D6-B4F2-526FC931D0DA}" type="slidenum">
              <a:rPr lang="fr-FR"/>
              <a:t>30</a:t>
            </a:fld>
            <a:endParaRPr lang="fr-F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678441072" name="Espace réservé de l'image des diapositives 1"/>
          <p:cNvSpPr>
            <a:spLocks noGrp="1" noRot="1" noChangeAspect="1"/>
          </p:cNvSpPr>
          <p:nvPr>
            <p:ph type="sldImg"/>
          </p:nvPr>
        </p:nvSpPr>
        <p:spPr bwMode="auto"/>
      </p:sp>
      <p:sp>
        <p:nvSpPr>
          <p:cNvPr id="1513080413" name="Espace réservé des notes 2"/>
          <p:cNvSpPr>
            <a:spLocks noGrp="1"/>
          </p:cNvSpPr>
          <p:nvPr>
            <p:ph type="body" idx="1"/>
          </p:nvPr>
        </p:nvSpPr>
        <p:spPr bwMode="auto"/>
        <p:txBody>
          <a:bodyPr/>
          <a:lstStyle/>
          <a:p>
            <a:pPr>
              <a:defRPr/>
            </a:pPr>
            <a:endParaRPr lang="fr-FR"/>
          </a:p>
        </p:txBody>
      </p:sp>
      <p:sp>
        <p:nvSpPr>
          <p:cNvPr id="376812944" name="Espace réservé du numéro de diapositive 3"/>
          <p:cNvSpPr>
            <a:spLocks noGrp="1"/>
          </p:cNvSpPr>
          <p:nvPr>
            <p:ph type="sldNum" sz="quarter" idx="5"/>
          </p:nvPr>
        </p:nvSpPr>
        <p:spPr bwMode="auto"/>
        <p:txBody>
          <a:bodyPr/>
          <a:lstStyle/>
          <a:p>
            <a:pPr>
              <a:defRPr/>
            </a:pPr>
            <a:fld id="{669D9EBF-85D1-40D6-B4F2-526FC931D0DA}" type="slidenum">
              <a:rPr lang="fr-FR"/>
              <a:t>31</a:t>
            </a:fld>
            <a:endParaRPr lang="fr-F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62220451" name="Espace réservé de l'image des diapositives 1"/>
          <p:cNvSpPr>
            <a:spLocks noGrp="1" noRot="1" noChangeAspect="1"/>
          </p:cNvSpPr>
          <p:nvPr>
            <p:ph type="sldImg"/>
          </p:nvPr>
        </p:nvSpPr>
        <p:spPr bwMode="auto"/>
      </p:sp>
      <p:sp>
        <p:nvSpPr>
          <p:cNvPr id="149121315" name="Espace réservé des notes 2"/>
          <p:cNvSpPr>
            <a:spLocks noGrp="1"/>
          </p:cNvSpPr>
          <p:nvPr>
            <p:ph type="body" idx="1"/>
          </p:nvPr>
        </p:nvSpPr>
        <p:spPr bwMode="auto"/>
        <p:txBody>
          <a:bodyPr/>
          <a:lstStyle/>
          <a:p>
            <a:pPr>
              <a:defRPr/>
            </a:pPr>
            <a:endParaRPr lang="fr-FR"/>
          </a:p>
        </p:txBody>
      </p:sp>
      <p:sp>
        <p:nvSpPr>
          <p:cNvPr id="510040187" name="Espace réservé du numéro de diapositive 3"/>
          <p:cNvSpPr>
            <a:spLocks noGrp="1"/>
          </p:cNvSpPr>
          <p:nvPr>
            <p:ph type="sldNum" sz="quarter" idx="5"/>
          </p:nvPr>
        </p:nvSpPr>
        <p:spPr bwMode="auto"/>
        <p:txBody>
          <a:bodyPr/>
          <a:lstStyle/>
          <a:p>
            <a:pPr>
              <a:defRPr/>
            </a:pPr>
            <a:fld id="{669D9EBF-85D1-40D6-B4F2-526FC931D0DA}" type="slidenum">
              <a:rPr lang="fr-FR"/>
              <a:t>32</a:t>
            </a:fld>
            <a:endParaRPr lang="fr-F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692041034" name="Espace réservé de l'image des diapositives 1"/>
          <p:cNvSpPr>
            <a:spLocks noGrp="1" noRot="1" noChangeAspect="1"/>
          </p:cNvSpPr>
          <p:nvPr>
            <p:ph type="sldImg"/>
          </p:nvPr>
        </p:nvSpPr>
        <p:spPr bwMode="auto"/>
      </p:sp>
      <p:sp>
        <p:nvSpPr>
          <p:cNvPr id="196560941" name="Espace réservé des notes 2"/>
          <p:cNvSpPr>
            <a:spLocks noGrp="1"/>
          </p:cNvSpPr>
          <p:nvPr>
            <p:ph type="body" idx="1"/>
          </p:nvPr>
        </p:nvSpPr>
        <p:spPr bwMode="auto"/>
        <p:txBody>
          <a:bodyPr/>
          <a:lstStyle/>
          <a:p>
            <a:pPr>
              <a:defRPr/>
            </a:pPr>
            <a:endParaRPr lang="fr-FR"/>
          </a:p>
        </p:txBody>
      </p:sp>
      <p:sp>
        <p:nvSpPr>
          <p:cNvPr id="1761839849" name="Espace réservé du numéro de diapositive 3"/>
          <p:cNvSpPr>
            <a:spLocks noGrp="1"/>
          </p:cNvSpPr>
          <p:nvPr>
            <p:ph type="sldNum" sz="quarter" idx="5"/>
          </p:nvPr>
        </p:nvSpPr>
        <p:spPr bwMode="auto"/>
        <p:txBody>
          <a:bodyPr/>
          <a:lstStyle/>
          <a:p>
            <a:pPr>
              <a:defRPr/>
            </a:pPr>
            <a:fld id="{669D9EBF-85D1-40D6-B4F2-526FC931D0DA}" type="slidenum">
              <a:rPr lang="fr-FR"/>
              <a:t>33</a:t>
            </a:fld>
            <a:endParaRPr lang="fr-F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38281-DC2A-7329-CAB3-FFDDF9A45F87}"/>
            </a:ext>
          </a:extLst>
        </p:cNvPr>
        <p:cNvGrpSpPr/>
        <p:nvPr/>
      </p:nvGrpSpPr>
      <p:grpSpPr bwMode="auto">
        <a:xfrm>
          <a:off x="0" y="0"/>
          <a:ext cx="0" cy="0"/>
          <a:chOff x="0" y="0"/>
          <a:chExt cx="0" cy="0"/>
        </a:xfrm>
      </p:grpSpPr>
      <p:sp>
        <p:nvSpPr>
          <p:cNvPr id="1678441072" name="Espace réservé de l'image des diapositives 1">
            <a:extLst>
              <a:ext uri="{FF2B5EF4-FFF2-40B4-BE49-F238E27FC236}">
                <a16:creationId xmlns:a16="http://schemas.microsoft.com/office/drawing/2014/main" id="{F0CB8B05-3D99-8371-F614-8D3FA3F4F3C7}"/>
              </a:ext>
            </a:extLst>
          </p:cNvPr>
          <p:cNvSpPr>
            <a:spLocks noGrp="1" noRot="1" noChangeAspect="1"/>
          </p:cNvSpPr>
          <p:nvPr>
            <p:ph type="sldImg"/>
          </p:nvPr>
        </p:nvSpPr>
        <p:spPr bwMode="auto"/>
      </p:sp>
      <p:sp>
        <p:nvSpPr>
          <p:cNvPr id="1513080413" name="Espace réservé des notes 2">
            <a:extLst>
              <a:ext uri="{FF2B5EF4-FFF2-40B4-BE49-F238E27FC236}">
                <a16:creationId xmlns:a16="http://schemas.microsoft.com/office/drawing/2014/main" id="{32B271ED-73FE-DB1D-B464-0FD64EBC1A07}"/>
              </a:ext>
            </a:extLst>
          </p:cNvPr>
          <p:cNvSpPr>
            <a:spLocks noGrp="1"/>
          </p:cNvSpPr>
          <p:nvPr>
            <p:ph type="body" idx="1"/>
          </p:nvPr>
        </p:nvSpPr>
        <p:spPr bwMode="auto"/>
        <p:txBody>
          <a:bodyPr/>
          <a:lstStyle/>
          <a:p>
            <a:pPr>
              <a:defRPr/>
            </a:pPr>
            <a:endParaRPr lang="fr-FR"/>
          </a:p>
        </p:txBody>
      </p:sp>
      <p:sp>
        <p:nvSpPr>
          <p:cNvPr id="376812944" name="Espace réservé du numéro de diapositive 3">
            <a:extLst>
              <a:ext uri="{FF2B5EF4-FFF2-40B4-BE49-F238E27FC236}">
                <a16:creationId xmlns:a16="http://schemas.microsoft.com/office/drawing/2014/main" id="{DC291DA4-A1D3-65D9-2BBA-8D3FAE1745E6}"/>
              </a:ext>
            </a:extLst>
          </p:cNvPr>
          <p:cNvSpPr>
            <a:spLocks noGrp="1"/>
          </p:cNvSpPr>
          <p:nvPr>
            <p:ph type="sldNum" sz="quarter" idx="5"/>
          </p:nvPr>
        </p:nvSpPr>
        <p:spPr bwMode="auto"/>
        <p:txBody>
          <a:bodyPr/>
          <a:lstStyle/>
          <a:p>
            <a:pPr>
              <a:defRPr/>
            </a:pPr>
            <a:fld id="{669D9EBF-85D1-40D6-B4F2-526FC931D0DA}" type="slidenum">
              <a:rPr lang="fr-FR"/>
              <a:t>34</a:t>
            </a:fld>
            <a:endParaRPr lang="fr-FR"/>
          </a:p>
        </p:txBody>
      </p:sp>
    </p:spTree>
    <p:extLst>
      <p:ext uri="{BB962C8B-B14F-4D97-AF65-F5344CB8AC3E}">
        <p14:creationId xmlns:p14="http://schemas.microsoft.com/office/powerpoint/2010/main" val="27375814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62633059" name="Slide Image Placeholder 1"/>
          <p:cNvSpPr>
            <a:spLocks noGrp="1" noRot="1" noChangeAspect="1"/>
          </p:cNvSpPr>
          <p:nvPr>
            <p:ph type="sldImg"/>
          </p:nvPr>
        </p:nvSpPr>
        <p:spPr bwMode="auto"/>
      </p:sp>
      <p:sp>
        <p:nvSpPr>
          <p:cNvPr id="990987464" name="Notes Placeholder 2"/>
          <p:cNvSpPr>
            <a:spLocks noGrp="1"/>
          </p:cNvSpPr>
          <p:nvPr>
            <p:ph type="body" idx="1"/>
          </p:nvPr>
        </p:nvSpPr>
        <p:spPr bwMode="auto"/>
        <p:txBody>
          <a:bodyPr/>
          <a:lstStyle/>
          <a:p>
            <a:pPr>
              <a:defRPr/>
            </a:pPr>
            <a:endParaRPr/>
          </a:p>
        </p:txBody>
      </p:sp>
      <p:sp>
        <p:nvSpPr>
          <p:cNvPr id="1790799054" name="Slide Number Placeholder 3"/>
          <p:cNvSpPr>
            <a:spLocks noGrp="1"/>
          </p:cNvSpPr>
          <p:nvPr>
            <p:ph type="sldNum" sz="quarter" idx="10"/>
          </p:nvPr>
        </p:nvSpPr>
        <p:spPr bwMode="auto"/>
        <p:txBody>
          <a:bodyPr/>
          <a:lstStyle/>
          <a:p>
            <a:pPr>
              <a:defRPr/>
            </a:pPr>
            <a:fld id="{663A9802-6B98-CB05-C560-A0D72B0F64BB}" type="slidenum">
              <a:rPr/>
              <a:t>35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789200435" name="Slide Image Placeholder 1"/>
          <p:cNvSpPr>
            <a:spLocks noGrp="1" noRot="1" noChangeAspect="1"/>
          </p:cNvSpPr>
          <p:nvPr>
            <p:ph type="sldImg"/>
          </p:nvPr>
        </p:nvSpPr>
        <p:spPr bwMode="auto"/>
      </p:sp>
      <p:sp>
        <p:nvSpPr>
          <p:cNvPr id="259291617" name="Notes Placeholder 2"/>
          <p:cNvSpPr>
            <a:spLocks noGrp="1"/>
          </p:cNvSpPr>
          <p:nvPr>
            <p:ph type="body" idx="1"/>
          </p:nvPr>
        </p:nvSpPr>
        <p:spPr bwMode="auto"/>
        <p:txBody>
          <a:bodyPr/>
          <a:lstStyle/>
          <a:p>
            <a:pPr>
              <a:defRPr/>
            </a:pPr>
            <a:endParaRPr/>
          </a:p>
        </p:txBody>
      </p:sp>
      <p:sp>
        <p:nvSpPr>
          <p:cNvPr id="835599663" name="Slide Number Placeholder 3"/>
          <p:cNvSpPr>
            <a:spLocks noGrp="1"/>
          </p:cNvSpPr>
          <p:nvPr>
            <p:ph type="sldNum" sz="quarter" idx="10"/>
          </p:nvPr>
        </p:nvSpPr>
        <p:spPr bwMode="auto"/>
        <p:txBody>
          <a:bodyPr/>
          <a:lstStyle/>
          <a:p>
            <a:pPr>
              <a:defRPr/>
            </a:pPr>
            <a:fld id="{E9FA4BD1-6B1B-237E-753E-54B4766CDE85}" type="slidenum">
              <a:rPr/>
              <a:t>37</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322810746" name="Slide Image Placeholder 1"/>
          <p:cNvSpPr>
            <a:spLocks noGrp="1" noRot="1" noChangeAspect="1"/>
          </p:cNvSpPr>
          <p:nvPr>
            <p:ph type="sldImg"/>
          </p:nvPr>
        </p:nvSpPr>
        <p:spPr bwMode="auto"/>
      </p:sp>
      <p:sp>
        <p:nvSpPr>
          <p:cNvPr id="903640697" name="Notes Placeholder 2"/>
          <p:cNvSpPr>
            <a:spLocks noGrp="1"/>
          </p:cNvSpPr>
          <p:nvPr>
            <p:ph type="body" idx="1"/>
          </p:nvPr>
        </p:nvSpPr>
        <p:spPr bwMode="auto"/>
        <p:txBody>
          <a:bodyPr/>
          <a:lstStyle/>
          <a:p>
            <a:pPr>
              <a:defRPr/>
            </a:pPr>
            <a:endParaRPr/>
          </a:p>
        </p:txBody>
      </p:sp>
      <p:sp>
        <p:nvSpPr>
          <p:cNvPr id="284838358" name="Slide Number Placeholder 3"/>
          <p:cNvSpPr>
            <a:spLocks noGrp="1"/>
          </p:cNvSpPr>
          <p:nvPr>
            <p:ph type="sldNum" sz="quarter" idx="10"/>
          </p:nvPr>
        </p:nvSpPr>
        <p:spPr bwMode="auto"/>
        <p:txBody>
          <a:bodyPr/>
          <a:lstStyle/>
          <a:p>
            <a:pPr>
              <a:defRPr/>
            </a:pPr>
            <a:fld id="{1F4E626F-A2CE-F44F-158D-36FC76D92723}" type="slidenum">
              <a:rPr/>
              <a:t>38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userDrawn="1">
  <p:cSld name="Diapositive de titre">
    <p:spTree>
      <p:nvGrpSpPr>
        <p:cNvPr id="1" name=""/>
        <p:cNvGrpSpPr/>
        <p:nvPr/>
      </p:nvGrpSpPr>
      <p:grpSpPr bwMode="auto">
        <a:xfrm>
          <a:off x="0" y="0"/>
          <a:ext cx="0" cy="0"/>
          <a:chOff x="0" y="0"/>
          <a:chExt cx="0" cy="0"/>
        </a:xfrm>
      </p:grpSpPr>
      <p:sp>
        <p:nvSpPr>
          <p:cNvPr id="906453881" name="Title 1"/>
          <p:cNvSpPr>
            <a:spLocks noGrp="1"/>
          </p:cNvSpPr>
          <p:nvPr>
            <p:ph type="ctrTitle"/>
          </p:nvPr>
        </p:nvSpPr>
        <p:spPr bwMode="auto">
          <a:xfrm>
            <a:off x="685800" y="2130425"/>
            <a:ext cx="7772400" cy="1470025"/>
          </a:xfrm>
        </p:spPr>
        <p:txBody>
          <a:bodyPr/>
          <a:lstStyle/>
          <a:p>
            <a:pPr>
              <a:defRPr/>
            </a:pPr>
            <a:r>
              <a:rPr lang="fr-FR"/>
              <a:t>Modifiez le style du titre</a:t>
            </a:r>
            <a:endParaRPr lang="en-US"/>
          </a:p>
        </p:txBody>
      </p:sp>
      <p:sp>
        <p:nvSpPr>
          <p:cNvPr id="649221959" name="Subtitle 2"/>
          <p:cNvSpPr>
            <a:spLocks noGrp="1"/>
          </p:cNvSpPr>
          <p:nvPr>
            <p:ph type="subTitle" idx="1"/>
          </p:nvPr>
        </p:nvSpPr>
        <p:spPr bwMode="auto">
          <a:xfrm>
            <a:off x="1371600" y="3886200"/>
            <a:ext cx="6400800" cy="1752599"/>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fr-FR"/>
              <a:t>Modifiez le style des sous-titres du masque</a:t>
            </a:r>
            <a:endParaRPr lang="en-US"/>
          </a:p>
        </p:txBody>
      </p:sp>
      <p:sp>
        <p:nvSpPr>
          <p:cNvPr id="1041703634" name="Date Placeholder 3"/>
          <p:cNvSpPr>
            <a:spLocks noGrp="1"/>
          </p:cNvSpPr>
          <p:nvPr>
            <p:ph type="dt" sz="half" idx="10"/>
          </p:nvPr>
        </p:nvSpPr>
        <p:spPr bwMode="auto"/>
        <p:txBody>
          <a:bodyPr/>
          <a:lstStyle/>
          <a:p>
            <a:pPr>
              <a:defRPr/>
            </a:pPr>
            <a:fld id="{1D8BD707-D9CF-40AE-B4C6-C98DA3205C09}" type="datetimeFigureOut">
              <a:rPr lang="en-US"/>
              <a:t>1/19/2026</a:t>
            </a:fld>
            <a:endParaRPr lang="en-US"/>
          </a:p>
        </p:txBody>
      </p:sp>
      <p:sp>
        <p:nvSpPr>
          <p:cNvPr id="353895192" name="Footer Placeholder 4"/>
          <p:cNvSpPr>
            <a:spLocks noGrp="1"/>
          </p:cNvSpPr>
          <p:nvPr>
            <p:ph type="ftr" sz="quarter" idx="11"/>
          </p:nvPr>
        </p:nvSpPr>
        <p:spPr bwMode="auto"/>
        <p:txBody>
          <a:bodyPr/>
          <a:lstStyle/>
          <a:p>
            <a:pPr>
              <a:defRPr/>
            </a:pPr>
            <a:endParaRPr lang="en-US"/>
          </a:p>
        </p:txBody>
      </p:sp>
      <p:sp>
        <p:nvSpPr>
          <p:cNvPr id="881395390" name="Slide Number Placeholder 5"/>
          <p:cNvSpPr>
            <a:spLocks noGrp="1"/>
          </p:cNvSpPr>
          <p:nvPr>
            <p:ph type="sldNum" sz="quarter" idx="12"/>
          </p:nvPr>
        </p:nvSpPr>
        <p:spPr bwMode="auto"/>
        <p:txBody>
          <a:bodyPr/>
          <a:lstStyle/>
          <a:p>
            <a:pPr>
              <a:defRPr/>
            </a:pPr>
            <a:fld id="{B6F15528-21DE-4FAA-801E-634DDDAF4B2B}" type="slidenum">
              <a:rPr lang="en-US"/>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userDrawn="1">
  <p:cSld name="Titre et contenu">
    <p:spTree>
      <p:nvGrpSpPr>
        <p:cNvPr id="1" name=""/>
        <p:cNvGrpSpPr/>
        <p:nvPr/>
      </p:nvGrpSpPr>
      <p:grpSpPr bwMode="auto">
        <a:xfrm>
          <a:off x="0" y="0"/>
          <a:ext cx="0" cy="0"/>
          <a:chOff x="0" y="0"/>
          <a:chExt cx="0" cy="0"/>
        </a:xfrm>
      </p:grpSpPr>
      <p:sp>
        <p:nvSpPr>
          <p:cNvPr id="1873624027" name="Title 1"/>
          <p:cNvSpPr>
            <a:spLocks noGrp="1"/>
          </p:cNvSpPr>
          <p:nvPr>
            <p:ph type="title"/>
          </p:nvPr>
        </p:nvSpPr>
        <p:spPr bwMode="auto"/>
        <p:txBody>
          <a:bodyPr/>
          <a:lstStyle/>
          <a:p>
            <a:pPr>
              <a:defRPr/>
            </a:pPr>
            <a:r>
              <a:rPr lang="fr-FR"/>
              <a:t>Modifiez le style du titre</a:t>
            </a:r>
            <a:endParaRPr lang="en-US"/>
          </a:p>
        </p:txBody>
      </p:sp>
      <p:sp>
        <p:nvSpPr>
          <p:cNvPr id="1096918573" name="Content Placeholder 2"/>
          <p:cNvSpPr>
            <a:spLocks noGrp="1"/>
          </p:cNvSpPr>
          <p:nvPr>
            <p:ph idx="1"/>
          </p:nvPr>
        </p:nvSpPr>
        <p:spPr bwMode="auto"/>
        <p:txBody>
          <a:bodyPr/>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lang="en-US"/>
          </a:p>
        </p:txBody>
      </p:sp>
      <p:sp>
        <p:nvSpPr>
          <p:cNvPr id="492087987" name="Date Placeholder 3"/>
          <p:cNvSpPr>
            <a:spLocks noGrp="1"/>
          </p:cNvSpPr>
          <p:nvPr>
            <p:ph type="dt" sz="half" idx="10"/>
          </p:nvPr>
        </p:nvSpPr>
        <p:spPr bwMode="auto"/>
        <p:txBody>
          <a:bodyPr/>
          <a:lstStyle/>
          <a:p>
            <a:pPr>
              <a:defRPr/>
            </a:pPr>
            <a:fld id="{1D8BD707-D9CF-40AE-B4C6-C98DA3205C09}" type="datetimeFigureOut">
              <a:rPr lang="en-US"/>
              <a:t>1/19/2026</a:t>
            </a:fld>
            <a:endParaRPr lang="en-US"/>
          </a:p>
        </p:txBody>
      </p:sp>
      <p:sp>
        <p:nvSpPr>
          <p:cNvPr id="331608625" name="Footer Placeholder 4"/>
          <p:cNvSpPr>
            <a:spLocks noGrp="1"/>
          </p:cNvSpPr>
          <p:nvPr>
            <p:ph type="ftr" sz="quarter" idx="11"/>
          </p:nvPr>
        </p:nvSpPr>
        <p:spPr bwMode="auto"/>
        <p:txBody>
          <a:bodyPr/>
          <a:lstStyle/>
          <a:p>
            <a:pPr>
              <a:defRPr/>
            </a:pPr>
            <a:endParaRPr lang="en-US"/>
          </a:p>
        </p:txBody>
      </p:sp>
      <p:sp>
        <p:nvSpPr>
          <p:cNvPr id="926898172" name="Slide Number Placeholder 5"/>
          <p:cNvSpPr>
            <a:spLocks noGrp="1"/>
          </p:cNvSpPr>
          <p:nvPr>
            <p:ph type="sldNum" sz="quarter" idx="12"/>
          </p:nvPr>
        </p:nvSpPr>
        <p:spPr bwMode="auto"/>
        <p:txBody>
          <a:bodyPr/>
          <a:lstStyle/>
          <a:p>
            <a:pPr>
              <a:defRPr/>
            </a:pPr>
            <a:fld id="{B6F15528-21DE-4FAA-801E-634DDDAF4B2B}" type="slidenum">
              <a:rPr lang="en-US"/>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secHead" preserve="1" userDrawn="1">
  <p:cSld name="Titre de section">
    <p:spTree>
      <p:nvGrpSpPr>
        <p:cNvPr id="1" name=""/>
        <p:cNvGrpSpPr/>
        <p:nvPr/>
      </p:nvGrpSpPr>
      <p:grpSpPr bwMode="auto">
        <a:xfrm>
          <a:off x="0" y="0"/>
          <a:ext cx="0" cy="0"/>
          <a:chOff x="0" y="0"/>
          <a:chExt cx="0" cy="0"/>
        </a:xfrm>
      </p:grpSpPr>
      <p:sp>
        <p:nvSpPr>
          <p:cNvPr id="650432746" name="Title 1"/>
          <p:cNvSpPr>
            <a:spLocks noGrp="1"/>
          </p:cNvSpPr>
          <p:nvPr>
            <p:ph type="title"/>
          </p:nvPr>
        </p:nvSpPr>
        <p:spPr bwMode="auto">
          <a:xfrm>
            <a:off x="722313" y="4406900"/>
            <a:ext cx="7772400" cy="1362075"/>
          </a:xfrm>
        </p:spPr>
        <p:txBody>
          <a:bodyPr anchor="t"/>
          <a:lstStyle>
            <a:lvl1pPr algn="l">
              <a:defRPr sz="4000" b="1" cap="all"/>
            </a:lvl1pPr>
          </a:lstStyle>
          <a:p>
            <a:pPr>
              <a:defRPr/>
            </a:pPr>
            <a:r>
              <a:rPr lang="fr-FR"/>
              <a:t>Modifiez le style du titre</a:t>
            </a:r>
            <a:endParaRPr lang="en-US"/>
          </a:p>
        </p:txBody>
      </p:sp>
      <p:sp>
        <p:nvSpPr>
          <p:cNvPr id="108434207" name="Text Placeholder 2"/>
          <p:cNvSpPr>
            <a:spLocks noGrp="1"/>
          </p:cNvSpPr>
          <p:nvPr>
            <p:ph type="body" idx="1"/>
          </p:nvPr>
        </p:nvSpPr>
        <p:spPr bwMode="auto">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fr-FR"/>
              <a:t>Cliquez pour modifier les styles du texte du masque</a:t>
            </a:r>
            <a:endParaRPr/>
          </a:p>
        </p:txBody>
      </p:sp>
      <p:sp>
        <p:nvSpPr>
          <p:cNvPr id="2103061691" name="Date Placeholder 3"/>
          <p:cNvSpPr>
            <a:spLocks noGrp="1"/>
          </p:cNvSpPr>
          <p:nvPr>
            <p:ph type="dt" sz="half" idx="10"/>
          </p:nvPr>
        </p:nvSpPr>
        <p:spPr bwMode="auto"/>
        <p:txBody>
          <a:bodyPr/>
          <a:lstStyle/>
          <a:p>
            <a:pPr>
              <a:defRPr/>
            </a:pPr>
            <a:fld id="{1D8BD707-D9CF-40AE-B4C6-C98DA3205C09}" type="datetimeFigureOut">
              <a:rPr lang="en-US"/>
              <a:t>1/19/2026</a:t>
            </a:fld>
            <a:endParaRPr lang="en-US"/>
          </a:p>
        </p:txBody>
      </p:sp>
      <p:sp>
        <p:nvSpPr>
          <p:cNvPr id="58794856" name="Footer Placeholder 4"/>
          <p:cNvSpPr>
            <a:spLocks noGrp="1"/>
          </p:cNvSpPr>
          <p:nvPr>
            <p:ph type="ftr" sz="quarter" idx="11"/>
          </p:nvPr>
        </p:nvSpPr>
        <p:spPr bwMode="auto"/>
        <p:txBody>
          <a:bodyPr/>
          <a:lstStyle/>
          <a:p>
            <a:pPr>
              <a:defRPr/>
            </a:pPr>
            <a:endParaRPr lang="en-US"/>
          </a:p>
        </p:txBody>
      </p:sp>
      <p:sp>
        <p:nvSpPr>
          <p:cNvPr id="1660726352" name="Slide Number Placeholder 5"/>
          <p:cNvSpPr>
            <a:spLocks noGrp="1"/>
          </p:cNvSpPr>
          <p:nvPr>
            <p:ph type="sldNum" sz="quarter" idx="12"/>
          </p:nvPr>
        </p:nvSpPr>
        <p:spPr bwMode="auto"/>
        <p:txBody>
          <a:bodyPr/>
          <a:lstStyle/>
          <a:p>
            <a:pPr>
              <a:defRPr/>
            </a:pPr>
            <a:fld id="{B6F15528-21DE-4FAA-801E-634DDDAF4B2B}" type="slidenum">
              <a:rPr lang="en-US"/>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twoObj" preserve="1" userDrawn="1">
  <p:cSld name="Deux contenus">
    <p:spTree>
      <p:nvGrpSpPr>
        <p:cNvPr id="1" name=""/>
        <p:cNvGrpSpPr/>
        <p:nvPr/>
      </p:nvGrpSpPr>
      <p:grpSpPr bwMode="auto">
        <a:xfrm>
          <a:off x="0" y="0"/>
          <a:ext cx="0" cy="0"/>
          <a:chOff x="0" y="0"/>
          <a:chExt cx="0" cy="0"/>
        </a:xfrm>
      </p:grpSpPr>
      <p:sp>
        <p:nvSpPr>
          <p:cNvPr id="807623903" name="Title 1"/>
          <p:cNvSpPr>
            <a:spLocks noGrp="1"/>
          </p:cNvSpPr>
          <p:nvPr>
            <p:ph type="title"/>
          </p:nvPr>
        </p:nvSpPr>
        <p:spPr bwMode="auto"/>
        <p:txBody>
          <a:bodyPr/>
          <a:lstStyle/>
          <a:p>
            <a:pPr>
              <a:defRPr/>
            </a:pPr>
            <a:r>
              <a:rPr lang="fr-FR"/>
              <a:t>Modifiez le style du titre</a:t>
            </a:r>
            <a:endParaRPr lang="en-US"/>
          </a:p>
        </p:txBody>
      </p:sp>
      <p:sp>
        <p:nvSpPr>
          <p:cNvPr id="2115955757" name="Content Placeholder 2"/>
          <p:cNvSpPr>
            <a:spLocks noGrp="1"/>
          </p:cNvSpPr>
          <p:nvPr>
            <p:ph sz="half" idx="1"/>
          </p:nvPr>
        </p:nvSpPr>
        <p:spPr bwMode="auto">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lang="en-US"/>
          </a:p>
        </p:txBody>
      </p:sp>
      <p:sp>
        <p:nvSpPr>
          <p:cNvPr id="1460918830" name="Content Placeholder 3"/>
          <p:cNvSpPr>
            <a:spLocks noGrp="1"/>
          </p:cNvSpPr>
          <p:nvPr>
            <p:ph sz="half" idx="2"/>
          </p:nvPr>
        </p:nvSpPr>
        <p:spPr bwMode="auto">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lang="en-US"/>
          </a:p>
        </p:txBody>
      </p:sp>
      <p:sp>
        <p:nvSpPr>
          <p:cNvPr id="1803836562" name="Date Placeholder 4"/>
          <p:cNvSpPr>
            <a:spLocks noGrp="1"/>
          </p:cNvSpPr>
          <p:nvPr>
            <p:ph type="dt" sz="half" idx="10"/>
          </p:nvPr>
        </p:nvSpPr>
        <p:spPr bwMode="auto"/>
        <p:txBody>
          <a:bodyPr/>
          <a:lstStyle/>
          <a:p>
            <a:pPr>
              <a:defRPr/>
            </a:pPr>
            <a:fld id="{1D8BD707-D9CF-40AE-B4C6-C98DA3205C09}" type="datetimeFigureOut">
              <a:rPr lang="en-US"/>
              <a:t>1/19/2026</a:t>
            </a:fld>
            <a:endParaRPr lang="en-US"/>
          </a:p>
        </p:txBody>
      </p:sp>
      <p:sp>
        <p:nvSpPr>
          <p:cNvPr id="1477375004" name="Footer Placeholder 5"/>
          <p:cNvSpPr>
            <a:spLocks noGrp="1"/>
          </p:cNvSpPr>
          <p:nvPr>
            <p:ph type="ftr" sz="quarter" idx="11"/>
          </p:nvPr>
        </p:nvSpPr>
        <p:spPr bwMode="auto"/>
        <p:txBody>
          <a:bodyPr/>
          <a:lstStyle/>
          <a:p>
            <a:pPr>
              <a:defRPr/>
            </a:pPr>
            <a:endParaRPr lang="en-US"/>
          </a:p>
        </p:txBody>
      </p:sp>
      <p:sp>
        <p:nvSpPr>
          <p:cNvPr id="869786825" name="Slide Number Placeholder 6"/>
          <p:cNvSpPr>
            <a:spLocks noGrp="1"/>
          </p:cNvSpPr>
          <p:nvPr>
            <p:ph type="sldNum" sz="quarter" idx="12"/>
          </p:nvPr>
        </p:nvSpPr>
        <p:spPr bwMode="auto"/>
        <p:txBody>
          <a:bodyPr/>
          <a:lstStyle/>
          <a:p>
            <a:pPr>
              <a:defRPr/>
            </a:pPr>
            <a:fld id="{B6F15528-21DE-4FAA-801E-634DDDAF4B2B}" type="slidenum">
              <a:rPr lang="en-US"/>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twoTxTwoObj" preserve="1" userDrawn="1">
  <p:cSld name="Comparaison">
    <p:spTree>
      <p:nvGrpSpPr>
        <p:cNvPr id="1" name=""/>
        <p:cNvGrpSpPr/>
        <p:nvPr/>
      </p:nvGrpSpPr>
      <p:grpSpPr bwMode="auto">
        <a:xfrm>
          <a:off x="0" y="0"/>
          <a:ext cx="0" cy="0"/>
          <a:chOff x="0" y="0"/>
          <a:chExt cx="0" cy="0"/>
        </a:xfrm>
      </p:grpSpPr>
      <p:sp>
        <p:nvSpPr>
          <p:cNvPr id="1780286393" name="Title 1"/>
          <p:cNvSpPr>
            <a:spLocks noGrp="1"/>
          </p:cNvSpPr>
          <p:nvPr>
            <p:ph type="title"/>
          </p:nvPr>
        </p:nvSpPr>
        <p:spPr bwMode="auto"/>
        <p:txBody>
          <a:bodyPr/>
          <a:lstStyle>
            <a:lvl1pPr>
              <a:defRPr/>
            </a:lvl1pPr>
          </a:lstStyle>
          <a:p>
            <a:pPr>
              <a:defRPr/>
            </a:pPr>
            <a:r>
              <a:rPr lang="fr-FR"/>
              <a:t>Modifiez le style du titre</a:t>
            </a:r>
            <a:endParaRPr lang="en-US"/>
          </a:p>
        </p:txBody>
      </p:sp>
      <p:sp>
        <p:nvSpPr>
          <p:cNvPr id="962534228" name="Text Placeholder 2"/>
          <p:cNvSpPr>
            <a:spLocks noGrp="1"/>
          </p:cNvSpPr>
          <p:nvPr>
            <p:ph type="body" idx="1"/>
          </p:nvPr>
        </p:nvSpPr>
        <p:spPr bwMode="auto">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fr-FR"/>
              <a:t>Cliquez pour modifier les styles du texte du masque</a:t>
            </a:r>
            <a:endParaRPr/>
          </a:p>
        </p:txBody>
      </p:sp>
      <p:sp>
        <p:nvSpPr>
          <p:cNvPr id="257705303" name="Content Placeholder 3"/>
          <p:cNvSpPr>
            <a:spLocks noGrp="1"/>
          </p:cNvSpPr>
          <p:nvPr>
            <p:ph sz="half" idx="2"/>
          </p:nvPr>
        </p:nvSpPr>
        <p:spPr bwMode="auto">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lang="en-US"/>
          </a:p>
        </p:txBody>
      </p:sp>
      <p:sp>
        <p:nvSpPr>
          <p:cNvPr id="749914940" name="Text Placeholder 4"/>
          <p:cNvSpPr>
            <a:spLocks noGrp="1"/>
          </p:cNvSpPr>
          <p:nvPr>
            <p:ph type="body" sz="quarter" idx="3"/>
          </p:nvPr>
        </p:nvSpPr>
        <p:spPr bwMode="auto">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fr-FR"/>
              <a:t>Cliquez pour modifier les styles du texte du masque</a:t>
            </a:r>
            <a:endParaRPr/>
          </a:p>
        </p:txBody>
      </p:sp>
      <p:sp>
        <p:nvSpPr>
          <p:cNvPr id="311649099" name="Content Placeholder 5"/>
          <p:cNvSpPr>
            <a:spLocks noGrp="1"/>
          </p:cNvSpPr>
          <p:nvPr>
            <p:ph sz="quarter" idx="4"/>
          </p:nvPr>
        </p:nvSpPr>
        <p:spPr bwMode="auto">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lang="en-US"/>
          </a:p>
        </p:txBody>
      </p:sp>
      <p:sp>
        <p:nvSpPr>
          <p:cNvPr id="2050365394" name="Date Placeholder 6"/>
          <p:cNvSpPr>
            <a:spLocks noGrp="1"/>
          </p:cNvSpPr>
          <p:nvPr>
            <p:ph type="dt" sz="half" idx="10"/>
          </p:nvPr>
        </p:nvSpPr>
        <p:spPr bwMode="auto"/>
        <p:txBody>
          <a:bodyPr/>
          <a:lstStyle/>
          <a:p>
            <a:pPr>
              <a:defRPr/>
            </a:pPr>
            <a:fld id="{1D8BD707-D9CF-40AE-B4C6-C98DA3205C09}" type="datetimeFigureOut">
              <a:rPr lang="en-US"/>
              <a:t>1/19/2026</a:t>
            </a:fld>
            <a:endParaRPr lang="en-US"/>
          </a:p>
        </p:txBody>
      </p:sp>
      <p:sp>
        <p:nvSpPr>
          <p:cNvPr id="1458901021" name="Footer Placeholder 7"/>
          <p:cNvSpPr>
            <a:spLocks noGrp="1"/>
          </p:cNvSpPr>
          <p:nvPr>
            <p:ph type="ftr" sz="quarter" idx="11"/>
          </p:nvPr>
        </p:nvSpPr>
        <p:spPr bwMode="auto"/>
        <p:txBody>
          <a:bodyPr/>
          <a:lstStyle/>
          <a:p>
            <a:pPr>
              <a:defRPr/>
            </a:pPr>
            <a:endParaRPr lang="en-US"/>
          </a:p>
        </p:txBody>
      </p:sp>
      <p:sp>
        <p:nvSpPr>
          <p:cNvPr id="1951609697" name="Slide Number Placeholder 8"/>
          <p:cNvSpPr>
            <a:spLocks noGrp="1"/>
          </p:cNvSpPr>
          <p:nvPr>
            <p:ph type="sldNum" sz="quarter" idx="12"/>
          </p:nvPr>
        </p:nvSpPr>
        <p:spPr bwMode="auto"/>
        <p:txBody>
          <a:bodyPr/>
          <a:lstStyle/>
          <a:p>
            <a:pPr>
              <a:defRPr/>
            </a:pPr>
            <a:fld id="{B6F15528-21DE-4FAA-801E-634DDDAF4B2B}" type="slidenum">
              <a:rPr lang="en-US"/>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type="titleOnly" preserve="1" userDrawn="1">
  <p:cSld name="Titre seul">
    <p:spTree>
      <p:nvGrpSpPr>
        <p:cNvPr id="1" name=""/>
        <p:cNvGrpSpPr/>
        <p:nvPr/>
      </p:nvGrpSpPr>
      <p:grpSpPr bwMode="auto">
        <a:xfrm>
          <a:off x="0" y="0"/>
          <a:ext cx="0" cy="0"/>
          <a:chOff x="0" y="0"/>
          <a:chExt cx="0" cy="0"/>
        </a:xfrm>
      </p:grpSpPr>
      <p:sp>
        <p:nvSpPr>
          <p:cNvPr id="817550576" name="Title 1"/>
          <p:cNvSpPr>
            <a:spLocks noGrp="1"/>
          </p:cNvSpPr>
          <p:nvPr>
            <p:ph type="title"/>
          </p:nvPr>
        </p:nvSpPr>
        <p:spPr bwMode="auto"/>
        <p:txBody>
          <a:bodyPr/>
          <a:lstStyle/>
          <a:p>
            <a:pPr>
              <a:defRPr/>
            </a:pPr>
            <a:r>
              <a:rPr lang="fr-FR"/>
              <a:t>Modifiez le style du titre</a:t>
            </a:r>
            <a:endParaRPr lang="en-US"/>
          </a:p>
        </p:txBody>
      </p:sp>
      <p:sp>
        <p:nvSpPr>
          <p:cNvPr id="2021864335" name="Date Placeholder 2"/>
          <p:cNvSpPr>
            <a:spLocks noGrp="1"/>
          </p:cNvSpPr>
          <p:nvPr>
            <p:ph type="dt" sz="half" idx="10"/>
          </p:nvPr>
        </p:nvSpPr>
        <p:spPr bwMode="auto"/>
        <p:txBody>
          <a:bodyPr/>
          <a:lstStyle/>
          <a:p>
            <a:pPr>
              <a:defRPr/>
            </a:pPr>
            <a:fld id="{1D8BD707-D9CF-40AE-B4C6-C98DA3205C09}" type="datetimeFigureOut">
              <a:rPr lang="en-US"/>
              <a:t>1/19/2026</a:t>
            </a:fld>
            <a:endParaRPr lang="en-US"/>
          </a:p>
        </p:txBody>
      </p:sp>
      <p:sp>
        <p:nvSpPr>
          <p:cNvPr id="330229840" name="Footer Placeholder 3"/>
          <p:cNvSpPr>
            <a:spLocks noGrp="1"/>
          </p:cNvSpPr>
          <p:nvPr>
            <p:ph type="ftr" sz="quarter" idx="11"/>
          </p:nvPr>
        </p:nvSpPr>
        <p:spPr bwMode="auto"/>
        <p:txBody>
          <a:bodyPr/>
          <a:lstStyle/>
          <a:p>
            <a:pPr>
              <a:defRPr/>
            </a:pPr>
            <a:endParaRPr lang="en-US"/>
          </a:p>
        </p:txBody>
      </p:sp>
      <p:sp>
        <p:nvSpPr>
          <p:cNvPr id="2071408832" name="Slide Number Placeholder 4"/>
          <p:cNvSpPr>
            <a:spLocks noGrp="1"/>
          </p:cNvSpPr>
          <p:nvPr>
            <p:ph type="sldNum" sz="quarter" idx="12"/>
          </p:nvPr>
        </p:nvSpPr>
        <p:spPr bwMode="auto"/>
        <p:txBody>
          <a:bodyPr/>
          <a:lstStyle/>
          <a:p>
            <a:pPr>
              <a:defRPr/>
            </a:pPr>
            <a:fld id="{B6F15528-21DE-4FAA-801E-634DDDAF4B2B}" type="slidenum">
              <a:rPr lang="en-US"/>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type="blank" preserve="1" userDrawn="1">
  <p:cSld name="Vide">
    <p:spTree>
      <p:nvGrpSpPr>
        <p:cNvPr id="1" name=""/>
        <p:cNvGrpSpPr/>
        <p:nvPr/>
      </p:nvGrpSpPr>
      <p:grpSpPr bwMode="auto">
        <a:xfrm>
          <a:off x="0" y="0"/>
          <a:ext cx="0" cy="0"/>
          <a:chOff x="0" y="0"/>
          <a:chExt cx="0" cy="0"/>
        </a:xfrm>
      </p:grpSpPr>
      <p:sp>
        <p:nvSpPr>
          <p:cNvPr id="1899867762" name="Date Placeholder 1"/>
          <p:cNvSpPr>
            <a:spLocks noGrp="1"/>
          </p:cNvSpPr>
          <p:nvPr>
            <p:ph type="dt" sz="half" idx="10"/>
          </p:nvPr>
        </p:nvSpPr>
        <p:spPr bwMode="auto"/>
        <p:txBody>
          <a:bodyPr/>
          <a:lstStyle/>
          <a:p>
            <a:pPr>
              <a:defRPr/>
            </a:pPr>
            <a:fld id="{1D8BD707-D9CF-40AE-B4C6-C98DA3205C09}" type="datetimeFigureOut">
              <a:rPr lang="en-US"/>
              <a:t>1/19/2026</a:t>
            </a:fld>
            <a:endParaRPr lang="en-US"/>
          </a:p>
        </p:txBody>
      </p:sp>
      <p:sp>
        <p:nvSpPr>
          <p:cNvPr id="152535006" name="Footer Placeholder 2"/>
          <p:cNvSpPr>
            <a:spLocks noGrp="1"/>
          </p:cNvSpPr>
          <p:nvPr>
            <p:ph type="ftr" sz="quarter" idx="11"/>
          </p:nvPr>
        </p:nvSpPr>
        <p:spPr bwMode="auto"/>
        <p:txBody>
          <a:bodyPr/>
          <a:lstStyle/>
          <a:p>
            <a:pPr>
              <a:defRPr/>
            </a:pPr>
            <a:endParaRPr lang="en-US"/>
          </a:p>
        </p:txBody>
      </p:sp>
      <p:sp>
        <p:nvSpPr>
          <p:cNvPr id="2005831613" name="Slide Number Placeholder 3"/>
          <p:cNvSpPr>
            <a:spLocks noGrp="1"/>
          </p:cNvSpPr>
          <p:nvPr>
            <p:ph type="sldNum" sz="quarter" idx="12"/>
          </p:nvPr>
        </p:nvSpPr>
        <p:spPr bwMode="auto"/>
        <p:txBody>
          <a:bodyPr/>
          <a:lstStyle/>
          <a:p>
            <a:pPr>
              <a:defRPr/>
            </a:pPr>
            <a:fld id="{B6F15528-21DE-4FAA-801E-634DDDAF4B2B}" type="slidenum">
              <a:rPr lang="en-US"/>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objTx" preserve="1" userDrawn="1">
  <p:cSld name="Contenu avec légende">
    <p:spTree>
      <p:nvGrpSpPr>
        <p:cNvPr id="1" name=""/>
        <p:cNvGrpSpPr/>
        <p:nvPr/>
      </p:nvGrpSpPr>
      <p:grpSpPr bwMode="auto">
        <a:xfrm>
          <a:off x="0" y="0"/>
          <a:ext cx="0" cy="0"/>
          <a:chOff x="0" y="0"/>
          <a:chExt cx="0" cy="0"/>
        </a:xfrm>
      </p:grpSpPr>
      <p:sp>
        <p:nvSpPr>
          <p:cNvPr id="1521962610" name="Title 1"/>
          <p:cNvSpPr>
            <a:spLocks noGrp="1"/>
          </p:cNvSpPr>
          <p:nvPr>
            <p:ph type="title"/>
          </p:nvPr>
        </p:nvSpPr>
        <p:spPr bwMode="auto">
          <a:xfrm>
            <a:off x="457200" y="273050"/>
            <a:ext cx="3008313" cy="1162050"/>
          </a:xfrm>
        </p:spPr>
        <p:txBody>
          <a:bodyPr anchor="b"/>
          <a:lstStyle>
            <a:lvl1pPr algn="l">
              <a:defRPr sz="2000" b="1"/>
            </a:lvl1pPr>
          </a:lstStyle>
          <a:p>
            <a:pPr>
              <a:defRPr/>
            </a:pPr>
            <a:r>
              <a:rPr lang="fr-FR"/>
              <a:t>Modifiez le style du titre</a:t>
            </a:r>
            <a:endParaRPr lang="en-US"/>
          </a:p>
        </p:txBody>
      </p:sp>
      <p:sp>
        <p:nvSpPr>
          <p:cNvPr id="2087520292" name="Content Placeholder 2"/>
          <p:cNvSpPr>
            <a:spLocks noGrp="1"/>
          </p:cNvSpPr>
          <p:nvPr>
            <p:ph idx="1"/>
          </p:nvPr>
        </p:nvSpPr>
        <p:spPr bwMode="auto">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lang="en-US"/>
          </a:p>
        </p:txBody>
      </p:sp>
      <p:sp>
        <p:nvSpPr>
          <p:cNvPr id="1802578860" name="Text Placeholder 3"/>
          <p:cNvSpPr>
            <a:spLocks noGrp="1"/>
          </p:cNvSpPr>
          <p:nvPr>
            <p:ph type="body" sz="half" idx="2"/>
          </p:nvPr>
        </p:nvSpPr>
        <p:spPr bwMode="auto">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fr-FR"/>
              <a:t>Cliquez pour modifier les styles du texte du masque</a:t>
            </a:r>
            <a:endParaRPr/>
          </a:p>
        </p:txBody>
      </p:sp>
      <p:sp>
        <p:nvSpPr>
          <p:cNvPr id="2033806019" name="Date Placeholder 4"/>
          <p:cNvSpPr>
            <a:spLocks noGrp="1"/>
          </p:cNvSpPr>
          <p:nvPr>
            <p:ph type="dt" sz="half" idx="10"/>
          </p:nvPr>
        </p:nvSpPr>
        <p:spPr bwMode="auto"/>
        <p:txBody>
          <a:bodyPr/>
          <a:lstStyle/>
          <a:p>
            <a:pPr>
              <a:defRPr/>
            </a:pPr>
            <a:fld id="{1D8BD707-D9CF-40AE-B4C6-C98DA3205C09}" type="datetimeFigureOut">
              <a:rPr lang="en-US"/>
              <a:t>1/19/2026</a:t>
            </a:fld>
            <a:endParaRPr lang="en-US"/>
          </a:p>
        </p:txBody>
      </p:sp>
      <p:sp>
        <p:nvSpPr>
          <p:cNvPr id="2025169690" name="Footer Placeholder 5"/>
          <p:cNvSpPr>
            <a:spLocks noGrp="1"/>
          </p:cNvSpPr>
          <p:nvPr>
            <p:ph type="ftr" sz="quarter" idx="11"/>
          </p:nvPr>
        </p:nvSpPr>
        <p:spPr bwMode="auto"/>
        <p:txBody>
          <a:bodyPr/>
          <a:lstStyle/>
          <a:p>
            <a:pPr>
              <a:defRPr/>
            </a:pPr>
            <a:endParaRPr lang="en-US"/>
          </a:p>
        </p:txBody>
      </p:sp>
      <p:sp>
        <p:nvSpPr>
          <p:cNvPr id="1253078482" name="Slide Number Placeholder 6"/>
          <p:cNvSpPr>
            <a:spLocks noGrp="1"/>
          </p:cNvSpPr>
          <p:nvPr>
            <p:ph type="sldNum" sz="quarter" idx="12"/>
          </p:nvPr>
        </p:nvSpPr>
        <p:spPr bwMode="auto"/>
        <p:txBody>
          <a:bodyPr/>
          <a:lstStyle/>
          <a:p>
            <a:pPr>
              <a:defRPr/>
            </a:pPr>
            <a:fld id="{B6F15528-21DE-4FAA-801E-634DDDAF4B2B}" type="slidenum">
              <a:rPr lang="en-US"/>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type="picTx" preserve="1" userDrawn="1">
  <p:cSld name="Image avec légende">
    <p:spTree>
      <p:nvGrpSpPr>
        <p:cNvPr id="1" name=""/>
        <p:cNvGrpSpPr/>
        <p:nvPr/>
      </p:nvGrpSpPr>
      <p:grpSpPr bwMode="auto">
        <a:xfrm>
          <a:off x="0" y="0"/>
          <a:ext cx="0" cy="0"/>
          <a:chOff x="0" y="0"/>
          <a:chExt cx="0" cy="0"/>
        </a:xfrm>
      </p:grpSpPr>
      <p:sp>
        <p:nvSpPr>
          <p:cNvPr id="917700513" name="Title 1"/>
          <p:cNvSpPr>
            <a:spLocks noGrp="1"/>
          </p:cNvSpPr>
          <p:nvPr>
            <p:ph type="title"/>
          </p:nvPr>
        </p:nvSpPr>
        <p:spPr bwMode="auto">
          <a:xfrm>
            <a:off x="1792288" y="4800600"/>
            <a:ext cx="5486400" cy="566738"/>
          </a:xfrm>
        </p:spPr>
        <p:txBody>
          <a:bodyPr anchor="b"/>
          <a:lstStyle>
            <a:lvl1pPr algn="l">
              <a:defRPr sz="2000" b="1"/>
            </a:lvl1pPr>
          </a:lstStyle>
          <a:p>
            <a:pPr>
              <a:defRPr/>
            </a:pPr>
            <a:r>
              <a:rPr lang="fr-FR"/>
              <a:t>Modifiez le style du titre</a:t>
            </a:r>
            <a:endParaRPr lang="en-US"/>
          </a:p>
        </p:txBody>
      </p:sp>
      <p:sp>
        <p:nvSpPr>
          <p:cNvPr id="1588258135" name="Picture Placeholder 2"/>
          <p:cNvSpPr>
            <a:spLocks noGrp="1"/>
          </p:cNvSpPr>
          <p:nvPr>
            <p:ph type="pic" idx="1"/>
          </p:nvPr>
        </p:nvSpPr>
        <p:spPr bwMode="auto">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fr-FR"/>
              <a:t>Cliquez sur l'icône pour ajouter une image</a:t>
            </a:r>
            <a:endParaRPr lang="en-US"/>
          </a:p>
        </p:txBody>
      </p:sp>
      <p:sp>
        <p:nvSpPr>
          <p:cNvPr id="1711215806" name="Text Placeholder 3"/>
          <p:cNvSpPr>
            <a:spLocks noGrp="1"/>
          </p:cNvSpPr>
          <p:nvPr>
            <p:ph type="body" sz="half" idx="2"/>
          </p:nvPr>
        </p:nvSpPr>
        <p:spPr bwMode="auto">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fr-FR"/>
              <a:t>Cliquez pour modifier les styles du texte du masque</a:t>
            </a:r>
            <a:endParaRPr/>
          </a:p>
        </p:txBody>
      </p:sp>
      <p:sp>
        <p:nvSpPr>
          <p:cNvPr id="1484770909" name="Date Placeholder 4"/>
          <p:cNvSpPr>
            <a:spLocks noGrp="1"/>
          </p:cNvSpPr>
          <p:nvPr>
            <p:ph type="dt" sz="half" idx="10"/>
          </p:nvPr>
        </p:nvSpPr>
        <p:spPr bwMode="auto"/>
        <p:txBody>
          <a:bodyPr/>
          <a:lstStyle/>
          <a:p>
            <a:pPr>
              <a:defRPr/>
            </a:pPr>
            <a:fld id="{1D8BD707-D9CF-40AE-B4C6-C98DA3205C09}" type="datetimeFigureOut">
              <a:rPr lang="en-US"/>
              <a:t>1/19/2026</a:t>
            </a:fld>
            <a:endParaRPr lang="en-US"/>
          </a:p>
        </p:txBody>
      </p:sp>
      <p:sp>
        <p:nvSpPr>
          <p:cNvPr id="841020609" name="Footer Placeholder 5"/>
          <p:cNvSpPr>
            <a:spLocks noGrp="1"/>
          </p:cNvSpPr>
          <p:nvPr>
            <p:ph type="ftr" sz="quarter" idx="11"/>
          </p:nvPr>
        </p:nvSpPr>
        <p:spPr bwMode="auto"/>
        <p:txBody>
          <a:bodyPr/>
          <a:lstStyle/>
          <a:p>
            <a:pPr>
              <a:defRPr/>
            </a:pPr>
            <a:endParaRPr lang="en-US"/>
          </a:p>
        </p:txBody>
      </p:sp>
      <p:sp>
        <p:nvSpPr>
          <p:cNvPr id="603188279" name="Slide Number Placeholder 6"/>
          <p:cNvSpPr>
            <a:spLocks noGrp="1"/>
          </p:cNvSpPr>
          <p:nvPr>
            <p:ph type="sldNum" sz="quarter" idx="12"/>
          </p:nvPr>
        </p:nvSpPr>
        <p:spPr bwMode="auto"/>
        <p:txBody>
          <a:bodyPr/>
          <a:lstStyle/>
          <a:p>
            <a:pPr>
              <a:defRPr/>
            </a:pPr>
            <a:fld id="{B6F15528-21DE-4FAA-801E-634DDDAF4B2B}" type="slidenum">
              <a:rPr lang="en-US"/>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type="vertTx" preserve="1" userDrawn="1">
  <p:cSld name="Titre et texte vertical">
    <p:spTree>
      <p:nvGrpSpPr>
        <p:cNvPr id="1" name=""/>
        <p:cNvGrpSpPr/>
        <p:nvPr/>
      </p:nvGrpSpPr>
      <p:grpSpPr bwMode="auto">
        <a:xfrm>
          <a:off x="0" y="0"/>
          <a:ext cx="0" cy="0"/>
          <a:chOff x="0" y="0"/>
          <a:chExt cx="0" cy="0"/>
        </a:xfrm>
      </p:grpSpPr>
      <p:sp>
        <p:nvSpPr>
          <p:cNvPr id="1890165449" name="Title 1"/>
          <p:cNvSpPr>
            <a:spLocks noGrp="1"/>
          </p:cNvSpPr>
          <p:nvPr>
            <p:ph type="title"/>
          </p:nvPr>
        </p:nvSpPr>
        <p:spPr bwMode="auto"/>
        <p:txBody>
          <a:bodyPr/>
          <a:lstStyle/>
          <a:p>
            <a:pPr>
              <a:defRPr/>
            </a:pPr>
            <a:r>
              <a:rPr lang="fr-FR"/>
              <a:t>Modifiez le style du titre</a:t>
            </a:r>
            <a:endParaRPr lang="en-US"/>
          </a:p>
        </p:txBody>
      </p:sp>
      <p:sp>
        <p:nvSpPr>
          <p:cNvPr id="1653559486" name="Vertical Text Placeholder 2"/>
          <p:cNvSpPr>
            <a:spLocks noGrp="1"/>
          </p:cNvSpPr>
          <p:nvPr>
            <p:ph type="body" orient="vert" idx="1"/>
          </p:nvPr>
        </p:nvSpPr>
        <p:spPr bwMode="auto"/>
        <p:txBody>
          <a:bodyPr vert="eaVert"/>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lang="en-US"/>
          </a:p>
        </p:txBody>
      </p:sp>
      <p:sp>
        <p:nvSpPr>
          <p:cNvPr id="1583763873" name="Date Placeholder 3"/>
          <p:cNvSpPr>
            <a:spLocks noGrp="1"/>
          </p:cNvSpPr>
          <p:nvPr>
            <p:ph type="dt" sz="half" idx="10"/>
          </p:nvPr>
        </p:nvSpPr>
        <p:spPr bwMode="auto"/>
        <p:txBody>
          <a:bodyPr/>
          <a:lstStyle/>
          <a:p>
            <a:pPr>
              <a:defRPr/>
            </a:pPr>
            <a:fld id="{1D8BD707-D9CF-40AE-B4C6-C98DA3205C09}" type="datetimeFigureOut">
              <a:rPr lang="en-US"/>
              <a:t>1/19/2026</a:t>
            </a:fld>
            <a:endParaRPr lang="en-US"/>
          </a:p>
        </p:txBody>
      </p:sp>
      <p:sp>
        <p:nvSpPr>
          <p:cNvPr id="1754823438" name="Footer Placeholder 4"/>
          <p:cNvSpPr>
            <a:spLocks noGrp="1"/>
          </p:cNvSpPr>
          <p:nvPr>
            <p:ph type="ftr" sz="quarter" idx="11"/>
          </p:nvPr>
        </p:nvSpPr>
        <p:spPr bwMode="auto"/>
        <p:txBody>
          <a:bodyPr/>
          <a:lstStyle/>
          <a:p>
            <a:pPr>
              <a:defRPr/>
            </a:pPr>
            <a:endParaRPr lang="en-US"/>
          </a:p>
        </p:txBody>
      </p:sp>
      <p:sp>
        <p:nvSpPr>
          <p:cNvPr id="1111298665" name="Slide Number Placeholder 5"/>
          <p:cNvSpPr>
            <a:spLocks noGrp="1"/>
          </p:cNvSpPr>
          <p:nvPr>
            <p:ph type="sldNum" sz="quarter" idx="12"/>
          </p:nvPr>
        </p:nvSpPr>
        <p:spPr bwMode="auto"/>
        <p:txBody>
          <a:bodyPr/>
          <a:lstStyle/>
          <a:p>
            <a:pPr>
              <a:defRPr/>
            </a:pPr>
            <a:fld id="{B6F15528-21DE-4FAA-801E-634DDDAF4B2B}" type="slidenum">
              <a:rPr lang="en-US"/>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type="vertTitleAndTx" preserve="1" userDrawn="1">
  <p:cSld name="Titre vertical et texte">
    <p:spTree>
      <p:nvGrpSpPr>
        <p:cNvPr id="1" name=""/>
        <p:cNvGrpSpPr/>
        <p:nvPr/>
      </p:nvGrpSpPr>
      <p:grpSpPr bwMode="auto">
        <a:xfrm>
          <a:off x="0" y="0"/>
          <a:ext cx="0" cy="0"/>
          <a:chOff x="0" y="0"/>
          <a:chExt cx="0" cy="0"/>
        </a:xfrm>
      </p:grpSpPr>
      <p:sp>
        <p:nvSpPr>
          <p:cNvPr id="56717661" name="Vertical Title 1"/>
          <p:cNvSpPr>
            <a:spLocks noGrp="1"/>
          </p:cNvSpPr>
          <p:nvPr>
            <p:ph type="title" orient="vert"/>
          </p:nvPr>
        </p:nvSpPr>
        <p:spPr bwMode="auto">
          <a:xfrm>
            <a:off x="6629400" y="274638"/>
            <a:ext cx="2057400" cy="5851525"/>
          </a:xfrm>
        </p:spPr>
        <p:txBody>
          <a:bodyPr vert="eaVert"/>
          <a:lstStyle/>
          <a:p>
            <a:pPr>
              <a:defRPr/>
            </a:pPr>
            <a:r>
              <a:rPr lang="fr-FR"/>
              <a:t>Modifiez le style du titre</a:t>
            </a:r>
            <a:endParaRPr lang="en-US"/>
          </a:p>
        </p:txBody>
      </p:sp>
      <p:sp>
        <p:nvSpPr>
          <p:cNvPr id="998071861" name="Vertical Text Placeholder 2"/>
          <p:cNvSpPr>
            <a:spLocks noGrp="1"/>
          </p:cNvSpPr>
          <p:nvPr>
            <p:ph type="body" orient="vert" idx="1"/>
          </p:nvPr>
        </p:nvSpPr>
        <p:spPr bwMode="auto">
          <a:xfrm>
            <a:off x="457200" y="274638"/>
            <a:ext cx="6019800" cy="5851525"/>
          </a:xfrm>
        </p:spPr>
        <p:txBody>
          <a:bodyPr vert="eaVert"/>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lang="en-US"/>
          </a:p>
        </p:txBody>
      </p:sp>
      <p:sp>
        <p:nvSpPr>
          <p:cNvPr id="1746863028" name="Date Placeholder 3"/>
          <p:cNvSpPr>
            <a:spLocks noGrp="1"/>
          </p:cNvSpPr>
          <p:nvPr>
            <p:ph type="dt" sz="half" idx="10"/>
          </p:nvPr>
        </p:nvSpPr>
        <p:spPr bwMode="auto"/>
        <p:txBody>
          <a:bodyPr/>
          <a:lstStyle/>
          <a:p>
            <a:pPr>
              <a:defRPr/>
            </a:pPr>
            <a:fld id="{1D8BD707-D9CF-40AE-B4C6-C98DA3205C09}" type="datetimeFigureOut">
              <a:rPr lang="en-US"/>
              <a:t>1/19/2026</a:t>
            </a:fld>
            <a:endParaRPr lang="en-US"/>
          </a:p>
        </p:txBody>
      </p:sp>
      <p:sp>
        <p:nvSpPr>
          <p:cNvPr id="920167523" name="Footer Placeholder 4"/>
          <p:cNvSpPr>
            <a:spLocks noGrp="1"/>
          </p:cNvSpPr>
          <p:nvPr>
            <p:ph type="ftr" sz="quarter" idx="11"/>
          </p:nvPr>
        </p:nvSpPr>
        <p:spPr bwMode="auto"/>
        <p:txBody>
          <a:bodyPr/>
          <a:lstStyle/>
          <a:p>
            <a:pPr>
              <a:defRPr/>
            </a:pPr>
            <a:endParaRPr lang="en-US"/>
          </a:p>
        </p:txBody>
      </p:sp>
      <p:sp>
        <p:nvSpPr>
          <p:cNvPr id="1780448862" name="Slide Number Placeholder 5"/>
          <p:cNvSpPr>
            <a:spLocks noGrp="1"/>
          </p:cNvSpPr>
          <p:nvPr>
            <p:ph type="sldNum" sz="quarter" idx="12"/>
          </p:nvPr>
        </p:nvSpPr>
        <p:spPr bwMode="auto"/>
        <p:txBody>
          <a:bodyPr/>
          <a:lstStyle/>
          <a:p>
            <a:pPr>
              <a:defRPr/>
            </a:pPr>
            <a:fld id="{B6F15528-21DE-4FAA-801E-634DDDAF4B2B}" type="slidenum">
              <a:rPr lang="en-US"/>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49873143" name="Title Placeholder 1"/>
          <p:cNvSpPr>
            <a:spLocks noGrp="1"/>
          </p:cNvSpPr>
          <p:nvPr>
            <p:ph type="title"/>
          </p:nvPr>
        </p:nvSpPr>
        <p:spPr bwMode="auto">
          <a:xfrm>
            <a:off x="457200" y="274638"/>
            <a:ext cx="8229600" cy="1143000"/>
          </a:xfrm>
          <a:prstGeom prst="rect">
            <a:avLst/>
          </a:prstGeom>
        </p:spPr>
        <p:txBody>
          <a:bodyPr vert="horz" lIns="91440" tIns="45720" rIns="91440" bIns="45720" rtlCol="0" anchor="ctr">
            <a:normAutofit/>
          </a:bodyPr>
          <a:lstStyle/>
          <a:p>
            <a:pPr>
              <a:defRPr/>
            </a:pPr>
            <a:r>
              <a:rPr lang="fr-FR"/>
              <a:t>Modifiez le style du titre</a:t>
            </a:r>
            <a:endParaRPr lang="en-US"/>
          </a:p>
        </p:txBody>
      </p:sp>
      <p:sp>
        <p:nvSpPr>
          <p:cNvPr id="1157160122" name="Text Placeholder 2"/>
          <p:cNvSpPr>
            <a:spLocks noGrp="1"/>
          </p:cNvSpPr>
          <p:nvPr>
            <p:ph type="body" idx="1"/>
          </p:nvPr>
        </p:nvSpPr>
        <p:spPr bwMode="auto">
          <a:xfrm>
            <a:off x="457200" y="1600200"/>
            <a:ext cx="8229600" cy="4525963"/>
          </a:xfrm>
          <a:prstGeom prst="rect">
            <a:avLst/>
          </a:prstGeom>
        </p:spPr>
        <p:txBody>
          <a:bodyPr vert="horz" lIns="91440" tIns="45720" rIns="91440" bIns="45720" rtlCol="0">
            <a:normAutofit/>
          </a:bodyPr>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lang="en-US"/>
          </a:p>
        </p:txBody>
      </p:sp>
      <p:sp>
        <p:nvSpPr>
          <p:cNvPr id="1797061714" name="Date Placeholder 3"/>
          <p:cNvSpPr>
            <a:spLocks noGrp="1"/>
          </p:cNvSpPr>
          <p:nvPr>
            <p:ph type="dt" sz="half" idx="2"/>
          </p:nvPr>
        </p:nvSpPr>
        <p:spPr bwMode="auto">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1D8BD707-D9CF-40AE-B4C6-C98DA3205C09}" type="datetimeFigureOut">
              <a:rPr lang="en-US"/>
              <a:t>1/19/2026</a:t>
            </a:fld>
            <a:endParaRPr lang="en-US"/>
          </a:p>
        </p:txBody>
      </p:sp>
      <p:sp>
        <p:nvSpPr>
          <p:cNvPr id="56003164" name="Footer Placeholder 4"/>
          <p:cNvSpPr>
            <a:spLocks noGrp="1"/>
          </p:cNvSpPr>
          <p:nvPr>
            <p:ph type="ftr" sz="quarter" idx="3"/>
          </p:nvPr>
        </p:nvSpPr>
        <p:spPr bwMode="auto">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404620539" name="Slide Number Placeholder 5"/>
          <p:cNvSpPr>
            <a:spLocks noGrp="1"/>
          </p:cNvSpPr>
          <p:nvPr>
            <p:ph type="sldNum" sz="quarter" idx="4"/>
          </p:nvPr>
        </p:nvSpPr>
        <p:spPr bwMode="auto">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B6F15528-21DE-4FAA-801E-634DDDAF4B2B}" type="slidenum">
              <a:rPr lang="en-US"/>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a:spcBef>
          <a:spcPts val="0"/>
        </a:spcBef>
        <a:buNone/>
        <a:defRPr sz="4400">
          <a:solidFill>
            <a:schemeClr val="tx1"/>
          </a:solidFill>
          <a:latin typeface="+mj-lt"/>
          <a:ea typeface="+mj-ea"/>
          <a:cs typeface="+mj-cs"/>
        </a:defRPr>
      </a:lvl1pPr>
    </p:titleStyle>
    <p:bodyStyle>
      <a:lvl1pPr marL="342900" indent="-342900" algn="l" defTabSz="914400">
        <a:spcBef>
          <a:spcPts val="0"/>
        </a:spcBef>
        <a:buFont typeface="Arial"/>
        <a:buChar char="•"/>
        <a:defRPr sz="3200">
          <a:solidFill>
            <a:schemeClr val="tx1"/>
          </a:solidFill>
          <a:latin typeface="+mn-lt"/>
          <a:ea typeface="+mn-ea"/>
          <a:cs typeface="+mn-cs"/>
        </a:defRPr>
      </a:lvl1pPr>
      <a:lvl2pPr marL="742950" indent="-285750" algn="l" defTabSz="914400">
        <a:spcBef>
          <a:spcPts val="0"/>
        </a:spcBef>
        <a:buFont typeface="Arial"/>
        <a:buChar char="–"/>
        <a:defRPr sz="2800">
          <a:solidFill>
            <a:schemeClr val="tx1"/>
          </a:solidFill>
          <a:latin typeface="+mn-lt"/>
          <a:ea typeface="+mn-ea"/>
          <a:cs typeface="+mn-cs"/>
        </a:defRPr>
      </a:lvl2pPr>
      <a:lvl3pPr marL="1143000" indent="-228600" algn="l" defTabSz="914400">
        <a:spcBef>
          <a:spcPts val="0"/>
        </a:spcBef>
        <a:buFont typeface="Arial"/>
        <a:buChar char="•"/>
        <a:defRPr sz="2400">
          <a:solidFill>
            <a:schemeClr val="tx1"/>
          </a:solidFill>
          <a:latin typeface="+mn-lt"/>
          <a:ea typeface="+mn-ea"/>
          <a:cs typeface="+mn-cs"/>
        </a:defRPr>
      </a:lvl3pPr>
      <a:lvl4pPr marL="1600200" indent="-228600" algn="l" defTabSz="914400">
        <a:spcBef>
          <a:spcPts val="0"/>
        </a:spcBef>
        <a:buFont typeface="Arial"/>
        <a:buChar char="–"/>
        <a:defRPr sz="2000">
          <a:solidFill>
            <a:schemeClr val="tx1"/>
          </a:solidFill>
          <a:latin typeface="+mn-lt"/>
          <a:ea typeface="+mn-ea"/>
          <a:cs typeface="+mn-cs"/>
        </a:defRPr>
      </a:lvl4pPr>
      <a:lvl5pPr marL="2057400" indent="-228600" algn="l" defTabSz="914400">
        <a:spcBef>
          <a:spcPts val="0"/>
        </a:spcBef>
        <a:buFont typeface="Arial"/>
        <a:buChar char="»"/>
        <a:defRPr sz="2000">
          <a:solidFill>
            <a:schemeClr val="tx1"/>
          </a:solidFill>
          <a:latin typeface="+mn-lt"/>
          <a:ea typeface="+mn-ea"/>
          <a:cs typeface="+mn-cs"/>
        </a:defRPr>
      </a:lvl5pPr>
      <a:lvl6pPr marL="2514600"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hyperlink" Target="https://doi.org/10.48550/arXiv.2309.15884"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doi.org/10.48550/arXiv.2309.15884"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doi.org/10.48550/arXiv.2309.15884"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hyperlink" Target="https://doi.org/10.48550/arXiv.2309.15884"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s>
</file>

<file path=ppt/slides/_rels/slide10.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hyperlink" Target="https://www.lobbyfacts.eu/datacard/relx?rid=338398611148-62" TargetMode="External"/><Relationship Id="rId4" Type="http://schemas.openxmlformats.org/officeDocument/2006/relationships/image" Target="../media/image39.png"/></Relationships>
</file>

<file path=ppt/slides/_rels/slide1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43.png"/><Relationship Id="rId4" Type="http://schemas.openxmlformats.org/officeDocument/2006/relationships/image" Target="../media/image42.png"/></Relationships>
</file>

<file path=ppt/slides/_rels/slide1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46.png"/><Relationship Id="rId4" Type="http://schemas.openxmlformats.org/officeDocument/2006/relationships/image" Target="../media/image45.png"/></Relationships>
</file>

<file path=ppt/slides/_rels/slide1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48.png"/></Relationships>
</file>

<file path=ppt/slides/_rels/slide1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50.png"/></Relationships>
</file>

<file path=ppt/slides/_rels/slide1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7.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20.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0.png"/><Relationship Id="rId7" Type="http://schemas.openxmlformats.org/officeDocument/2006/relationships/image" Target="../media/image63.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62.png"/><Relationship Id="rId4" Type="http://schemas.openxmlformats.org/officeDocument/2006/relationships/image" Target="../media/image61.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3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32.xml.rels><?xml version="1.0" encoding="UTF-8" standalone="yes"?>
<Relationships xmlns="http://schemas.openxmlformats.org/package/2006/relationships"><Relationship Id="rId8" Type="http://schemas.openxmlformats.org/officeDocument/2006/relationships/image" Target="../media/image76.png"/><Relationship Id="rId3" Type="http://schemas.openxmlformats.org/officeDocument/2006/relationships/image" Target="../media/image71.png"/><Relationship Id="rId7" Type="http://schemas.openxmlformats.org/officeDocument/2006/relationships/image" Target="../media/image75.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74.png"/><Relationship Id="rId11" Type="http://schemas.openxmlformats.org/officeDocument/2006/relationships/image" Target="../media/image79.png"/><Relationship Id="rId5" Type="http://schemas.openxmlformats.org/officeDocument/2006/relationships/image" Target="../media/image73.png"/><Relationship Id="rId10" Type="http://schemas.openxmlformats.org/officeDocument/2006/relationships/image" Target="../media/image78.png"/><Relationship Id="rId4" Type="http://schemas.openxmlformats.org/officeDocument/2006/relationships/image" Target="../media/image72.png"/><Relationship Id="rId9" Type="http://schemas.openxmlformats.org/officeDocument/2006/relationships/image" Target="../media/image77.png"/></Relationships>
</file>

<file path=ppt/slides/_rels/slide33.xml.rels><?xml version="1.0" encoding="UTF-8" standalone="yes"?>
<Relationships xmlns="http://schemas.openxmlformats.org/package/2006/relationships"><Relationship Id="rId8" Type="http://schemas.openxmlformats.org/officeDocument/2006/relationships/image" Target="../media/image85.png"/><Relationship Id="rId3" Type="http://schemas.openxmlformats.org/officeDocument/2006/relationships/image" Target="../media/image80.png"/><Relationship Id="rId7" Type="http://schemas.openxmlformats.org/officeDocument/2006/relationships/image" Target="../media/image84.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81.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8.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image" Target="../media/image92.png"/><Relationship Id="rId7" Type="http://schemas.openxmlformats.org/officeDocument/2006/relationships/image" Target="../media/image96.png"/><Relationship Id="rId2" Type="http://schemas.openxmlformats.org/officeDocument/2006/relationships/image" Target="../media/image91.png"/><Relationship Id="rId1" Type="http://schemas.openxmlformats.org/officeDocument/2006/relationships/slideLayout" Target="../slideLayouts/slideLayout2.xml"/><Relationship Id="rId6" Type="http://schemas.openxmlformats.org/officeDocument/2006/relationships/image" Target="../media/image95.png"/><Relationship Id="rId5" Type="http://schemas.openxmlformats.org/officeDocument/2006/relationships/image" Target="../media/image94.png"/><Relationship Id="rId4" Type="http://schemas.openxmlformats.org/officeDocument/2006/relationships/image" Target="../media/image93.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bg>
      <p:bgPr>
        <a:solidFill>
          <a:srgbClr val="F4F4F4"/>
        </a:solidFill>
        <a:effectLst/>
      </p:bgPr>
    </p:bg>
    <p:spTree>
      <p:nvGrpSpPr>
        <p:cNvPr id="1" name=""/>
        <p:cNvGrpSpPr/>
        <p:nvPr/>
      </p:nvGrpSpPr>
      <p:grpSpPr bwMode="auto">
        <a:xfrm>
          <a:off x="0" y="0"/>
          <a:ext cx="0" cy="0"/>
          <a:chOff x="0" y="0"/>
          <a:chExt cx="0" cy="0"/>
        </a:xfrm>
      </p:grpSpPr>
      <p:sp>
        <p:nvSpPr>
          <p:cNvPr id="1298185426" name="TextBox 11"/>
          <p:cNvSpPr txBox="1"/>
          <p:nvPr/>
        </p:nvSpPr>
        <p:spPr bwMode="auto">
          <a:xfrm>
            <a:off x="1028700" y="1359076"/>
            <a:ext cx="2512675" cy="268201"/>
          </a:xfrm>
          <a:prstGeom prst="rect">
            <a:avLst/>
          </a:prstGeom>
        </p:spPr>
        <p:txBody>
          <a:bodyPr lIns="0" tIns="0" rIns="0" bIns="0" rtlCol="0" anchor="t">
            <a:spAutoFit/>
          </a:bodyPr>
          <a:lstStyle/>
          <a:p>
            <a:pPr>
              <a:lnSpc>
                <a:spcPts val="2123"/>
              </a:lnSpc>
              <a:defRPr/>
            </a:pPr>
            <a:r>
              <a:rPr lang="en-US" sz="1750" b="1" dirty="0">
                <a:solidFill>
                  <a:srgbClr val="000000"/>
                </a:solidFill>
                <a:latin typeface="Now"/>
              </a:rPr>
              <a:t>Adrien Fillon</a:t>
            </a:r>
            <a:endParaRPr dirty="0"/>
          </a:p>
        </p:txBody>
      </p:sp>
      <p:sp>
        <p:nvSpPr>
          <p:cNvPr id="1406572363" name="TextBox 14"/>
          <p:cNvSpPr txBox="1"/>
          <p:nvPr/>
        </p:nvSpPr>
        <p:spPr bwMode="auto">
          <a:xfrm>
            <a:off x="14746624" y="1377645"/>
            <a:ext cx="2514834" cy="269980"/>
          </a:xfrm>
          <a:prstGeom prst="rect">
            <a:avLst/>
          </a:prstGeom>
        </p:spPr>
        <p:txBody>
          <a:bodyPr lIns="0" tIns="0" rIns="0" bIns="0" rtlCol="0" anchor="t">
            <a:spAutoFit/>
          </a:bodyPr>
          <a:lstStyle/>
          <a:p>
            <a:pPr algn="r">
              <a:lnSpc>
                <a:spcPts val="2123"/>
              </a:lnSpc>
              <a:defRPr/>
            </a:pPr>
            <a:r>
              <a:rPr lang="en-US" sz="1750" b="1" dirty="0">
                <a:solidFill>
                  <a:srgbClr val="000000"/>
                </a:solidFill>
                <a:latin typeface="Now"/>
              </a:rPr>
              <a:t>23/01/2026</a:t>
            </a:r>
            <a:endParaRPr dirty="0"/>
          </a:p>
        </p:txBody>
      </p:sp>
      <p:sp>
        <p:nvSpPr>
          <p:cNvPr id="867037158" name="TextBox 16"/>
          <p:cNvSpPr txBox="1"/>
          <p:nvPr/>
        </p:nvSpPr>
        <p:spPr bwMode="auto">
          <a:xfrm>
            <a:off x="15041623" y="8601903"/>
            <a:ext cx="2408177" cy="807913"/>
          </a:xfrm>
          <a:prstGeom prst="rect">
            <a:avLst/>
          </a:prstGeom>
        </p:spPr>
        <p:txBody>
          <a:bodyPr lIns="0" tIns="0" rIns="0" bIns="0" rtlCol="0" anchor="t">
            <a:spAutoFit/>
          </a:bodyPr>
          <a:lstStyle/>
          <a:p>
            <a:pPr algn="r">
              <a:lnSpc>
                <a:spcPts val="2123"/>
              </a:lnSpc>
              <a:defRPr/>
            </a:pPr>
            <a:r>
              <a:rPr lang="en-US" sz="1750" b="1" dirty="0">
                <a:solidFill>
                  <a:srgbClr val="000000"/>
                </a:solidFill>
                <a:latin typeface="Now"/>
              </a:rPr>
              <a:t>LAPSCO,</a:t>
            </a:r>
            <a:endParaRPr dirty="0"/>
          </a:p>
          <a:p>
            <a:pPr algn="r">
              <a:lnSpc>
                <a:spcPts val="2123"/>
              </a:lnSpc>
              <a:defRPr/>
            </a:pPr>
            <a:r>
              <a:rPr lang="en-US" sz="1750" b="1" dirty="0">
                <a:solidFill>
                  <a:srgbClr val="000000"/>
                </a:solidFill>
                <a:latin typeface="Now"/>
              </a:rPr>
              <a:t>Université Clermont Auvergne</a:t>
            </a:r>
            <a:endParaRPr dirty="0"/>
          </a:p>
        </p:txBody>
      </p:sp>
      <p:pic>
        <p:nvPicPr>
          <p:cNvPr id="1755475119" name="Picture 2" descr="undefined"/>
          <p:cNvPicPr>
            <a:picLocks noChangeAspect="1" noChangeArrowheads="1"/>
          </p:cNvPicPr>
          <p:nvPr/>
        </p:nvPicPr>
        <p:blipFill>
          <a:blip r:embed="rId3"/>
          <a:stretch/>
        </p:blipFill>
        <p:spPr bwMode="auto">
          <a:xfrm>
            <a:off x="6815138" y="38100"/>
            <a:ext cx="4657725" cy="5486994"/>
          </a:xfrm>
          <a:prstGeom prst="rect">
            <a:avLst/>
          </a:prstGeom>
          <a:noFill/>
        </p:spPr>
      </p:pic>
      <p:sp>
        <p:nvSpPr>
          <p:cNvPr id="187609913" name="TextBox 8"/>
          <p:cNvSpPr txBox="1"/>
          <p:nvPr/>
        </p:nvSpPr>
        <p:spPr bwMode="auto">
          <a:xfrm>
            <a:off x="2380737" y="5667160"/>
            <a:ext cx="13526526" cy="972574"/>
          </a:xfrm>
          <a:prstGeom prst="rect">
            <a:avLst/>
          </a:prstGeom>
        </p:spPr>
        <p:txBody>
          <a:bodyPr wrap="square" lIns="0" tIns="0" rIns="0" bIns="0" rtlCol="0" anchor="t">
            <a:spAutoFit/>
          </a:bodyPr>
          <a:lstStyle/>
          <a:p>
            <a:pPr algn="ctr">
              <a:lnSpc>
                <a:spcPts val="8000"/>
              </a:lnSpc>
              <a:defRPr/>
            </a:pPr>
            <a:r>
              <a:rPr lang="fr-FR" sz="6000" b="1" dirty="0"/>
              <a:t>Quel prix pour publier ?</a:t>
            </a:r>
            <a:endParaRPr sz="19900" dirty="0"/>
          </a:p>
        </p:txBody>
      </p:sp>
      <p:pic>
        <p:nvPicPr>
          <p:cNvPr id="481564760" name="Picture 4" descr="252,200+ Wary Stock Illustrations, Royalty-Free Vector Graphics &amp; Clip Art  - iStock | Wary woman, Be wary"/>
          <p:cNvPicPr>
            <a:picLocks noChangeAspect="1" noChangeArrowheads="1"/>
          </p:cNvPicPr>
          <p:nvPr/>
        </p:nvPicPr>
        <p:blipFill>
          <a:blip r:embed="rId4">
            <a:duotone>
              <a:prstClr val="black"/>
              <a:schemeClr val="accent2">
                <a:tint val="45000"/>
                <a:satMod val="400000"/>
              </a:schemeClr>
            </a:duotone>
          </a:blip>
          <a:stretch/>
        </p:blipFill>
        <p:spPr bwMode="auto">
          <a:xfrm>
            <a:off x="9786938" y="-590253"/>
            <a:ext cx="3371850" cy="3371850"/>
          </a:xfrm>
          <a:prstGeom prst="rect">
            <a:avLst/>
          </a:prstGeom>
          <a:noFill/>
        </p:spPr>
      </p:pic>
    </p:spTree>
  </p:cSld>
  <p:clrMapOvr>
    <a:masterClrMapping/>
  </p:clrMapOvr>
  <mc:AlternateContent xmlns:mc="http://schemas.openxmlformats.org/markup-compatibility/2006" xmlns:p159="http://schemas.microsoft.com/office/powerpoint/2015/09/main">
    <mc:Choice Requires="p159">
      <p:transition spd="med">
        <p:cover/>
      </p:transition>
    </mc:Choice>
    <mc:Fallback xmlns="" xmlns:m="http://schemas.openxmlformats.org/officeDocument/2006/math" xmlns:w="http://schemas.openxmlformats.org/wordprocessingml/2006/main">
      <p:transition spd="med" advClick="1">
        <p:cover dir="l"/>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PhAnim="0">
  <p:cSld>
    <p:bg>
      <p:bgPr>
        <a:solidFill>
          <a:srgbClr val="F4F4F4"/>
        </a:solidFill>
        <a:effectLst/>
      </p:bgPr>
    </p:bg>
    <p:spTree>
      <p:nvGrpSpPr>
        <p:cNvPr id="1" name=""/>
        <p:cNvGrpSpPr/>
        <p:nvPr/>
      </p:nvGrpSpPr>
      <p:grpSpPr bwMode="auto">
        <a:xfrm>
          <a:off x="0" y="0"/>
          <a:ext cx="0" cy="0"/>
          <a:chOff x="0" y="0"/>
          <a:chExt cx="0" cy="0"/>
        </a:xfrm>
      </p:grpSpPr>
      <p:pic>
        <p:nvPicPr>
          <p:cNvPr id="281523100" name="Image 5"/>
          <p:cNvPicPr>
            <a:picLocks noChangeAspect="1"/>
          </p:cNvPicPr>
          <p:nvPr/>
        </p:nvPicPr>
        <p:blipFill>
          <a:blip r:embed="rId3"/>
          <a:stretch/>
        </p:blipFill>
        <p:spPr bwMode="auto">
          <a:xfrm>
            <a:off x="2286000" y="778831"/>
            <a:ext cx="12284564" cy="7765878"/>
          </a:xfrm>
          <a:prstGeom prst="rect">
            <a:avLst/>
          </a:prstGeom>
        </p:spPr>
      </p:pic>
      <p:sp>
        <p:nvSpPr>
          <p:cNvPr id="688902112" name="ZoneTexte 7"/>
          <p:cNvSpPr txBox="1"/>
          <p:nvPr/>
        </p:nvSpPr>
        <p:spPr bwMode="auto">
          <a:xfrm>
            <a:off x="9144000" y="8736157"/>
            <a:ext cx="9144000" cy="819391"/>
          </a:xfrm>
          <a:prstGeom prst="rect">
            <a:avLst/>
          </a:prstGeom>
          <a:noFill/>
        </p:spPr>
        <p:txBody>
          <a:bodyPr wrap="square">
            <a:spAutoFit/>
          </a:bodyPr>
          <a:lstStyle/>
          <a:p>
            <a:pPr indent="674370">
              <a:lnSpc>
                <a:spcPct val="150000"/>
              </a:lnSpc>
              <a:spcAft>
                <a:spcPts val="1200"/>
              </a:spcAft>
              <a:defRPr/>
            </a:pPr>
            <a:r>
              <a:rPr lang="en-GB" sz="1650">
                <a:latin typeface="Avenir LT Std 45 Book"/>
                <a:ea typeface="Calibri"/>
                <a:cs typeface="Times New Roman"/>
              </a:rPr>
              <a:t>Hanson, M. A., Barreiro, P. G., Crosetto, P., &amp; Brockington, D. (2023). </a:t>
            </a:r>
            <a:r>
              <a:rPr lang="en-GB" sz="1650" i="1">
                <a:latin typeface="Avenir LT Std 45 Book"/>
                <a:ea typeface="Calibri"/>
                <a:cs typeface="Times New Roman"/>
              </a:rPr>
              <a:t>The strain on scientific publishing</a:t>
            </a:r>
            <a:r>
              <a:rPr lang="en-GB" sz="1650">
                <a:latin typeface="Avenir LT Std 45 Book"/>
                <a:ea typeface="Calibri"/>
                <a:cs typeface="Times New Roman"/>
              </a:rPr>
              <a:t> (arXiv:2309.15884). arXiv. </a:t>
            </a:r>
            <a:r>
              <a:rPr lang="en-GB" sz="1650" u="sng">
                <a:solidFill>
                  <a:srgbClr val="0563C1"/>
                </a:solidFill>
                <a:latin typeface="Avenir LT Std 45 Book"/>
                <a:ea typeface="Calibri"/>
                <a:cs typeface="Times New Roman"/>
                <a:hlinkClick r:id="rId4" tooltip="https://doi.org/10.48550/arXiv.2309.15884"/>
              </a:rPr>
              <a:t>https://doi.org/10.48550/arXiv.2309.15884</a:t>
            </a:r>
            <a:endParaRPr lang="fr-FR" sz="1650">
              <a:latin typeface="Avenir LT Std 45 Book"/>
              <a:ea typeface="Calibri"/>
              <a:cs typeface="Times New Roman"/>
            </a:endParaRPr>
          </a:p>
        </p:txBody>
      </p:sp>
      <p:cxnSp>
        <p:nvCxnSpPr>
          <p:cNvPr id="1563556547" name="Connecteur droit avec flèche 15"/>
          <p:cNvCxnSpPr/>
          <p:nvPr/>
        </p:nvCxnSpPr>
        <p:spPr bwMode="auto">
          <a:xfrm flipH="1">
            <a:off x="14682365" y="4200107"/>
            <a:ext cx="68580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789318802" name="ZoneTexte 16"/>
          <p:cNvSpPr txBox="1"/>
          <p:nvPr/>
        </p:nvSpPr>
        <p:spPr bwMode="auto">
          <a:xfrm>
            <a:off x="15544800" y="3923108"/>
            <a:ext cx="1303562" cy="507831"/>
          </a:xfrm>
          <a:prstGeom prst="rect">
            <a:avLst/>
          </a:prstGeom>
          <a:noFill/>
        </p:spPr>
        <p:txBody>
          <a:bodyPr wrap="none" rtlCol="0">
            <a:spAutoFit/>
          </a:bodyPr>
          <a:lstStyle/>
          <a:p>
            <a:pPr>
              <a:defRPr/>
            </a:pPr>
            <a:r>
              <a:rPr lang="fr-FR" sz="2700"/>
              <a:t>+1080%</a:t>
            </a:r>
            <a:endParaRPr/>
          </a:p>
        </p:txBody>
      </p:sp>
      <p:cxnSp>
        <p:nvCxnSpPr>
          <p:cNvPr id="1094430581" name="Connecteur droit avec flèche 17"/>
          <p:cNvCxnSpPr/>
          <p:nvPr/>
        </p:nvCxnSpPr>
        <p:spPr bwMode="auto">
          <a:xfrm flipH="1">
            <a:off x="14682364" y="5817965"/>
            <a:ext cx="68580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441799739" name="ZoneTexte 18"/>
          <p:cNvSpPr txBox="1"/>
          <p:nvPr/>
        </p:nvSpPr>
        <p:spPr bwMode="auto">
          <a:xfrm>
            <a:off x="15544800" y="5540966"/>
            <a:ext cx="1128835" cy="507831"/>
          </a:xfrm>
          <a:prstGeom prst="rect">
            <a:avLst/>
          </a:prstGeom>
          <a:noFill/>
        </p:spPr>
        <p:txBody>
          <a:bodyPr wrap="none" rtlCol="0">
            <a:spAutoFit/>
          </a:bodyPr>
          <a:lstStyle/>
          <a:p>
            <a:pPr>
              <a:defRPr/>
            </a:pPr>
            <a:r>
              <a:rPr lang="fr-FR" sz="2700"/>
              <a:t>+675%</a:t>
            </a:r>
            <a:endParaRPr/>
          </a:p>
        </p:txBody>
      </p:sp>
      <p:sp>
        <p:nvSpPr>
          <p:cNvPr id="341920898" name="ZoneTexte 19"/>
          <p:cNvSpPr txBox="1"/>
          <p:nvPr/>
        </p:nvSpPr>
        <p:spPr bwMode="auto">
          <a:xfrm>
            <a:off x="15621000" y="7666657"/>
            <a:ext cx="1346844" cy="507831"/>
          </a:xfrm>
          <a:prstGeom prst="rect">
            <a:avLst/>
          </a:prstGeom>
          <a:noFill/>
        </p:spPr>
        <p:txBody>
          <a:bodyPr wrap="none" rtlCol="0">
            <a:spAutoFit/>
          </a:bodyPr>
          <a:lstStyle/>
          <a:p>
            <a:pPr>
              <a:defRPr/>
            </a:pPr>
            <a:r>
              <a:rPr lang="fr-FR" sz="2700" dirty="0"/>
              <a:t>En 3 ans</a:t>
            </a:r>
            <a:endParaRPr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xmlns:m="http://schemas.openxmlformats.org/officeDocument/2006/math" xmlns:w="http://schemas.openxmlformats.org/wordprocessingml/2006/main">
      <p:transition spd="slow" advClick="1">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63556547"/>
                                        </p:tgtEl>
                                        <p:attrNameLst>
                                          <p:attrName>style.visibility</p:attrName>
                                        </p:attrNameLst>
                                      </p:cBhvr>
                                      <p:to>
                                        <p:strVal val="visible"/>
                                      </p:to>
                                    </p:set>
                                    <p:animEffect transition="in" filter="fade">
                                      <p:cBhvr>
                                        <p:cTn id="7" dur="500"/>
                                        <p:tgtEl>
                                          <p:spTgt spid="156355654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89318802"/>
                                        </p:tgtEl>
                                        <p:attrNameLst>
                                          <p:attrName>style.visibility</p:attrName>
                                        </p:attrNameLst>
                                      </p:cBhvr>
                                      <p:to>
                                        <p:strVal val="visible"/>
                                      </p:to>
                                    </p:set>
                                    <p:animEffect transition="in" filter="fade">
                                      <p:cBhvr>
                                        <p:cTn id="10" dur="500"/>
                                        <p:tgtEl>
                                          <p:spTgt spid="78931880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094430581"/>
                                        </p:tgtEl>
                                        <p:attrNameLst>
                                          <p:attrName>style.visibility</p:attrName>
                                        </p:attrNameLst>
                                      </p:cBhvr>
                                      <p:to>
                                        <p:strVal val="visible"/>
                                      </p:to>
                                    </p:set>
                                    <p:animEffect transition="in" filter="fade">
                                      <p:cBhvr>
                                        <p:cTn id="15" dur="500"/>
                                        <p:tgtEl>
                                          <p:spTgt spid="109443058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41799739"/>
                                        </p:tgtEl>
                                        <p:attrNameLst>
                                          <p:attrName>style.visibility</p:attrName>
                                        </p:attrNameLst>
                                      </p:cBhvr>
                                      <p:to>
                                        <p:strVal val="visible"/>
                                      </p:to>
                                    </p:set>
                                    <p:animEffect transition="in" filter="fade">
                                      <p:cBhvr>
                                        <p:cTn id="18" dur="500"/>
                                        <p:tgtEl>
                                          <p:spTgt spid="44179973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41920898"/>
                                        </p:tgtEl>
                                        <p:attrNameLst>
                                          <p:attrName>style.visibility</p:attrName>
                                        </p:attrNameLst>
                                      </p:cBhvr>
                                      <p:to>
                                        <p:strVal val="visible"/>
                                      </p:to>
                                    </p:set>
                                    <p:animEffect transition="in" filter="fade">
                                      <p:cBhvr>
                                        <p:cTn id="23" dur="500"/>
                                        <p:tgtEl>
                                          <p:spTgt spid="3419208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9318802" grpId="0"/>
      <p:bldP spid="441799739" grpId="0"/>
      <p:bldP spid="341920898" grpId="0"/>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611870127" name="ZoneTexte 7"/>
          <p:cNvSpPr txBox="1"/>
          <p:nvPr/>
        </p:nvSpPr>
        <p:spPr bwMode="auto">
          <a:xfrm>
            <a:off x="9144000" y="8736157"/>
            <a:ext cx="9144000" cy="819391"/>
          </a:xfrm>
          <a:prstGeom prst="rect">
            <a:avLst/>
          </a:prstGeom>
          <a:noFill/>
        </p:spPr>
        <p:txBody>
          <a:bodyPr wrap="square">
            <a:spAutoFit/>
          </a:bodyPr>
          <a:lstStyle/>
          <a:p>
            <a:pPr indent="674370">
              <a:lnSpc>
                <a:spcPct val="150000"/>
              </a:lnSpc>
              <a:spcAft>
                <a:spcPts val="1200"/>
              </a:spcAft>
              <a:defRPr/>
            </a:pPr>
            <a:r>
              <a:rPr lang="en-GB" sz="1650">
                <a:latin typeface="Avenir LT Std 45 Book"/>
                <a:ea typeface="Calibri"/>
                <a:cs typeface="Times New Roman"/>
              </a:rPr>
              <a:t>Hanson, M. A., Barreiro, P. G., Crosetto, P., &amp; Brockington, D. (2023). </a:t>
            </a:r>
            <a:r>
              <a:rPr lang="en-GB" sz="1650" i="1">
                <a:latin typeface="Avenir LT Std 45 Book"/>
                <a:ea typeface="Calibri"/>
                <a:cs typeface="Times New Roman"/>
              </a:rPr>
              <a:t>The strain on scientific publishing</a:t>
            </a:r>
            <a:r>
              <a:rPr lang="en-GB" sz="1650">
                <a:latin typeface="Avenir LT Std 45 Book"/>
                <a:ea typeface="Calibri"/>
                <a:cs typeface="Times New Roman"/>
              </a:rPr>
              <a:t> (arXiv:2309.15884). arXiv. </a:t>
            </a:r>
            <a:r>
              <a:rPr lang="en-GB" sz="1650" u="sng">
                <a:solidFill>
                  <a:srgbClr val="0563C1"/>
                </a:solidFill>
                <a:latin typeface="Avenir LT Std 45 Book"/>
                <a:ea typeface="Calibri"/>
                <a:cs typeface="Times New Roman"/>
                <a:hlinkClick r:id="rId3" tooltip="https://doi.org/10.48550/arXiv.2309.15884"/>
              </a:rPr>
              <a:t>https://doi.org/10.48550/arXiv.2309.15884</a:t>
            </a:r>
            <a:endParaRPr lang="fr-FR" sz="1650">
              <a:latin typeface="Avenir LT Std 45 Book"/>
              <a:ea typeface="Calibri"/>
              <a:cs typeface="Times New Roman"/>
            </a:endParaRPr>
          </a:p>
        </p:txBody>
      </p:sp>
      <p:pic>
        <p:nvPicPr>
          <p:cNvPr id="1931519839" name="Image 1"/>
          <p:cNvPicPr>
            <a:picLocks noChangeAspect="1"/>
          </p:cNvPicPr>
          <p:nvPr/>
        </p:nvPicPr>
        <p:blipFill>
          <a:blip r:embed="rId4"/>
          <a:stretch/>
        </p:blipFill>
        <p:spPr bwMode="auto">
          <a:xfrm>
            <a:off x="2561934" y="342900"/>
            <a:ext cx="13164132" cy="76962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xmlns:m="http://schemas.openxmlformats.org/officeDocument/2006/math" xmlns:w="http://schemas.openxmlformats.org/wordprocessingml/2006/main">
      <p:transition spd="slow" advClick="1">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7B7583-618A-8BC0-EB47-8C03F21D55A3}"/>
              </a:ext>
            </a:extLst>
          </p:cNvPr>
          <p:cNvSpPr>
            <a:spLocks noGrp="1"/>
          </p:cNvSpPr>
          <p:nvPr>
            <p:ph type="title"/>
          </p:nvPr>
        </p:nvSpPr>
        <p:spPr/>
        <p:txBody>
          <a:bodyPr/>
          <a:lstStyle/>
          <a:p>
            <a:r>
              <a:rPr lang="fr-FR" dirty="0"/>
              <a:t>La PISS</a:t>
            </a:r>
          </a:p>
        </p:txBody>
      </p:sp>
      <p:sp>
        <p:nvSpPr>
          <p:cNvPr id="3" name="Espace réservé du contenu 2">
            <a:extLst>
              <a:ext uri="{FF2B5EF4-FFF2-40B4-BE49-F238E27FC236}">
                <a16:creationId xmlns:a16="http://schemas.microsoft.com/office/drawing/2014/main" id="{19024094-8C84-009C-6F05-8C347EF3EDCC}"/>
              </a:ext>
            </a:extLst>
          </p:cNvPr>
          <p:cNvSpPr>
            <a:spLocks noGrp="1"/>
          </p:cNvSpPr>
          <p:nvPr>
            <p:ph idx="1"/>
          </p:nvPr>
        </p:nvSpPr>
        <p:spPr/>
        <p:txBody>
          <a:bodyPr/>
          <a:lstStyle/>
          <a:p>
            <a:endParaRPr lang="fr-FR"/>
          </a:p>
        </p:txBody>
      </p:sp>
      <p:pic>
        <p:nvPicPr>
          <p:cNvPr id="5" name="Image 4" descr="Une image contenant texte, capture d’écran, Police, information&#10;&#10;Le contenu généré par l’IA peut être incorrect.">
            <a:extLst>
              <a:ext uri="{FF2B5EF4-FFF2-40B4-BE49-F238E27FC236}">
                <a16:creationId xmlns:a16="http://schemas.microsoft.com/office/drawing/2014/main" id="{EF2F0FA1-FFD0-7659-C92A-3BF141B61427}"/>
              </a:ext>
            </a:extLst>
          </p:cNvPr>
          <p:cNvPicPr>
            <a:picLocks noChangeAspect="1"/>
          </p:cNvPicPr>
          <p:nvPr/>
        </p:nvPicPr>
        <p:blipFill>
          <a:blip r:embed="rId2"/>
          <a:stretch>
            <a:fillRect/>
          </a:stretch>
        </p:blipFill>
        <p:spPr>
          <a:xfrm>
            <a:off x="447261" y="1600200"/>
            <a:ext cx="8290624" cy="3086100"/>
          </a:xfrm>
          <a:prstGeom prst="rect">
            <a:avLst/>
          </a:prstGeom>
        </p:spPr>
      </p:pic>
      <p:pic>
        <p:nvPicPr>
          <p:cNvPr id="7" name="Image 6" descr="Une image contenant texte, capture d’écran, diagramme, Police&#10;&#10;Le contenu généré par l’IA peut être incorrect.">
            <a:extLst>
              <a:ext uri="{FF2B5EF4-FFF2-40B4-BE49-F238E27FC236}">
                <a16:creationId xmlns:a16="http://schemas.microsoft.com/office/drawing/2014/main" id="{66FB0EFC-69AC-CBB8-5062-9EBC5DD527D2}"/>
              </a:ext>
            </a:extLst>
          </p:cNvPr>
          <p:cNvPicPr>
            <a:picLocks noChangeAspect="1"/>
          </p:cNvPicPr>
          <p:nvPr/>
        </p:nvPicPr>
        <p:blipFill>
          <a:blip r:embed="rId3"/>
          <a:stretch>
            <a:fillRect/>
          </a:stretch>
        </p:blipFill>
        <p:spPr>
          <a:xfrm>
            <a:off x="9753600" y="419100"/>
            <a:ext cx="7935432" cy="5982535"/>
          </a:xfrm>
          <a:prstGeom prst="rect">
            <a:avLst/>
          </a:prstGeom>
        </p:spPr>
      </p:pic>
    </p:spTree>
    <p:extLst>
      <p:ext uri="{BB962C8B-B14F-4D97-AF65-F5344CB8AC3E}">
        <p14:creationId xmlns:p14="http://schemas.microsoft.com/office/powerpoint/2010/main" val="2938082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841881111" name="ZoneTexte 7"/>
          <p:cNvSpPr txBox="1"/>
          <p:nvPr/>
        </p:nvSpPr>
        <p:spPr bwMode="auto">
          <a:xfrm>
            <a:off x="9144000" y="8736157"/>
            <a:ext cx="9144000" cy="819391"/>
          </a:xfrm>
          <a:prstGeom prst="rect">
            <a:avLst/>
          </a:prstGeom>
          <a:noFill/>
        </p:spPr>
        <p:txBody>
          <a:bodyPr wrap="square">
            <a:spAutoFit/>
          </a:bodyPr>
          <a:lstStyle/>
          <a:p>
            <a:pPr indent="674370">
              <a:lnSpc>
                <a:spcPct val="150000"/>
              </a:lnSpc>
              <a:spcAft>
                <a:spcPts val="1200"/>
              </a:spcAft>
              <a:defRPr/>
            </a:pPr>
            <a:r>
              <a:rPr lang="en-GB" sz="1650">
                <a:latin typeface="Avenir LT Std 45 Book"/>
                <a:ea typeface="Calibri"/>
                <a:cs typeface="Times New Roman"/>
              </a:rPr>
              <a:t>Hanson, M. A., Barreiro, P. G., Crosetto, P., &amp; Brockington, D. (2023). </a:t>
            </a:r>
            <a:r>
              <a:rPr lang="en-GB" sz="1650" i="1">
                <a:latin typeface="Avenir LT Std 45 Book"/>
                <a:ea typeface="Calibri"/>
                <a:cs typeface="Times New Roman"/>
              </a:rPr>
              <a:t>The strain on scientific publishing</a:t>
            </a:r>
            <a:r>
              <a:rPr lang="en-GB" sz="1650">
                <a:latin typeface="Avenir LT Std 45 Book"/>
                <a:ea typeface="Calibri"/>
                <a:cs typeface="Times New Roman"/>
              </a:rPr>
              <a:t> (arXiv:2309.15884). arXiv. </a:t>
            </a:r>
            <a:r>
              <a:rPr lang="en-GB" sz="1650" u="sng">
                <a:solidFill>
                  <a:srgbClr val="0563C1"/>
                </a:solidFill>
                <a:latin typeface="Avenir LT Std 45 Book"/>
                <a:ea typeface="Calibri"/>
                <a:cs typeface="Times New Roman"/>
                <a:hlinkClick r:id="rId3" tooltip="https://doi.org/10.48550/arXiv.2309.15884"/>
              </a:rPr>
              <a:t>https://doi.org/10.48550/arXiv.2309.15884</a:t>
            </a:r>
            <a:endParaRPr lang="fr-FR" sz="1650">
              <a:latin typeface="Avenir LT Std 45 Book"/>
              <a:ea typeface="Calibri"/>
              <a:cs typeface="Times New Roman"/>
            </a:endParaRPr>
          </a:p>
        </p:txBody>
      </p:sp>
      <p:pic>
        <p:nvPicPr>
          <p:cNvPr id="549938442" name="Image 2"/>
          <p:cNvPicPr>
            <a:picLocks noChangeAspect="1"/>
          </p:cNvPicPr>
          <p:nvPr/>
        </p:nvPicPr>
        <p:blipFill>
          <a:blip r:embed="rId4"/>
          <a:stretch/>
        </p:blipFill>
        <p:spPr bwMode="auto">
          <a:xfrm>
            <a:off x="3048000" y="571500"/>
            <a:ext cx="11322532" cy="73152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xmlns:m="http://schemas.openxmlformats.org/officeDocument/2006/math" xmlns:w="http://schemas.openxmlformats.org/wordprocessingml/2006/main">
      <p:transition spd="slow" advClick="1">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49938442"/>
                                        </p:tgtEl>
                                        <p:attrNameLst>
                                          <p:attrName>style.visibility</p:attrName>
                                        </p:attrNameLst>
                                      </p:cBhvr>
                                      <p:to>
                                        <p:strVal val="visible"/>
                                      </p:to>
                                    </p:set>
                                    <p:animEffect transition="in" filter="fade">
                                      <p:cBhvr>
                                        <p:cTn id="7" dur="500"/>
                                        <p:tgtEl>
                                          <p:spTgt spid="5499384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09483563" name="ZoneTexte 7"/>
          <p:cNvSpPr txBox="1"/>
          <p:nvPr/>
        </p:nvSpPr>
        <p:spPr bwMode="auto">
          <a:xfrm>
            <a:off x="9144000" y="8736157"/>
            <a:ext cx="9144000" cy="819391"/>
          </a:xfrm>
          <a:prstGeom prst="rect">
            <a:avLst/>
          </a:prstGeom>
          <a:noFill/>
        </p:spPr>
        <p:txBody>
          <a:bodyPr wrap="square">
            <a:spAutoFit/>
          </a:bodyPr>
          <a:lstStyle/>
          <a:p>
            <a:pPr indent="674370">
              <a:lnSpc>
                <a:spcPct val="150000"/>
              </a:lnSpc>
              <a:spcAft>
                <a:spcPts val="1200"/>
              </a:spcAft>
              <a:defRPr/>
            </a:pPr>
            <a:r>
              <a:rPr lang="en-GB" sz="1650">
                <a:latin typeface="Avenir LT Std 45 Book"/>
                <a:ea typeface="Calibri"/>
                <a:cs typeface="Times New Roman"/>
              </a:rPr>
              <a:t>Hanson, M. A., Barreiro, P. G., Crosetto, P., &amp; Brockington, D. (2023). </a:t>
            </a:r>
            <a:r>
              <a:rPr lang="en-GB" sz="1650" i="1">
                <a:latin typeface="Avenir LT Std 45 Book"/>
                <a:ea typeface="Calibri"/>
                <a:cs typeface="Times New Roman"/>
              </a:rPr>
              <a:t>The strain on scientific publishing</a:t>
            </a:r>
            <a:r>
              <a:rPr lang="en-GB" sz="1650">
                <a:latin typeface="Avenir LT Std 45 Book"/>
                <a:ea typeface="Calibri"/>
                <a:cs typeface="Times New Roman"/>
              </a:rPr>
              <a:t> (arXiv:2309.15884). arXiv. </a:t>
            </a:r>
            <a:r>
              <a:rPr lang="en-GB" sz="1650" u="sng">
                <a:solidFill>
                  <a:srgbClr val="0563C1"/>
                </a:solidFill>
                <a:latin typeface="Avenir LT Std 45 Book"/>
                <a:ea typeface="Calibri"/>
                <a:cs typeface="Times New Roman"/>
                <a:hlinkClick r:id="rId3" tooltip="https://doi.org/10.48550/arXiv.2309.15884"/>
              </a:rPr>
              <a:t>https://doi.org/10.48550/arXiv.2309.15884</a:t>
            </a:r>
            <a:endParaRPr lang="fr-FR" sz="1650">
              <a:latin typeface="Avenir LT Std 45 Book"/>
              <a:ea typeface="Calibri"/>
              <a:cs typeface="Times New Roman"/>
            </a:endParaRPr>
          </a:p>
        </p:txBody>
      </p:sp>
      <p:pic>
        <p:nvPicPr>
          <p:cNvPr id="1910495009" name="Image 1"/>
          <p:cNvPicPr>
            <a:picLocks noChangeAspect="1"/>
          </p:cNvPicPr>
          <p:nvPr/>
        </p:nvPicPr>
        <p:blipFill>
          <a:blip r:embed="rId4"/>
          <a:stretch/>
        </p:blipFill>
        <p:spPr bwMode="auto">
          <a:xfrm>
            <a:off x="3384159" y="700608"/>
            <a:ext cx="11932041" cy="743109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xmlns:m="http://schemas.openxmlformats.org/officeDocument/2006/math" xmlns:w="http://schemas.openxmlformats.org/wordprocessingml/2006/main">
      <p:transition spd="slow" advClick="1">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10495009"/>
                                        </p:tgtEl>
                                        <p:attrNameLst>
                                          <p:attrName>style.visibility</p:attrName>
                                        </p:attrNameLst>
                                      </p:cBhvr>
                                      <p:to>
                                        <p:strVal val="visible"/>
                                      </p:to>
                                    </p:set>
                                    <p:animEffect transition="in" filter="fade">
                                      <p:cBhvr>
                                        <p:cTn id="7" dur="500"/>
                                        <p:tgtEl>
                                          <p:spTgt spid="19104950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bg>
      <p:bgPr>
        <a:solidFill>
          <a:srgbClr val="F4F4F4"/>
        </a:solidFill>
        <a:effectLst/>
      </p:bgPr>
    </p:bg>
    <p:spTree>
      <p:nvGrpSpPr>
        <p:cNvPr id="1" name=""/>
        <p:cNvGrpSpPr/>
        <p:nvPr/>
      </p:nvGrpSpPr>
      <p:grpSpPr bwMode="auto">
        <a:xfrm>
          <a:off x="0" y="0"/>
          <a:ext cx="0" cy="0"/>
          <a:chOff x="0" y="0"/>
          <a:chExt cx="0" cy="0"/>
        </a:xfrm>
      </p:grpSpPr>
      <p:sp>
        <p:nvSpPr>
          <p:cNvPr id="1352383462" name="Titre 1"/>
          <p:cNvSpPr>
            <a:spLocks noGrp="1"/>
          </p:cNvSpPr>
          <p:nvPr>
            <p:ph type="title"/>
          </p:nvPr>
        </p:nvSpPr>
        <p:spPr bwMode="auto"/>
        <p:txBody>
          <a:bodyPr/>
          <a:lstStyle/>
          <a:p>
            <a:pPr>
              <a:defRPr/>
            </a:pPr>
            <a:endParaRPr lang="fr-FR"/>
          </a:p>
        </p:txBody>
      </p:sp>
      <p:pic>
        <p:nvPicPr>
          <p:cNvPr id="1035430487" name="Image 7"/>
          <p:cNvPicPr>
            <a:picLocks noChangeAspect="1"/>
          </p:cNvPicPr>
          <p:nvPr/>
        </p:nvPicPr>
        <p:blipFill>
          <a:blip r:embed="rId3"/>
          <a:stretch/>
        </p:blipFill>
        <p:spPr bwMode="auto">
          <a:xfrm>
            <a:off x="763731" y="547688"/>
            <a:ext cx="5125803" cy="4303593"/>
          </a:xfrm>
          <a:prstGeom prst="rect">
            <a:avLst/>
          </a:prstGeom>
        </p:spPr>
      </p:pic>
      <p:pic>
        <p:nvPicPr>
          <p:cNvPr id="1135247586" name="Image 9"/>
          <p:cNvPicPr>
            <a:picLocks noChangeAspect="1"/>
          </p:cNvPicPr>
          <p:nvPr/>
        </p:nvPicPr>
        <p:blipFill>
          <a:blip r:embed="rId4"/>
          <a:stretch/>
        </p:blipFill>
        <p:spPr bwMode="auto">
          <a:xfrm>
            <a:off x="309617" y="5143500"/>
            <a:ext cx="7232118" cy="4056714"/>
          </a:xfrm>
          <a:prstGeom prst="rect">
            <a:avLst/>
          </a:prstGeom>
        </p:spPr>
      </p:pic>
      <p:pic>
        <p:nvPicPr>
          <p:cNvPr id="1430648714" name="Image 11"/>
          <p:cNvPicPr>
            <a:picLocks noChangeAspect="1"/>
          </p:cNvPicPr>
          <p:nvPr/>
        </p:nvPicPr>
        <p:blipFill>
          <a:blip r:embed="rId5"/>
          <a:stretch/>
        </p:blipFill>
        <p:spPr bwMode="auto">
          <a:xfrm>
            <a:off x="11075525" y="274637"/>
            <a:ext cx="6679061" cy="4907873"/>
          </a:xfrm>
          <a:prstGeom prst="rect">
            <a:avLst/>
          </a:prstGeom>
        </p:spPr>
      </p:pic>
      <p:pic>
        <p:nvPicPr>
          <p:cNvPr id="162908703" name="Encre 2"/>
          <p:cNvPicPr/>
          <p:nvPr/>
        </p:nvPicPr>
        <p:blipFill>
          <a:blip r:embed="rId6"/>
          <a:stretch/>
        </p:blipFill>
        <p:spPr bwMode="auto">
          <a:xfrm>
            <a:off x="10163160" y="7963200"/>
            <a:ext cx="266760" cy="647640"/>
          </a:xfrm>
          <a:prstGeom prst="rect">
            <a:avLst/>
          </a:prstGeom>
        </p:spPr>
      </p:pic>
      <p:pic>
        <p:nvPicPr>
          <p:cNvPr id="1152146518" name="Image 1152146517"/>
          <p:cNvPicPr>
            <a:picLocks noChangeAspect="1"/>
          </p:cNvPicPr>
          <p:nvPr/>
        </p:nvPicPr>
        <p:blipFill>
          <a:blip r:embed="rId7"/>
          <a:stretch/>
        </p:blipFill>
        <p:spPr bwMode="auto">
          <a:xfrm>
            <a:off x="4243124" y="5436248"/>
            <a:ext cx="7239262" cy="3711467"/>
          </a:xfrm>
          <a:prstGeom prst="rect">
            <a:avLst/>
          </a:prstGeom>
        </p:spPr>
      </p:pic>
      <p:pic>
        <p:nvPicPr>
          <p:cNvPr id="1612166559" name="Image 1612166558"/>
          <p:cNvPicPr>
            <a:picLocks noChangeAspect="1"/>
          </p:cNvPicPr>
          <p:nvPr/>
        </p:nvPicPr>
        <p:blipFill>
          <a:blip r:embed="rId8"/>
          <a:stretch/>
        </p:blipFill>
        <p:spPr bwMode="auto">
          <a:xfrm>
            <a:off x="11712773" y="5238749"/>
            <a:ext cx="6448424" cy="4552949"/>
          </a:xfrm>
          <a:prstGeom prst="rect">
            <a:avLst/>
          </a:prstGeom>
        </p:spPr>
      </p:pic>
      <p:pic>
        <p:nvPicPr>
          <p:cNvPr id="769077342" name="Image 769077341"/>
          <p:cNvPicPr>
            <a:picLocks noChangeAspect="1"/>
          </p:cNvPicPr>
          <p:nvPr/>
        </p:nvPicPr>
        <p:blipFill>
          <a:blip r:embed="rId9"/>
          <a:stretch/>
        </p:blipFill>
        <p:spPr bwMode="auto">
          <a:xfrm>
            <a:off x="2753319" y="3289101"/>
            <a:ext cx="6715125" cy="5153024"/>
          </a:xfrm>
          <a:prstGeom prst="rect">
            <a:avLst/>
          </a:prstGeom>
        </p:spPr>
      </p:pic>
      <p:pic>
        <p:nvPicPr>
          <p:cNvPr id="1087497579" name="Image 1087497578"/>
          <p:cNvPicPr>
            <a:picLocks noChangeAspect="1"/>
          </p:cNvPicPr>
          <p:nvPr/>
        </p:nvPicPr>
        <p:blipFill>
          <a:blip r:embed="rId10"/>
          <a:stretch/>
        </p:blipFill>
        <p:spPr bwMode="auto">
          <a:xfrm>
            <a:off x="1845468" y="699491"/>
            <a:ext cx="6562724" cy="4676774"/>
          </a:xfrm>
          <a:prstGeom prst="rect">
            <a:avLst/>
          </a:prstGeom>
        </p:spPr>
      </p:pic>
      <p:pic>
        <p:nvPicPr>
          <p:cNvPr id="1096221168" name="Image 1096221167"/>
          <p:cNvPicPr>
            <a:picLocks noChangeAspect="1"/>
          </p:cNvPicPr>
          <p:nvPr/>
        </p:nvPicPr>
        <p:blipFill>
          <a:blip r:embed="rId11"/>
          <a:stretch/>
        </p:blipFill>
        <p:spPr bwMode="auto">
          <a:xfrm>
            <a:off x="8840390" y="2604492"/>
            <a:ext cx="6734174" cy="6095999"/>
          </a:xfrm>
          <a:prstGeom prst="rect">
            <a:avLst/>
          </a:prstGeom>
        </p:spPr>
      </p:pic>
      <p:pic>
        <p:nvPicPr>
          <p:cNvPr id="1837088197" name="Image 1837088196"/>
          <p:cNvPicPr>
            <a:picLocks noChangeAspect="1"/>
          </p:cNvPicPr>
          <p:nvPr/>
        </p:nvPicPr>
        <p:blipFill>
          <a:blip r:embed="rId12"/>
          <a:stretch/>
        </p:blipFill>
        <p:spPr bwMode="auto">
          <a:xfrm>
            <a:off x="5889533" y="163710"/>
            <a:ext cx="6543675" cy="586739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xmlns:m="http://schemas.openxmlformats.org/officeDocument/2006/math" xmlns:w="http://schemas.openxmlformats.org/wordprocessingml/2006/main">
      <p:transition spd="slow" advClick="1">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3524758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306487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035430487"/>
                                        </p:tgtEl>
                                        <p:attrNameLst>
                                          <p:attrName>style.visibility</p:attrName>
                                        </p:attrNameLst>
                                      </p:cBhvr>
                                      <p:to>
                                        <p:strVal val="visible"/>
                                      </p:to>
                                    </p:set>
                                    <p:animEffect transition="in" filter="fade">
                                      <p:cBhvr>
                                        <p:cTn id="15" dur="500"/>
                                        <p:tgtEl>
                                          <p:spTgt spid="103543048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152146518"/>
                                        </p:tgtEl>
                                        <p:attrNameLst>
                                          <p:attrName>style.visibility</p:attrName>
                                        </p:attrNameLst>
                                      </p:cBhvr>
                                      <p:to>
                                        <p:strVal val="visible"/>
                                      </p:to>
                                    </p:set>
                                    <p:animEffect transition="in" filter="fade">
                                      <p:cBhvr>
                                        <p:cTn id="20" dur="500"/>
                                        <p:tgtEl>
                                          <p:spTgt spid="115214651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612166559"/>
                                        </p:tgtEl>
                                        <p:attrNameLst>
                                          <p:attrName>style.visibility</p:attrName>
                                        </p:attrNameLst>
                                      </p:cBhvr>
                                      <p:to>
                                        <p:strVal val="visible"/>
                                      </p:to>
                                    </p:set>
                                    <p:animEffect transition="in" filter="fade">
                                      <p:cBhvr>
                                        <p:cTn id="25" dur="500"/>
                                        <p:tgtEl>
                                          <p:spTgt spid="1612166559"/>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769077342"/>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087497579"/>
                                        </p:tgtEl>
                                        <p:attrNameLst>
                                          <p:attrName>style.visibility</p:attrName>
                                        </p:attrNameLst>
                                      </p:cBhvr>
                                      <p:to>
                                        <p:strVal val="visible"/>
                                      </p:to>
                                    </p:set>
                                    <p:animEffect transition="in" filter="fade">
                                      <p:cBhvr>
                                        <p:cTn id="34" dur="500"/>
                                        <p:tgtEl>
                                          <p:spTgt spid="1087497579"/>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096221168"/>
                                        </p:tgtEl>
                                        <p:attrNameLst>
                                          <p:attrName>style.visibility</p:attrName>
                                        </p:attrNameLst>
                                      </p:cBhvr>
                                      <p:to>
                                        <p:strVal val="visible"/>
                                      </p:to>
                                    </p:set>
                                    <p:animEffect transition="in" filter="fade">
                                      <p:cBhvr>
                                        <p:cTn id="39" dur="500"/>
                                        <p:tgtEl>
                                          <p:spTgt spid="1096221168"/>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837088197"/>
                                        </p:tgtEl>
                                        <p:attrNameLst>
                                          <p:attrName>style.visibility</p:attrName>
                                        </p:attrNameLst>
                                      </p:cBhvr>
                                      <p:to>
                                        <p:strVal val="visible"/>
                                      </p:to>
                                    </p:set>
                                    <p:animEffect transition="in" filter="fade">
                                      <p:cBhvr>
                                        <p:cTn id="44" dur="500"/>
                                        <p:tgtEl>
                                          <p:spTgt spid="18370881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041E752-9171-9BAD-73DE-5019A207757C}"/>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A589BC06-9707-65C9-CA7A-E68A814627FA}"/>
              </a:ext>
            </a:extLst>
          </p:cNvPr>
          <p:cNvSpPr>
            <a:spLocks noGrp="1"/>
          </p:cNvSpPr>
          <p:nvPr>
            <p:ph idx="1"/>
          </p:nvPr>
        </p:nvSpPr>
        <p:spPr/>
        <p:txBody>
          <a:bodyPr/>
          <a:lstStyle/>
          <a:p>
            <a:endParaRPr lang="fr-FR"/>
          </a:p>
        </p:txBody>
      </p:sp>
      <p:pic>
        <p:nvPicPr>
          <p:cNvPr id="5" name="Image 4" descr="Une image contenant texte, briquet&#10;&#10;Le contenu généré par l’IA peut être incorrect.">
            <a:extLst>
              <a:ext uri="{FF2B5EF4-FFF2-40B4-BE49-F238E27FC236}">
                <a16:creationId xmlns:a16="http://schemas.microsoft.com/office/drawing/2014/main" id="{703811F7-9E41-60EA-16F1-367E00CBEC3B}"/>
              </a:ext>
            </a:extLst>
          </p:cNvPr>
          <p:cNvPicPr>
            <a:picLocks noChangeAspect="1"/>
          </p:cNvPicPr>
          <p:nvPr/>
        </p:nvPicPr>
        <p:blipFill>
          <a:blip r:embed="rId3"/>
          <a:stretch>
            <a:fillRect/>
          </a:stretch>
        </p:blipFill>
        <p:spPr>
          <a:xfrm>
            <a:off x="424070" y="296173"/>
            <a:ext cx="6649378" cy="6296904"/>
          </a:xfrm>
          <a:prstGeom prst="rect">
            <a:avLst/>
          </a:prstGeom>
        </p:spPr>
      </p:pic>
      <p:pic>
        <p:nvPicPr>
          <p:cNvPr id="7" name="Image 6" descr="Une image contenant texte, capture d’écran, logiciel, Page web&#10;&#10;Le contenu généré par l’IA peut être incorrect.">
            <a:extLst>
              <a:ext uri="{FF2B5EF4-FFF2-40B4-BE49-F238E27FC236}">
                <a16:creationId xmlns:a16="http://schemas.microsoft.com/office/drawing/2014/main" id="{2418639A-66A0-FB49-906B-61920EAE45C7}"/>
              </a:ext>
            </a:extLst>
          </p:cNvPr>
          <p:cNvPicPr>
            <a:picLocks noChangeAspect="1"/>
          </p:cNvPicPr>
          <p:nvPr/>
        </p:nvPicPr>
        <p:blipFill>
          <a:blip r:embed="rId4"/>
          <a:stretch>
            <a:fillRect/>
          </a:stretch>
        </p:blipFill>
        <p:spPr>
          <a:xfrm>
            <a:off x="9475180" y="302318"/>
            <a:ext cx="8355620" cy="5948916"/>
          </a:xfrm>
          <a:prstGeom prst="rect">
            <a:avLst/>
          </a:prstGeom>
        </p:spPr>
      </p:pic>
      <p:pic>
        <p:nvPicPr>
          <p:cNvPr id="9" name="Image 8" descr="Une image contenant texte, capture d’écran, logiciel, Page web&#10;&#10;Le contenu généré par l’IA peut être incorrect.">
            <a:extLst>
              <a:ext uri="{FF2B5EF4-FFF2-40B4-BE49-F238E27FC236}">
                <a16:creationId xmlns:a16="http://schemas.microsoft.com/office/drawing/2014/main" id="{77F5F76A-DED4-3DE5-602B-8B972A5D39C5}"/>
              </a:ext>
            </a:extLst>
          </p:cNvPr>
          <p:cNvPicPr>
            <a:picLocks noChangeAspect="1"/>
          </p:cNvPicPr>
          <p:nvPr/>
        </p:nvPicPr>
        <p:blipFill>
          <a:blip r:embed="rId5"/>
          <a:stretch>
            <a:fillRect/>
          </a:stretch>
        </p:blipFill>
        <p:spPr>
          <a:xfrm>
            <a:off x="4009441" y="4555695"/>
            <a:ext cx="9606760" cy="5815250"/>
          </a:xfrm>
          <a:prstGeom prst="rect">
            <a:avLst/>
          </a:prstGeom>
        </p:spPr>
      </p:pic>
    </p:spTree>
    <p:extLst>
      <p:ext uri="{BB962C8B-B14F-4D97-AF65-F5344CB8AC3E}">
        <p14:creationId xmlns:p14="http://schemas.microsoft.com/office/powerpoint/2010/main" val="3615968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 11">
            <a:extLst>
              <a:ext uri="{FF2B5EF4-FFF2-40B4-BE49-F238E27FC236}">
                <a16:creationId xmlns:a16="http://schemas.microsoft.com/office/drawing/2014/main" id="{4421E7E2-984F-DDEB-838B-183992A8BDB9}"/>
              </a:ext>
            </a:extLst>
          </p:cNvPr>
          <p:cNvPicPr>
            <a:picLocks noChangeAspect="1"/>
          </p:cNvPicPr>
          <p:nvPr/>
        </p:nvPicPr>
        <p:blipFill>
          <a:blip r:embed="rId2"/>
          <a:stretch>
            <a:fillRect/>
          </a:stretch>
        </p:blipFill>
        <p:spPr>
          <a:xfrm>
            <a:off x="12039600" y="6896100"/>
            <a:ext cx="6056668" cy="3288836"/>
          </a:xfrm>
          <a:prstGeom prst="rect">
            <a:avLst/>
          </a:prstGeom>
        </p:spPr>
      </p:pic>
      <p:pic>
        <p:nvPicPr>
          <p:cNvPr id="8" name="Image 7">
            <a:extLst>
              <a:ext uri="{FF2B5EF4-FFF2-40B4-BE49-F238E27FC236}">
                <a16:creationId xmlns:a16="http://schemas.microsoft.com/office/drawing/2014/main" id="{907F5A14-D853-ABF4-CC71-D78F34866E86}"/>
              </a:ext>
            </a:extLst>
          </p:cNvPr>
          <p:cNvPicPr>
            <a:picLocks noChangeAspect="1"/>
          </p:cNvPicPr>
          <p:nvPr/>
        </p:nvPicPr>
        <p:blipFill>
          <a:blip r:embed="rId3"/>
          <a:stretch>
            <a:fillRect/>
          </a:stretch>
        </p:blipFill>
        <p:spPr>
          <a:xfrm>
            <a:off x="6710502" y="7406911"/>
            <a:ext cx="5087060" cy="2438740"/>
          </a:xfrm>
          <a:prstGeom prst="rect">
            <a:avLst/>
          </a:prstGeom>
        </p:spPr>
      </p:pic>
      <p:sp>
        <p:nvSpPr>
          <p:cNvPr id="2" name="Titre 1">
            <a:extLst>
              <a:ext uri="{FF2B5EF4-FFF2-40B4-BE49-F238E27FC236}">
                <a16:creationId xmlns:a16="http://schemas.microsoft.com/office/drawing/2014/main" id="{554A2118-90F4-0449-6B5F-6342A487AE2A}"/>
              </a:ext>
            </a:extLst>
          </p:cNvPr>
          <p:cNvSpPr>
            <a:spLocks noGrp="1"/>
          </p:cNvSpPr>
          <p:nvPr>
            <p:ph type="title"/>
          </p:nvPr>
        </p:nvSpPr>
        <p:spPr/>
        <p:txBody>
          <a:bodyPr/>
          <a:lstStyle/>
          <a:p>
            <a:r>
              <a:rPr lang="fr-FR" dirty="0"/>
              <a:t>BMJ et JAMA</a:t>
            </a:r>
          </a:p>
        </p:txBody>
      </p:sp>
      <p:pic>
        <p:nvPicPr>
          <p:cNvPr id="5" name="Image 4">
            <a:extLst>
              <a:ext uri="{FF2B5EF4-FFF2-40B4-BE49-F238E27FC236}">
                <a16:creationId xmlns:a16="http://schemas.microsoft.com/office/drawing/2014/main" id="{40907AE7-844D-40BA-10A5-B1DEEA52F7B4}"/>
              </a:ext>
            </a:extLst>
          </p:cNvPr>
          <p:cNvPicPr>
            <a:picLocks noChangeAspect="1"/>
          </p:cNvPicPr>
          <p:nvPr/>
        </p:nvPicPr>
        <p:blipFill>
          <a:blip r:embed="rId4"/>
          <a:stretch>
            <a:fillRect/>
          </a:stretch>
        </p:blipFill>
        <p:spPr>
          <a:xfrm>
            <a:off x="152400" y="1257300"/>
            <a:ext cx="5284924" cy="4172309"/>
          </a:xfrm>
          <a:prstGeom prst="rect">
            <a:avLst/>
          </a:prstGeom>
        </p:spPr>
      </p:pic>
      <p:pic>
        <p:nvPicPr>
          <p:cNvPr id="11" name="Image 10">
            <a:extLst>
              <a:ext uri="{FF2B5EF4-FFF2-40B4-BE49-F238E27FC236}">
                <a16:creationId xmlns:a16="http://schemas.microsoft.com/office/drawing/2014/main" id="{C0FF1DA3-45EE-9419-15D5-09B1962170FE}"/>
              </a:ext>
            </a:extLst>
          </p:cNvPr>
          <p:cNvPicPr>
            <a:picLocks noChangeAspect="1"/>
          </p:cNvPicPr>
          <p:nvPr/>
        </p:nvPicPr>
        <p:blipFill>
          <a:blip r:embed="rId5"/>
          <a:stretch>
            <a:fillRect/>
          </a:stretch>
        </p:blipFill>
        <p:spPr>
          <a:xfrm>
            <a:off x="12725400" y="287338"/>
            <a:ext cx="4389682" cy="4358147"/>
          </a:xfrm>
          <a:prstGeom prst="rect">
            <a:avLst/>
          </a:prstGeom>
        </p:spPr>
      </p:pic>
      <p:pic>
        <p:nvPicPr>
          <p:cNvPr id="4" name="Image 3">
            <a:extLst>
              <a:ext uri="{FF2B5EF4-FFF2-40B4-BE49-F238E27FC236}">
                <a16:creationId xmlns:a16="http://schemas.microsoft.com/office/drawing/2014/main" id="{6B975789-B51A-BC3C-334B-8E529714FF43}"/>
              </a:ext>
            </a:extLst>
          </p:cNvPr>
          <p:cNvPicPr>
            <a:picLocks noChangeAspect="1"/>
          </p:cNvPicPr>
          <p:nvPr/>
        </p:nvPicPr>
        <p:blipFill>
          <a:blip r:embed="rId6"/>
          <a:stretch>
            <a:fillRect/>
          </a:stretch>
        </p:blipFill>
        <p:spPr>
          <a:xfrm>
            <a:off x="484632" y="5350592"/>
            <a:ext cx="5983833" cy="4558725"/>
          </a:xfrm>
          <a:prstGeom prst="rect">
            <a:avLst/>
          </a:prstGeom>
        </p:spPr>
      </p:pic>
      <p:pic>
        <p:nvPicPr>
          <p:cNvPr id="15" name="Image 14">
            <a:extLst>
              <a:ext uri="{FF2B5EF4-FFF2-40B4-BE49-F238E27FC236}">
                <a16:creationId xmlns:a16="http://schemas.microsoft.com/office/drawing/2014/main" id="{0709AC85-48F3-F010-D08E-2F17065E3ED2}"/>
              </a:ext>
            </a:extLst>
          </p:cNvPr>
          <p:cNvPicPr>
            <a:picLocks noChangeAspect="1"/>
          </p:cNvPicPr>
          <p:nvPr/>
        </p:nvPicPr>
        <p:blipFill>
          <a:blip r:embed="rId7"/>
          <a:stretch>
            <a:fillRect/>
          </a:stretch>
        </p:blipFill>
        <p:spPr>
          <a:xfrm>
            <a:off x="5946782" y="5245668"/>
            <a:ext cx="6506483" cy="2819794"/>
          </a:xfrm>
          <a:prstGeom prst="rect">
            <a:avLst/>
          </a:prstGeom>
        </p:spPr>
      </p:pic>
      <p:pic>
        <p:nvPicPr>
          <p:cNvPr id="17" name="Image 16">
            <a:extLst>
              <a:ext uri="{FF2B5EF4-FFF2-40B4-BE49-F238E27FC236}">
                <a16:creationId xmlns:a16="http://schemas.microsoft.com/office/drawing/2014/main" id="{8D34ECBD-D73C-07CC-1FC6-D36FFD0D713F}"/>
              </a:ext>
            </a:extLst>
          </p:cNvPr>
          <p:cNvPicPr>
            <a:picLocks noChangeAspect="1"/>
          </p:cNvPicPr>
          <p:nvPr/>
        </p:nvPicPr>
        <p:blipFill>
          <a:blip r:embed="rId8"/>
          <a:stretch>
            <a:fillRect/>
          </a:stretch>
        </p:blipFill>
        <p:spPr>
          <a:xfrm>
            <a:off x="5212299" y="2733438"/>
            <a:ext cx="7278116" cy="1848108"/>
          </a:xfrm>
          <a:prstGeom prst="rect">
            <a:avLst/>
          </a:prstGeom>
        </p:spPr>
      </p:pic>
      <p:pic>
        <p:nvPicPr>
          <p:cNvPr id="7" name="Image 6">
            <a:extLst>
              <a:ext uri="{FF2B5EF4-FFF2-40B4-BE49-F238E27FC236}">
                <a16:creationId xmlns:a16="http://schemas.microsoft.com/office/drawing/2014/main" id="{154F5BA8-72B8-C1FB-29C2-DE644277FC61}"/>
              </a:ext>
            </a:extLst>
          </p:cNvPr>
          <p:cNvPicPr>
            <a:picLocks noChangeAspect="1"/>
          </p:cNvPicPr>
          <p:nvPr/>
        </p:nvPicPr>
        <p:blipFill>
          <a:blip r:embed="rId9"/>
          <a:stretch>
            <a:fillRect/>
          </a:stretch>
        </p:blipFill>
        <p:spPr>
          <a:xfrm>
            <a:off x="5432244" y="1472607"/>
            <a:ext cx="4634554" cy="4791541"/>
          </a:xfrm>
          <a:prstGeom prst="rect">
            <a:avLst/>
          </a:prstGeom>
        </p:spPr>
      </p:pic>
      <p:pic>
        <p:nvPicPr>
          <p:cNvPr id="9" name="Image 8">
            <a:extLst>
              <a:ext uri="{FF2B5EF4-FFF2-40B4-BE49-F238E27FC236}">
                <a16:creationId xmlns:a16="http://schemas.microsoft.com/office/drawing/2014/main" id="{AA5D469D-75C3-3E12-5A27-28899A4BA35E}"/>
              </a:ext>
            </a:extLst>
          </p:cNvPr>
          <p:cNvPicPr>
            <a:picLocks noChangeAspect="1"/>
          </p:cNvPicPr>
          <p:nvPr/>
        </p:nvPicPr>
        <p:blipFill>
          <a:blip r:embed="rId10"/>
          <a:stretch>
            <a:fillRect/>
          </a:stretch>
        </p:blipFill>
        <p:spPr>
          <a:xfrm>
            <a:off x="11277600" y="4569804"/>
            <a:ext cx="6096851" cy="2143424"/>
          </a:xfrm>
          <a:prstGeom prst="rect">
            <a:avLst/>
          </a:prstGeom>
        </p:spPr>
      </p:pic>
      <p:pic>
        <p:nvPicPr>
          <p:cNvPr id="13" name="Image 12">
            <a:extLst>
              <a:ext uri="{FF2B5EF4-FFF2-40B4-BE49-F238E27FC236}">
                <a16:creationId xmlns:a16="http://schemas.microsoft.com/office/drawing/2014/main" id="{D8E0FC65-1D51-D8F7-FCE6-A4449C5E13E0}"/>
              </a:ext>
            </a:extLst>
          </p:cNvPr>
          <p:cNvPicPr>
            <a:picLocks noChangeAspect="1"/>
          </p:cNvPicPr>
          <p:nvPr/>
        </p:nvPicPr>
        <p:blipFill>
          <a:blip r:embed="rId11"/>
          <a:stretch>
            <a:fillRect/>
          </a:stretch>
        </p:blipFill>
        <p:spPr>
          <a:xfrm>
            <a:off x="8753637" y="1562100"/>
            <a:ext cx="5284924" cy="7579156"/>
          </a:xfrm>
          <a:prstGeom prst="rect">
            <a:avLst/>
          </a:prstGeom>
        </p:spPr>
      </p:pic>
    </p:spTree>
    <p:extLst>
      <p:ext uri="{BB962C8B-B14F-4D97-AF65-F5344CB8AC3E}">
        <p14:creationId xmlns:p14="http://schemas.microsoft.com/office/powerpoint/2010/main" val="4227215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500"/>
                                        <p:tgtEl>
                                          <p:spTgt spid="17"/>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7"/>
                                        </p:tgtEl>
                                        <p:attrNameLst>
                                          <p:attrName>style.visibility</p:attrName>
                                        </p:attrNameLst>
                                      </p:cBhvr>
                                      <p:to>
                                        <p:strVal val="visible"/>
                                      </p:to>
                                    </p:set>
                                    <p:anim calcmode="lin" valueType="num">
                                      <p:cBhvr additive="base">
                                        <p:cTn id="36" dur="500" fill="hold"/>
                                        <p:tgtEl>
                                          <p:spTgt spid="7"/>
                                        </p:tgtEl>
                                        <p:attrNameLst>
                                          <p:attrName>ppt_x</p:attrName>
                                        </p:attrNameLst>
                                      </p:cBhvr>
                                      <p:tavLst>
                                        <p:tav tm="0">
                                          <p:val>
                                            <p:strVal val="#ppt_x"/>
                                          </p:val>
                                        </p:tav>
                                        <p:tav tm="100000">
                                          <p:val>
                                            <p:strVal val="#ppt_x"/>
                                          </p:val>
                                        </p:tav>
                                      </p:tavLst>
                                    </p:anim>
                                    <p:anim calcmode="lin" valueType="num">
                                      <p:cBhvr additive="base">
                                        <p:cTn id="37"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fade">
                                      <p:cBhvr>
                                        <p:cTn id="47" dur="500"/>
                                        <p:tgtEl>
                                          <p:spTgt spid="9"/>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bg>
      <p:bgPr>
        <a:solidFill>
          <a:srgbClr val="F4F4F4"/>
        </a:solidFill>
        <a:effectLst/>
      </p:bgPr>
    </p:bg>
    <p:spTree>
      <p:nvGrpSpPr>
        <p:cNvPr id="1" name=""/>
        <p:cNvGrpSpPr/>
        <p:nvPr/>
      </p:nvGrpSpPr>
      <p:grpSpPr bwMode="auto">
        <a:xfrm>
          <a:off x="0" y="0"/>
          <a:ext cx="0" cy="0"/>
          <a:chOff x="0" y="0"/>
          <a:chExt cx="0" cy="0"/>
        </a:xfrm>
      </p:grpSpPr>
      <p:pic>
        <p:nvPicPr>
          <p:cNvPr id="58946075" name="Espace réservé du contenu 4" descr="Une image contenant affiche, art, Police, Graphique&#10;&#10;Description générée automatiquement"/>
          <p:cNvPicPr>
            <a:picLocks noGrp="1" noChangeAspect="1"/>
          </p:cNvPicPr>
          <p:nvPr>
            <p:ph idx="1"/>
          </p:nvPr>
        </p:nvPicPr>
        <p:blipFill>
          <a:blip r:embed="rId3"/>
          <a:stretch/>
        </p:blipFill>
        <p:spPr bwMode="auto">
          <a:xfrm>
            <a:off x="7393781" y="3451428"/>
            <a:ext cx="3500438" cy="3857625"/>
          </a:xfrm>
        </p:spPr>
      </p:pic>
      <p:sp>
        <p:nvSpPr>
          <p:cNvPr id="177093484" name="ZoneTexte 5"/>
          <p:cNvSpPr txBox="1"/>
          <p:nvPr/>
        </p:nvSpPr>
        <p:spPr bwMode="auto">
          <a:xfrm>
            <a:off x="1021405" y="963040"/>
            <a:ext cx="1610313" cy="507831"/>
          </a:xfrm>
          <a:prstGeom prst="rect">
            <a:avLst/>
          </a:prstGeom>
          <a:noFill/>
        </p:spPr>
        <p:txBody>
          <a:bodyPr wrap="none" rtlCol="0">
            <a:spAutoFit/>
          </a:bodyPr>
          <a:lstStyle/>
          <a:p>
            <a:pPr>
              <a:defRPr/>
            </a:pPr>
            <a:r>
              <a:rPr lang="fr-FR" sz="2700"/>
              <a:t>Paper Mill</a:t>
            </a:r>
            <a:endParaRPr/>
          </a:p>
        </p:txBody>
      </p:sp>
      <p:pic>
        <p:nvPicPr>
          <p:cNvPr id="1209551320" name="Image 7"/>
          <p:cNvPicPr>
            <a:picLocks noChangeAspect="1"/>
          </p:cNvPicPr>
          <p:nvPr/>
        </p:nvPicPr>
        <p:blipFill>
          <a:blip r:embed="rId4"/>
          <a:stretch/>
        </p:blipFill>
        <p:spPr bwMode="auto">
          <a:xfrm>
            <a:off x="385936" y="1517037"/>
            <a:ext cx="4676294" cy="4133292"/>
          </a:xfrm>
          <a:prstGeom prst="rect">
            <a:avLst/>
          </a:prstGeom>
        </p:spPr>
      </p:pic>
      <p:pic>
        <p:nvPicPr>
          <p:cNvPr id="2055484274" name="Image 9"/>
          <p:cNvPicPr>
            <a:picLocks noChangeAspect="1"/>
          </p:cNvPicPr>
          <p:nvPr/>
        </p:nvPicPr>
        <p:blipFill>
          <a:blip r:embed="rId5"/>
          <a:stretch/>
        </p:blipFill>
        <p:spPr bwMode="auto">
          <a:xfrm>
            <a:off x="8695482" y="979489"/>
            <a:ext cx="9060576" cy="3093641"/>
          </a:xfrm>
          <a:prstGeom prst="rect">
            <a:avLst/>
          </a:prstGeom>
        </p:spPr>
      </p:pic>
      <p:sp>
        <p:nvSpPr>
          <p:cNvPr id="889056655" name="ZoneTexte 10"/>
          <p:cNvSpPr txBox="1"/>
          <p:nvPr/>
        </p:nvSpPr>
        <p:spPr bwMode="auto">
          <a:xfrm>
            <a:off x="8925126" y="425491"/>
            <a:ext cx="2765757" cy="507831"/>
          </a:xfrm>
          <a:prstGeom prst="rect">
            <a:avLst/>
          </a:prstGeom>
          <a:noFill/>
        </p:spPr>
        <p:txBody>
          <a:bodyPr wrap="none" rtlCol="0">
            <a:spAutoFit/>
          </a:bodyPr>
          <a:lstStyle/>
          <a:p>
            <a:pPr>
              <a:defRPr/>
            </a:pPr>
            <a:r>
              <a:rPr lang="fr-FR" sz="2700"/>
              <a:t>Sponsored articles</a:t>
            </a:r>
            <a:endParaRPr/>
          </a:p>
        </p:txBody>
      </p:sp>
      <p:pic>
        <p:nvPicPr>
          <p:cNvPr id="2017423436" name="Image 12"/>
          <p:cNvPicPr>
            <a:picLocks noChangeAspect="1"/>
          </p:cNvPicPr>
          <p:nvPr/>
        </p:nvPicPr>
        <p:blipFill>
          <a:blip r:embed="rId6"/>
          <a:stretch/>
        </p:blipFill>
        <p:spPr bwMode="auto">
          <a:xfrm>
            <a:off x="642026" y="6815651"/>
            <a:ext cx="4526285" cy="3209015"/>
          </a:xfrm>
          <a:prstGeom prst="rect">
            <a:avLst/>
          </a:prstGeom>
        </p:spPr>
      </p:pic>
      <p:sp>
        <p:nvSpPr>
          <p:cNvPr id="1535369331" name="ZoneTexte 13"/>
          <p:cNvSpPr txBox="1"/>
          <p:nvPr/>
        </p:nvSpPr>
        <p:spPr bwMode="auto">
          <a:xfrm>
            <a:off x="1146946" y="6204328"/>
            <a:ext cx="3862917" cy="507831"/>
          </a:xfrm>
          <a:prstGeom prst="rect">
            <a:avLst/>
          </a:prstGeom>
          <a:noFill/>
        </p:spPr>
        <p:txBody>
          <a:bodyPr wrap="none" rtlCol="0">
            <a:spAutoFit/>
          </a:bodyPr>
          <a:lstStyle/>
          <a:p>
            <a:pPr>
              <a:defRPr/>
            </a:pPr>
            <a:r>
              <a:rPr lang="fr-FR" sz="2700"/>
              <a:t>Incredible publication rate</a:t>
            </a:r>
            <a:endParaRPr/>
          </a:p>
        </p:txBody>
      </p:sp>
      <p:pic>
        <p:nvPicPr>
          <p:cNvPr id="762946281" name="Image 15"/>
          <p:cNvPicPr>
            <a:picLocks noChangeAspect="1"/>
          </p:cNvPicPr>
          <p:nvPr/>
        </p:nvPicPr>
        <p:blipFill>
          <a:blip r:embed="rId7"/>
          <a:stretch/>
        </p:blipFill>
        <p:spPr bwMode="auto">
          <a:xfrm>
            <a:off x="10689106" y="6595395"/>
            <a:ext cx="7272068" cy="3266115"/>
          </a:xfrm>
          <a:prstGeom prst="rect">
            <a:avLst/>
          </a:prstGeom>
        </p:spPr>
      </p:pic>
      <p:pic>
        <p:nvPicPr>
          <p:cNvPr id="913630492" name="Image 2"/>
          <p:cNvPicPr>
            <a:picLocks noChangeAspect="1"/>
          </p:cNvPicPr>
          <p:nvPr/>
        </p:nvPicPr>
        <p:blipFill>
          <a:blip r:embed="rId8"/>
          <a:stretch/>
        </p:blipFill>
        <p:spPr bwMode="auto">
          <a:xfrm>
            <a:off x="5717263" y="5408183"/>
            <a:ext cx="4480948" cy="438188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xmlns:m="http://schemas.openxmlformats.org/officeDocument/2006/math" xmlns:w="http://schemas.openxmlformats.org/wordprocessingml/2006/main">
      <p:transition spd="slow" advClick="1">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58946075"/>
                                        </p:tgtEl>
                                        <p:attrNameLst>
                                          <p:attrName>style.visibility</p:attrName>
                                        </p:attrNameLst>
                                      </p:cBhvr>
                                      <p:to>
                                        <p:strVal val="visible"/>
                                      </p:to>
                                    </p:set>
                                    <p:animEffect transition="in" filter="wipe(down)">
                                      <p:cBhvr>
                                        <p:cTn id="7" dur="580">
                                          <p:stCondLst>
                                            <p:cond delay="0"/>
                                          </p:stCondLst>
                                        </p:cTn>
                                        <p:tgtEl>
                                          <p:spTgt spid="58946075"/>
                                        </p:tgtEl>
                                      </p:cBhvr>
                                    </p:animEffect>
                                    <p:anim calcmode="lin" valueType="num">
                                      <p:cBhvr>
                                        <p:cTn id="8" dur="1822" tmFilter="0,0; 0.14,0.36; 0.43,0.73; 0.71,0.91; 1.0,1.0">
                                          <p:stCondLst>
                                            <p:cond delay="0"/>
                                          </p:stCondLst>
                                        </p:cTn>
                                        <p:tgtEl>
                                          <p:spTgt spid="58946075"/>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58946075"/>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58946075"/>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58946075"/>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58946075"/>
                                        </p:tgtEl>
                                        <p:attrNameLst>
                                          <p:attrName>ppt_y</p:attrName>
                                        </p:attrNameLst>
                                      </p:cBhvr>
                                      <p:tavLst>
                                        <p:tav tm="0" fmla="#ppt_y-sin(pi*$)/81">
                                          <p:val>
                                            <p:fltVal val="0"/>
                                          </p:val>
                                        </p:tav>
                                        <p:tav tm="100000">
                                          <p:val>
                                            <p:fltVal val="1"/>
                                          </p:val>
                                        </p:tav>
                                      </p:tavLst>
                                    </p:anim>
                                    <p:animScale>
                                      <p:cBhvr>
                                        <p:cTn id="13" dur="26">
                                          <p:stCondLst>
                                            <p:cond delay="650"/>
                                          </p:stCondLst>
                                        </p:cTn>
                                        <p:tgtEl>
                                          <p:spTgt spid="58946075"/>
                                        </p:tgtEl>
                                      </p:cBhvr>
                                      <p:to x="100000" y="60000"/>
                                    </p:animScale>
                                    <p:animScale>
                                      <p:cBhvr>
                                        <p:cTn id="14" dur="166" decel="50000">
                                          <p:stCondLst>
                                            <p:cond delay="676"/>
                                          </p:stCondLst>
                                        </p:cTn>
                                        <p:tgtEl>
                                          <p:spTgt spid="58946075"/>
                                        </p:tgtEl>
                                      </p:cBhvr>
                                      <p:to x="100000" y="100000"/>
                                    </p:animScale>
                                    <p:animScale>
                                      <p:cBhvr>
                                        <p:cTn id="15" dur="26">
                                          <p:stCondLst>
                                            <p:cond delay="1312"/>
                                          </p:stCondLst>
                                        </p:cTn>
                                        <p:tgtEl>
                                          <p:spTgt spid="58946075"/>
                                        </p:tgtEl>
                                      </p:cBhvr>
                                      <p:to x="100000" y="80000"/>
                                    </p:animScale>
                                    <p:animScale>
                                      <p:cBhvr>
                                        <p:cTn id="16" dur="166" decel="50000">
                                          <p:stCondLst>
                                            <p:cond delay="1338"/>
                                          </p:stCondLst>
                                        </p:cTn>
                                        <p:tgtEl>
                                          <p:spTgt spid="58946075"/>
                                        </p:tgtEl>
                                      </p:cBhvr>
                                      <p:to x="100000" y="100000"/>
                                    </p:animScale>
                                    <p:animScale>
                                      <p:cBhvr>
                                        <p:cTn id="17" dur="26">
                                          <p:stCondLst>
                                            <p:cond delay="1642"/>
                                          </p:stCondLst>
                                        </p:cTn>
                                        <p:tgtEl>
                                          <p:spTgt spid="58946075"/>
                                        </p:tgtEl>
                                      </p:cBhvr>
                                      <p:to x="100000" y="90000"/>
                                    </p:animScale>
                                    <p:animScale>
                                      <p:cBhvr>
                                        <p:cTn id="18" dur="166" decel="50000">
                                          <p:stCondLst>
                                            <p:cond delay="1668"/>
                                          </p:stCondLst>
                                        </p:cTn>
                                        <p:tgtEl>
                                          <p:spTgt spid="58946075"/>
                                        </p:tgtEl>
                                      </p:cBhvr>
                                      <p:to x="100000" y="100000"/>
                                    </p:animScale>
                                    <p:animScale>
                                      <p:cBhvr>
                                        <p:cTn id="19" dur="26">
                                          <p:stCondLst>
                                            <p:cond delay="1808"/>
                                          </p:stCondLst>
                                        </p:cTn>
                                        <p:tgtEl>
                                          <p:spTgt spid="58946075"/>
                                        </p:tgtEl>
                                      </p:cBhvr>
                                      <p:to x="100000" y="95000"/>
                                    </p:animScale>
                                    <p:animScale>
                                      <p:cBhvr>
                                        <p:cTn id="20" dur="166" decel="50000">
                                          <p:stCondLst>
                                            <p:cond delay="1834"/>
                                          </p:stCondLst>
                                        </p:cTn>
                                        <p:tgtEl>
                                          <p:spTgt spid="58946075"/>
                                        </p:tgtEl>
                                      </p:cBhvr>
                                      <p:to x="100000" y="100000"/>
                                    </p:animScale>
                                  </p:childTnLst>
                                </p:cTn>
                              </p:par>
                              <p:par>
                                <p:cTn id="21" presetID="8" presetClass="emph" presetSubtype="0" fill="hold" nodeType="withEffect">
                                  <p:stCondLst>
                                    <p:cond delay="0"/>
                                  </p:stCondLst>
                                  <p:childTnLst>
                                    <p:animRot by="21600000">
                                      <p:cBhvr>
                                        <p:cTn id="22" dur="2000" fill="hold"/>
                                        <p:tgtEl>
                                          <p:spTgt spid="58946075"/>
                                        </p:tgtEl>
                                        <p:attrNameLst>
                                          <p:attrName>r</p:attrName>
                                        </p:attrNameLst>
                                      </p:cBhvr>
                                    </p:animRo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09551320"/>
                                        </p:tgtEl>
                                        <p:attrNameLst>
                                          <p:attrName>style.visibility</p:attrName>
                                        </p:attrNameLst>
                                      </p:cBhvr>
                                      <p:to>
                                        <p:strVal val="visible"/>
                                      </p:to>
                                    </p:set>
                                    <p:animEffect transition="in" filter="fade">
                                      <p:cBhvr>
                                        <p:cTn id="27" dur="500"/>
                                        <p:tgtEl>
                                          <p:spTgt spid="120955132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77093484"/>
                                        </p:tgtEl>
                                        <p:attrNameLst>
                                          <p:attrName>style.visibility</p:attrName>
                                        </p:attrNameLst>
                                      </p:cBhvr>
                                      <p:to>
                                        <p:strVal val="visible"/>
                                      </p:to>
                                    </p:set>
                                    <p:animEffect transition="in" filter="fade">
                                      <p:cBhvr>
                                        <p:cTn id="30" dur="500"/>
                                        <p:tgtEl>
                                          <p:spTgt spid="177093484"/>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889056655"/>
                                        </p:tgtEl>
                                        <p:attrNameLst>
                                          <p:attrName>style.visibility</p:attrName>
                                        </p:attrNameLst>
                                      </p:cBhvr>
                                      <p:to>
                                        <p:strVal val="visible"/>
                                      </p:to>
                                    </p:set>
                                    <p:animEffect transition="in" filter="fade">
                                      <p:cBhvr>
                                        <p:cTn id="35" dur="500"/>
                                        <p:tgtEl>
                                          <p:spTgt spid="889056655"/>
                                        </p:tgtEl>
                                      </p:cBhvr>
                                    </p:animEffect>
                                  </p:childTnLst>
                                </p:cTn>
                              </p:par>
                              <p:par>
                                <p:cTn id="36" presetID="10" presetClass="entr" presetSubtype="0" fill="hold" nodeType="withEffect">
                                  <p:stCondLst>
                                    <p:cond delay="0"/>
                                  </p:stCondLst>
                                  <p:childTnLst>
                                    <p:set>
                                      <p:cBhvr>
                                        <p:cTn id="37" dur="1" fill="hold">
                                          <p:stCondLst>
                                            <p:cond delay="0"/>
                                          </p:stCondLst>
                                        </p:cTn>
                                        <p:tgtEl>
                                          <p:spTgt spid="2055484274"/>
                                        </p:tgtEl>
                                        <p:attrNameLst>
                                          <p:attrName>style.visibility</p:attrName>
                                        </p:attrNameLst>
                                      </p:cBhvr>
                                      <p:to>
                                        <p:strVal val="visible"/>
                                      </p:to>
                                    </p:set>
                                    <p:animEffect transition="in" filter="fade">
                                      <p:cBhvr>
                                        <p:cTn id="38" dur="500"/>
                                        <p:tgtEl>
                                          <p:spTgt spid="2055484274"/>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535369331"/>
                                        </p:tgtEl>
                                        <p:attrNameLst>
                                          <p:attrName>style.visibility</p:attrName>
                                        </p:attrNameLst>
                                      </p:cBhvr>
                                      <p:to>
                                        <p:strVal val="visible"/>
                                      </p:to>
                                    </p:set>
                                    <p:animEffect transition="in" filter="fade">
                                      <p:cBhvr>
                                        <p:cTn id="43" dur="500"/>
                                        <p:tgtEl>
                                          <p:spTgt spid="1535369331"/>
                                        </p:tgtEl>
                                      </p:cBhvr>
                                    </p:animEffect>
                                  </p:childTnLst>
                                </p:cTn>
                              </p:par>
                              <p:par>
                                <p:cTn id="44" presetID="10" presetClass="entr" presetSubtype="0" fill="hold" nodeType="withEffect">
                                  <p:stCondLst>
                                    <p:cond delay="0"/>
                                  </p:stCondLst>
                                  <p:childTnLst>
                                    <p:set>
                                      <p:cBhvr>
                                        <p:cTn id="45" dur="1" fill="hold">
                                          <p:stCondLst>
                                            <p:cond delay="0"/>
                                          </p:stCondLst>
                                        </p:cTn>
                                        <p:tgtEl>
                                          <p:spTgt spid="2017423436"/>
                                        </p:tgtEl>
                                        <p:attrNameLst>
                                          <p:attrName>style.visibility</p:attrName>
                                        </p:attrNameLst>
                                      </p:cBhvr>
                                      <p:to>
                                        <p:strVal val="visible"/>
                                      </p:to>
                                    </p:set>
                                    <p:animEffect transition="in" filter="fade">
                                      <p:cBhvr>
                                        <p:cTn id="46" dur="500"/>
                                        <p:tgtEl>
                                          <p:spTgt spid="2017423436"/>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913630492"/>
                                        </p:tgtEl>
                                        <p:attrNameLst>
                                          <p:attrName>style.visibility</p:attrName>
                                        </p:attrNameLst>
                                      </p:cBhvr>
                                      <p:to>
                                        <p:strVal val="visible"/>
                                      </p:to>
                                    </p:set>
                                    <p:animEffect transition="in" filter="fade">
                                      <p:cBhvr>
                                        <p:cTn id="51" dur="500"/>
                                        <p:tgtEl>
                                          <p:spTgt spid="913630492"/>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762946281"/>
                                        </p:tgtEl>
                                        <p:attrNameLst>
                                          <p:attrName>style.visibility</p:attrName>
                                        </p:attrNameLst>
                                      </p:cBhvr>
                                      <p:to>
                                        <p:strVal val="visible"/>
                                      </p:to>
                                    </p:set>
                                    <p:animEffect transition="in" filter="fade">
                                      <p:cBhvr>
                                        <p:cTn id="56" dur="500"/>
                                        <p:tgtEl>
                                          <p:spTgt spid="7629462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093484" grpId="0"/>
      <p:bldP spid="889056655" grpId="0"/>
      <p:bldP spid="1535369331" grpId="0"/>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bg>
      <p:bgPr>
        <a:solidFill>
          <a:srgbClr val="F4F4F4"/>
        </a:solidFill>
        <a:effectLst/>
      </p:bgPr>
    </p:bg>
    <p:spTree>
      <p:nvGrpSpPr>
        <p:cNvPr id="1" name=""/>
        <p:cNvGrpSpPr/>
        <p:nvPr/>
      </p:nvGrpSpPr>
      <p:grpSpPr bwMode="auto">
        <a:xfrm>
          <a:off x="0" y="0"/>
          <a:ext cx="0" cy="0"/>
          <a:chOff x="0" y="0"/>
          <a:chExt cx="0" cy="0"/>
        </a:xfrm>
      </p:grpSpPr>
      <p:pic>
        <p:nvPicPr>
          <p:cNvPr id="480586680" name="Image 4"/>
          <p:cNvPicPr>
            <a:picLocks noChangeAspect="1"/>
          </p:cNvPicPr>
          <p:nvPr/>
        </p:nvPicPr>
        <p:blipFill>
          <a:blip r:embed="rId3"/>
          <a:stretch/>
        </p:blipFill>
        <p:spPr bwMode="auto">
          <a:xfrm>
            <a:off x="3479732" y="4290995"/>
            <a:ext cx="12067839" cy="4360242"/>
          </a:xfrm>
          <a:prstGeom prst="rect">
            <a:avLst/>
          </a:prstGeom>
        </p:spPr>
      </p:pic>
      <p:pic>
        <p:nvPicPr>
          <p:cNvPr id="137734582" name="Image 6"/>
          <p:cNvPicPr>
            <a:picLocks noChangeAspect="1"/>
          </p:cNvPicPr>
          <p:nvPr/>
        </p:nvPicPr>
        <p:blipFill>
          <a:blip r:embed="rId4"/>
          <a:stretch/>
        </p:blipFill>
        <p:spPr bwMode="auto">
          <a:xfrm>
            <a:off x="1016552" y="1256178"/>
            <a:ext cx="8497100" cy="2559708"/>
          </a:xfrm>
          <a:prstGeom prst="rect">
            <a:avLst/>
          </a:prstGeom>
        </p:spPr>
      </p:pic>
      <p:sp>
        <p:nvSpPr>
          <p:cNvPr id="1524491897" name="ZoneTexte 8"/>
          <p:cNvSpPr txBox="1"/>
          <p:nvPr/>
        </p:nvSpPr>
        <p:spPr bwMode="auto">
          <a:xfrm>
            <a:off x="10991039" y="8986706"/>
            <a:ext cx="9141567" cy="819391"/>
          </a:xfrm>
          <a:prstGeom prst="rect">
            <a:avLst/>
          </a:prstGeom>
          <a:noFill/>
        </p:spPr>
        <p:txBody>
          <a:bodyPr wrap="square">
            <a:spAutoFit/>
          </a:bodyPr>
          <a:lstStyle/>
          <a:p>
            <a:pPr indent="674370">
              <a:lnSpc>
                <a:spcPct val="150000"/>
              </a:lnSpc>
              <a:spcAft>
                <a:spcPts val="1200"/>
              </a:spcAft>
              <a:defRPr/>
            </a:pPr>
            <a:r>
              <a:rPr lang="fr-FR" sz="1650">
                <a:latin typeface="Avenir LT Std 45 Book"/>
                <a:ea typeface="Avenir LT Std 45 Book"/>
                <a:cs typeface="Avenir LT Std 45 Book"/>
              </a:rPr>
              <a:t>LobbyFacts.eu. (2023). </a:t>
            </a:r>
            <a:r>
              <a:rPr lang="fr-FR" sz="1650" i="1">
                <a:latin typeface="Avenir LT Std 45 Book"/>
                <a:ea typeface="Avenir LT Std 45 Book"/>
                <a:cs typeface="Avenir LT Std 45 Book"/>
              </a:rPr>
              <a:t>RELX</a:t>
            </a:r>
            <a:r>
              <a:rPr lang="fr-FR" sz="1650">
                <a:latin typeface="Avenir LT Std 45 Book"/>
                <a:ea typeface="Avenir LT Std 45 Book"/>
                <a:cs typeface="Avenir LT Std 45 Book"/>
              </a:rPr>
              <a:t>. </a:t>
            </a:r>
            <a:r>
              <a:rPr lang="en-GB" sz="1650">
                <a:latin typeface="Avenir LT Std 45 Book"/>
                <a:ea typeface="Avenir LT Std 45 Book"/>
                <a:cs typeface="Avenir LT Std 45 Book"/>
              </a:rPr>
              <a:t>Consulted October 12, 2023, at </a:t>
            </a:r>
            <a:r>
              <a:rPr lang="en-GB" sz="1650" u="sng">
                <a:solidFill>
                  <a:srgbClr val="0563C1"/>
                </a:solidFill>
                <a:latin typeface="Avenir LT Std 45 Book"/>
                <a:ea typeface="Avenir LT Std 45 Book"/>
                <a:cs typeface="Avenir LT Std 45 Book"/>
                <a:hlinkClick r:id="rId5" tooltip="https://www.lobbyfacts.eu/datacard/relx?rid=338398611148-62"/>
              </a:rPr>
              <a:t>https://www.lobbyfacts.eu/datacard/relx?rid=338398611148-62</a:t>
            </a:r>
            <a:endParaRPr lang="fr-FR" sz="1650">
              <a:latin typeface="Avenir LT Std 45 Book"/>
              <a:ea typeface="Calibri"/>
              <a:cs typeface="Times New Roman"/>
            </a:endParaRPr>
          </a:p>
        </p:txBody>
      </p:sp>
    </p:spTree>
  </p:cSld>
  <p:clrMapOvr>
    <a:masterClrMapping/>
  </p:clrMapOvr>
  <mc:AlternateContent xmlns:mc="http://schemas.openxmlformats.org/markup-compatibility/2006" xmlns:p159="http://schemas.microsoft.com/office/powerpoint/2015/09/main">
    <mc:Choice Requires="p159">
      <p:transition spd="med">
        <p:cover/>
      </p:transition>
    </mc:Choice>
    <mc:Fallback xmlns="" xmlns:m="http://schemas.openxmlformats.org/officeDocument/2006/math" xmlns:w="http://schemas.openxmlformats.org/wordprocessingml/2006/main">
      <p:transition spd="med" advClick="1">
        <p:cover dir="l"/>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PhAnim="0">
  <p:cSld>
    <p:bg>
      <p:bgPr>
        <a:solidFill>
          <a:srgbClr val="F4F4F4"/>
        </a:solidFill>
        <a:effectLst/>
      </p:bgPr>
    </p:bg>
    <p:spTree>
      <p:nvGrpSpPr>
        <p:cNvPr id="1" name=""/>
        <p:cNvGrpSpPr/>
        <p:nvPr/>
      </p:nvGrpSpPr>
      <p:grpSpPr bwMode="auto">
        <a:xfrm>
          <a:off x="0" y="0"/>
          <a:ext cx="0" cy="0"/>
          <a:chOff x="0" y="0"/>
          <a:chExt cx="0" cy="0"/>
        </a:xfrm>
      </p:grpSpPr>
      <p:sp>
        <p:nvSpPr>
          <p:cNvPr id="1068837645" name="Titre 1"/>
          <p:cNvSpPr>
            <a:spLocks noGrp="1"/>
          </p:cNvSpPr>
          <p:nvPr>
            <p:ph type="title"/>
          </p:nvPr>
        </p:nvSpPr>
        <p:spPr bwMode="auto"/>
        <p:txBody>
          <a:bodyPr/>
          <a:lstStyle/>
          <a:p>
            <a:pPr>
              <a:defRPr/>
            </a:pPr>
            <a:endParaRPr lang="fr-FR"/>
          </a:p>
        </p:txBody>
      </p:sp>
      <p:sp>
        <p:nvSpPr>
          <p:cNvPr id="701225211" name="Espace réservé du contenu 2"/>
          <p:cNvSpPr>
            <a:spLocks noGrp="1"/>
          </p:cNvSpPr>
          <p:nvPr>
            <p:ph idx="1"/>
          </p:nvPr>
        </p:nvSpPr>
        <p:spPr bwMode="auto"/>
        <p:txBody>
          <a:bodyPr/>
          <a:lstStyle/>
          <a:p>
            <a:pPr>
              <a:defRPr/>
            </a:pPr>
            <a:endParaRPr lang="fr-FR"/>
          </a:p>
        </p:txBody>
      </p:sp>
      <p:pic>
        <p:nvPicPr>
          <p:cNvPr id="1232402302" name="Image 4"/>
          <p:cNvPicPr>
            <a:picLocks noChangeAspect="1"/>
          </p:cNvPicPr>
          <p:nvPr/>
        </p:nvPicPr>
        <p:blipFill>
          <a:blip r:embed="rId3"/>
          <a:stretch/>
        </p:blipFill>
        <p:spPr bwMode="auto">
          <a:xfrm>
            <a:off x="2411147" y="96718"/>
            <a:ext cx="13465707" cy="10093565"/>
          </a:xfrm>
          <a:prstGeom prst="rect">
            <a:avLst/>
          </a:prstGeom>
        </p:spPr>
      </p:pic>
      <p:cxnSp>
        <p:nvCxnSpPr>
          <p:cNvPr id="28307439" name="Connecteur droit 6"/>
          <p:cNvCxnSpPr/>
          <p:nvPr/>
        </p:nvCxnSpPr>
        <p:spPr bwMode="auto">
          <a:xfrm>
            <a:off x="3226377" y="5252604"/>
            <a:ext cx="8666019" cy="0"/>
          </a:xfrm>
          <a:prstGeom prst="line">
            <a:avLst/>
          </a:prstGeom>
          <a:ln w="38100"/>
        </p:spPr>
        <p:style>
          <a:lnRef idx="3">
            <a:schemeClr val="accent2"/>
          </a:lnRef>
          <a:fillRef idx="0">
            <a:schemeClr val="accent2"/>
          </a:fillRef>
          <a:effectRef idx="2">
            <a:schemeClr val="accent2"/>
          </a:effectRef>
          <a:fontRef idx="minor">
            <a:schemeClr val="tx1"/>
          </a:fontRef>
        </p:style>
      </p:cxnSp>
      <p:cxnSp>
        <p:nvCxnSpPr>
          <p:cNvPr id="2060863689" name="Connecteur droit 8"/>
          <p:cNvCxnSpPr/>
          <p:nvPr/>
        </p:nvCxnSpPr>
        <p:spPr bwMode="auto">
          <a:xfrm>
            <a:off x="3226378" y="5481204"/>
            <a:ext cx="7387937" cy="0"/>
          </a:xfrm>
          <a:prstGeom prst="line">
            <a:avLst/>
          </a:prstGeom>
          <a:ln w="38100"/>
        </p:spPr>
        <p:style>
          <a:lnRef idx="3">
            <a:schemeClr val="accent1"/>
          </a:lnRef>
          <a:fillRef idx="0">
            <a:schemeClr val="accent1"/>
          </a:fillRef>
          <a:effectRef idx="2">
            <a:schemeClr val="accent1"/>
          </a:effectRef>
          <a:fontRef idx="minor">
            <a:schemeClr val="tx1"/>
          </a:fontRef>
        </p:style>
      </p:cxnSp>
      <p:cxnSp>
        <p:nvCxnSpPr>
          <p:cNvPr id="1834706754" name="Connecteur droit 11"/>
          <p:cNvCxnSpPr/>
          <p:nvPr/>
        </p:nvCxnSpPr>
        <p:spPr bwMode="auto">
          <a:xfrm>
            <a:off x="3595255" y="8078931"/>
            <a:ext cx="5740977" cy="0"/>
          </a:xfrm>
          <a:prstGeom prst="line">
            <a:avLst/>
          </a:prstGeom>
          <a:ln w="38100">
            <a:solidFill>
              <a:schemeClr val="accent2"/>
            </a:solidFill>
          </a:ln>
        </p:spPr>
        <p:style>
          <a:lnRef idx="3">
            <a:schemeClr val="accent1"/>
          </a:lnRef>
          <a:fillRef idx="0">
            <a:schemeClr val="accent1"/>
          </a:fillRef>
          <a:effectRef idx="2">
            <a:schemeClr val="accent1"/>
          </a:effectRef>
          <a:fontRef idx="minor">
            <a:schemeClr val="tx1"/>
          </a:fontRef>
        </p:style>
      </p:cxnSp>
      <p:cxnSp>
        <p:nvCxnSpPr>
          <p:cNvPr id="1781842670" name="Connecteur droit 13"/>
          <p:cNvCxnSpPr/>
          <p:nvPr/>
        </p:nvCxnSpPr>
        <p:spPr bwMode="auto">
          <a:xfrm>
            <a:off x="8390660" y="8712777"/>
            <a:ext cx="5740977" cy="0"/>
          </a:xfrm>
          <a:prstGeom prst="line">
            <a:avLst/>
          </a:prstGeom>
          <a:ln w="38100"/>
        </p:spPr>
        <p:style>
          <a:lnRef idx="3">
            <a:schemeClr val="accent1"/>
          </a:lnRef>
          <a:fillRef idx="0">
            <a:schemeClr val="accent1"/>
          </a:fillRef>
          <a:effectRef idx="2">
            <a:schemeClr val="accent1"/>
          </a:effectRef>
          <a:fontRef idx="minor">
            <a:schemeClr val="tx1"/>
          </a:fontRef>
        </p:style>
      </p:cxnSp>
      <p:cxnSp>
        <p:nvCxnSpPr>
          <p:cNvPr id="1274294453" name="Connecteur droit 14"/>
          <p:cNvCxnSpPr/>
          <p:nvPr/>
        </p:nvCxnSpPr>
        <p:spPr bwMode="auto">
          <a:xfrm>
            <a:off x="7232074" y="9003723"/>
            <a:ext cx="4130387" cy="0"/>
          </a:xfrm>
          <a:prstGeom prst="line">
            <a:avLst/>
          </a:prstGeom>
          <a:ln w="38100"/>
        </p:spPr>
        <p:style>
          <a:lnRef idx="3">
            <a:schemeClr val="accent1"/>
          </a:lnRef>
          <a:fillRef idx="0">
            <a:schemeClr val="accent1"/>
          </a:fillRef>
          <a:effectRef idx="2">
            <a:schemeClr val="accent1"/>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spd="med">
        <p:cover/>
      </p:transition>
    </mc:Choice>
    <mc:Fallback xmlns="" xmlns:m="http://schemas.openxmlformats.org/officeDocument/2006/math" xmlns:w="http://schemas.openxmlformats.org/wordprocessingml/2006/main">
      <p:transition spd="med" advClick="1">
        <p:cover dir="l"/>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3074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6086368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3470675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8184267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742944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bg>
      <p:bgPr>
        <a:solidFill>
          <a:srgbClr val="F4F4F4"/>
        </a:solidFill>
        <a:effectLst/>
      </p:bgPr>
    </p:bg>
    <p:spTree>
      <p:nvGrpSpPr>
        <p:cNvPr id="1" name=""/>
        <p:cNvGrpSpPr/>
        <p:nvPr/>
      </p:nvGrpSpPr>
      <p:grpSpPr bwMode="auto">
        <a:xfrm>
          <a:off x="0" y="0"/>
          <a:ext cx="0" cy="0"/>
          <a:chOff x="0" y="0"/>
          <a:chExt cx="0" cy="0"/>
        </a:xfrm>
      </p:grpSpPr>
      <p:grpSp>
        <p:nvGrpSpPr>
          <p:cNvPr id="1652214841" name="Group 8"/>
          <p:cNvGrpSpPr/>
          <p:nvPr/>
        </p:nvGrpSpPr>
        <p:grpSpPr bwMode="auto">
          <a:xfrm>
            <a:off x="825500" y="3693793"/>
            <a:ext cx="1453670" cy="428324"/>
            <a:chOff x="0" y="0"/>
            <a:chExt cx="952367" cy="280615"/>
          </a:xfrm>
        </p:grpSpPr>
        <p:sp>
          <p:nvSpPr>
            <p:cNvPr id="9" name="Freeform 9"/>
            <p:cNvSpPr/>
            <p:nvPr/>
          </p:nvSpPr>
          <p:spPr bwMode="auto">
            <a:xfrm>
              <a:off x="0" y="0"/>
              <a:ext cx="952367" cy="280615"/>
            </a:xfrm>
            <a:custGeom>
              <a:avLst/>
              <a:gdLst/>
              <a:ahLst/>
              <a:cxnLst/>
              <a:rect l="l" t="t" r="r" b="b"/>
              <a:pathLst>
                <a:path w="952367" h="280615" extrusionOk="0">
                  <a:moveTo>
                    <a:pt x="140308" y="0"/>
                  </a:moveTo>
                  <a:lnTo>
                    <a:pt x="812059" y="0"/>
                  </a:lnTo>
                  <a:cubicBezTo>
                    <a:pt x="889549" y="0"/>
                    <a:pt x="952367" y="62818"/>
                    <a:pt x="952367" y="140308"/>
                  </a:cubicBezTo>
                  <a:lnTo>
                    <a:pt x="952367" y="140308"/>
                  </a:lnTo>
                  <a:cubicBezTo>
                    <a:pt x="952367" y="177519"/>
                    <a:pt x="937585" y="213207"/>
                    <a:pt x="911272" y="239520"/>
                  </a:cubicBezTo>
                  <a:cubicBezTo>
                    <a:pt x="884959" y="265833"/>
                    <a:pt x="849271" y="280615"/>
                    <a:pt x="812059" y="280615"/>
                  </a:cubicBezTo>
                  <a:lnTo>
                    <a:pt x="140308" y="280615"/>
                  </a:lnTo>
                  <a:cubicBezTo>
                    <a:pt x="62818" y="280615"/>
                    <a:pt x="0" y="217797"/>
                    <a:pt x="0" y="140308"/>
                  </a:cubicBezTo>
                  <a:lnTo>
                    <a:pt x="0" y="140308"/>
                  </a:lnTo>
                  <a:cubicBezTo>
                    <a:pt x="0" y="62818"/>
                    <a:pt x="62818" y="0"/>
                    <a:pt x="140308" y="0"/>
                  </a:cubicBezTo>
                  <a:close/>
                </a:path>
              </a:pathLst>
            </a:custGeom>
            <a:solidFill>
              <a:srgbClr val="000000">
                <a:alpha val="0"/>
              </a:srgbClr>
            </a:solidFill>
            <a:ln w="9525" cap="rnd">
              <a:solidFill>
                <a:srgbClr val="000000"/>
              </a:solidFill>
              <a:prstDash val="solid"/>
              <a:round/>
            </a:ln>
          </p:spPr>
          <p:txBody>
            <a:bodyPr/>
            <a:lstStyle/>
            <a:p>
              <a:pPr>
                <a:defRPr/>
              </a:pPr>
              <a:endParaRPr lang="fr-FR"/>
            </a:p>
          </p:txBody>
        </p:sp>
        <p:sp>
          <p:nvSpPr>
            <p:cNvPr id="10" name="TextBox 10"/>
            <p:cNvSpPr txBox="1"/>
            <p:nvPr/>
          </p:nvSpPr>
          <p:spPr bwMode="auto">
            <a:xfrm>
              <a:off x="0" y="-28575"/>
              <a:ext cx="952367" cy="309190"/>
            </a:xfrm>
            <a:prstGeom prst="rect">
              <a:avLst/>
            </a:prstGeom>
            <a:grpFill/>
          </p:spPr>
          <p:txBody>
            <a:bodyPr lIns="40640" tIns="40640" rIns="40640" bIns="40640" rtlCol="0" anchor="ctr"/>
            <a:lstStyle/>
            <a:p>
              <a:pPr algn="ctr">
                <a:lnSpc>
                  <a:spcPts val="2127"/>
                </a:lnSpc>
                <a:defRPr/>
              </a:pPr>
              <a:endParaRPr/>
            </a:p>
          </p:txBody>
        </p:sp>
      </p:grpSp>
      <p:sp>
        <p:nvSpPr>
          <p:cNvPr id="1693675003" name="AutoShape 11"/>
          <p:cNvSpPr/>
          <p:nvPr/>
        </p:nvSpPr>
        <p:spPr bwMode="auto">
          <a:xfrm>
            <a:off x="1195298" y="3907955"/>
            <a:ext cx="714075" cy="0"/>
          </a:xfrm>
          <a:prstGeom prst="line">
            <a:avLst/>
          </a:prstGeom>
          <a:ln w="19050" cap="flat">
            <a:solidFill>
              <a:srgbClr val="000000">
                <a:alpha val="70980"/>
              </a:srgbClr>
            </a:solidFill>
            <a:prstDash val="solid"/>
            <a:headEnd type="none" w="sm" len="sm"/>
            <a:tailEnd type="arrow" w="med" len="sm"/>
          </a:ln>
        </p:spPr>
        <p:txBody>
          <a:bodyPr/>
          <a:lstStyle/>
          <a:p>
            <a:pPr>
              <a:defRPr/>
            </a:pPr>
            <a:endParaRPr lang="fr-FR"/>
          </a:p>
        </p:txBody>
      </p:sp>
      <p:sp>
        <p:nvSpPr>
          <p:cNvPr id="1547481249" name="TextBox 12"/>
          <p:cNvSpPr txBox="1"/>
          <p:nvPr/>
        </p:nvSpPr>
        <p:spPr bwMode="auto">
          <a:xfrm>
            <a:off x="838200" y="1003281"/>
            <a:ext cx="8763000" cy="1634678"/>
          </a:xfrm>
          <a:prstGeom prst="rect">
            <a:avLst/>
          </a:prstGeom>
        </p:spPr>
        <p:txBody>
          <a:bodyPr wrap="square" lIns="0" tIns="0" rIns="0" bIns="0" rtlCol="0" anchor="t">
            <a:spAutoFit/>
          </a:bodyPr>
          <a:lstStyle/>
          <a:p>
            <a:pPr>
              <a:lnSpc>
                <a:spcPts val="12798"/>
              </a:lnSpc>
              <a:spcBef>
                <a:spcPts val="0"/>
              </a:spcBef>
              <a:defRPr/>
            </a:pPr>
            <a:r>
              <a:rPr lang="en-US" sz="10500" dirty="0" err="1">
                <a:solidFill>
                  <a:srgbClr val="404040"/>
                </a:solidFill>
                <a:latin typeface="Now Bold"/>
              </a:rPr>
              <a:t>Démission</a:t>
            </a:r>
            <a:endParaRPr dirty="0"/>
          </a:p>
        </p:txBody>
      </p:sp>
      <p:sp>
        <p:nvSpPr>
          <p:cNvPr id="2034658048" name="TextBox 13"/>
          <p:cNvSpPr txBox="1"/>
          <p:nvPr/>
        </p:nvSpPr>
        <p:spPr bwMode="auto">
          <a:xfrm>
            <a:off x="2971800" y="3743295"/>
            <a:ext cx="6752046" cy="329321"/>
          </a:xfrm>
          <a:prstGeom prst="rect">
            <a:avLst/>
          </a:prstGeom>
        </p:spPr>
        <p:txBody>
          <a:bodyPr lIns="0" tIns="0" rIns="0" bIns="0" rtlCol="0" anchor="t">
            <a:spAutoFit/>
          </a:bodyPr>
          <a:lstStyle/>
          <a:p>
            <a:pPr>
              <a:lnSpc>
                <a:spcPts val="2556"/>
              </a:lnSpc>
              <a:defRPr/>
            </a:pPr>
            <a:r>
              <a:rPr lang="en-US" sz="2100">
                <a:solidFill>
                  <a:srgbClr val="000000"/>
                </a:solidFill>
                <a:latin typeface="Now"/>
              </a:rPr>
              <a:t>NeuroImage – March 2023</a:t>
            </a:r>
            <a:endParaRPr/>
          </a:p>
        </p:txBody>
      </p:sp>
      <p:grpSp>
        <p:nvGrpSpPr>
          <p:cNvPr id="1358643226" name="Group 8"/>
          <p:cNvGrpSpPr/>
          <p:nvPr/>
        </p:nvGrpSpPr>
        <p:grpSpPr bwMode="auto">
          <a:xfrm>
            <a:off x="825500" y="5596952"/>
            <a:ext cx="1453670" cy="428324"/>
            <a:chOff x="0" y="0"/>
            <a:chExt cx="952367" cy="280615"/>
          </a:xfrm>
        </p:grpSpPr>
        <p:sp>
          <p:nvSpPr>
            <p:cNvPr id="17" name="Freeform 9"/>
            <p:cNvSpPr/>
            <p:nvPr/>
          </p:nvSpPr>
          <p:spPr bwMode="auto">
            <a:xfrm>
              <a:off x="0" y="0"/>
              <a:ext cx="952367" cy="280615"/>
            </a:xfrm>
            <a:custGeom>
              <a:avLst/>
              <a:gdLst/>
              <a:ahLst/>
              <a:cxnLst/>
              <a:rect l="l" t="t" r="r" b="b"/>
              <a:pathLst>
                <a:path w="952367" h="280615" extrusionOk="0">
                  <a:moveTo>
                    <a:pt x="140308" y="0"/>
                  </a:moveTo>
                  <a:lnTo>
                    <a:pt x="812059" y="0"/>
                  </a:lnTo>
                  <a:cubicBezTo>
                    <a:pt x="889549" y="0"/>
                    <a:pt x="952367" y="62818"/>
                    <a:pt x="952367" y="140308"/>
                  </a:cubicBezTo>
                  <a:lnTo>
                    <a:pt x="952367" y="140308"/>
                  </a:lnTo>
                  <a:cubicBezTo>
                    <a:pt x="952367" y="177519"/>
                    <a:pt x="937585" y="213207"/>
                    <a:pt x="911272" y="239520"/>
                  </a:cubicBezTo>
                  <a:cubicBezTo>
                    <a:pt x="884959" y="265833"/>
                    <a:pt x="849271" y="280615"/>
                    <a:pt x="812059" y="280615"/>
                  </a:cubicBezTo>
                  <a:lnTo>
                    <a:pt x="140308" y="280615"/>
                  </a:lnTo>
                  <a:cubicBezTo>
                    <a:pt x="62818" y="280615"/>
                    <a:pt x="0" y="217797"/>
                    <a:pt x="0" y="140308"/>
                  </a:cubicBezTo>
                  <a:lnTo>
                    <a:pt x="0" y="140308"/>
                  </a:lnTo>
                  <a:cubicBezTo>
                    <a:pt x="0" y="62818"/>
                    <a:pt x="62818" y="0"/>
                    <a:pt x="140308" y="0"/>
                  </a:cubicBezTo>
                  <a:close/>
                </a:path>
              </a:pathLst>
            </a:custGeom>
            <a:solidFill>
              <a:srgbClr val="000000">
                <a:alpha val="0"/>
              </a:srgbClr>
            </a:solidFill>
            <a:ln w="9525" cap="rnd">
              <a:solidFill>
                <a:srgbClr val="000000"/>
              </a:solidFill>
              <a:prstDash val="solid"/>
              <a:round/>
            </a:ln>
          </p:spPr>
          <p:txBody>
            <a:bodyPr/>
            <a:lstStyle/>
            <a:p>
              <a:pPr>
                <a:defRPr/>
              </a:pPr>
              <a:endParaRPr lang="fr-FR"/>
            </a:p>
          </p:txBody>
        </p:sp>
        <p:sp>
          <p:nvSpPr>
            <p:cNvPr id="18" name="TextBox 10"/>
            <p:cNvSpPr txBox="1"/>
            <p:nvPr/>
          </p:nvSpPr>
          <p:spPr bwMode="auto">
            <a:xfrm>
              <a:off x="0" y="-28575"/>
              <a:ext cx="952367" cy="309190"/>
            </a:xfrm>
            <a:prstGeom prst="rect">
              <a:avLst/>
            </a:prstGeom>
            <a:grpFill/>
          </p:spPr>
          <p:txBody>
            <a:bodyPr lIns="40640" tIns="40640" rIns="40640" bIns="40640" rtlCol="0" anchor="ctr"/>
            <a:lstStyle/>
            <a:p>
              <a:pPr algn="ctr">
                <a:lnSpc>
                  <a:spcPts val="2127"/>
                </a:lnSpc>
                <a:defRPr/>
              </a:pPr>
              <a:endParaRPr/>
            </a:p>
          </p:txBody>
        </p:sp>
      </p:grpSp>
      <p:sp>
        <p:nvSpPr>
          <p:cNvPr id="1350303554" name="AutoShape 11"/>
          <p:cNvSpPr/>
          <p:nvPr/>
        </p:nvSpPr>
        <p:spPr bwMode="auto">
          <a:xfrm>
            <a:off x="1195298" y="5811114"/>
            <a:ext cx="714075" cy="0"/>
          </a:xfrm>
          <a:prstGeom prst="line">
            <a:avLst/>
          </a:prstGeom>
          <a:ln w="19050" cap="flat">
            <a:solidFill>
              <a:srgbClr val="000000">
                <a:alpha val="70980"/>
              </a:srgbClr>
            </a:solidFill>
            <a:prstDash val="solid"/>
            <a:headEnd type="none" w="sm" len="sm"/>
            <a:tailEnd type="arrow" w="med" len="sm"/>
          </a:ln>
        </p:spPr>
        <p:txBody>
          <a:bodyPr/>
          <a:lstStyle/>
          <a:p>
            <a:pPr>
              <a:defRPr/>
            </a:pPr>
            <a:endParaRPr lang="fr-FR"/>
          </a:p>
        </p:txBody>
      </p:sp>
      <p:grpSp>
        <p:nvGrpSpPr>
          <p:cNvPr id="893426312" name="Group 8"/>
          <p:cNvGrpSpPr/>
          <p:nvPr/>
        </p:nvGrpSpPr>
        <p:grpSpPr bwMode="auto">
          <a:xfrm>
            <a:off x="825500" y="7233418"/>
            <a:ext cx="1453670" cy="428324"/>
            <a:chOff x="0" y="0"/>
            <a:chExt cx="952367" cy="280615"/>
          </a:xfrm>
        </p:grpSpPr>
        <p:sp>
          <p:nvSpPr>
            <p:cNvPr id="21" name="Freeform 9"/>
            <p:cNvSpPr/>
            <p:nvPr/>
          </p:nvSpPr>
          <p:spPr bwMode="auto">
            <a:xfrm>
              <a:off x="0" y="0"/>
              <a:ext cx="952367" cy="280615"/>
            </a:xfrm>
            <a:custGeom>
              <a:avLst/>
              <a:gdLst/>
              <a:ahLst/>
              <a:cxnLst/>
              <a:rect l="l" t="t" r="r" b="b"/>
              <a:pathLst>
                <a:path w="952367" h="280615" extrusionOk="0">
                  <a:moveTo>
                    <a:pt x="140308" y="0"/>
                  </a:moveTo>
                  <a:lnTo>
                    <a:pt x="812059" y="0"/>
                  </a:lnTo>
                  <a:cubicBezTo>
                    <a:pt x="889549" y="0"/>
                    <a:pt x="952367" y="62818"/>
                    <a:pt x="952367" y="140308"/>
                  </a:cubicBezTo>
                  <a:lnTo>
                    <a:pt x="952367" y="140308"/>
                  </a:lnTo>
                  <a:cubicBezTo>
                    <a:pt x="952367" y="177519"/>
                    <a:pt x="937585" y="213207"/>
                    <a:pt x="911272" y="239520"/>
                  </a:cubicBezTo>
                  <a:cubicBezTo>
                    <a:pt x="884959" y="265833"/>
                    <a:pt x="849271" y="280615"/>
                    <a:pt x="812059" y="280615"/>
                  </a:cubicBezTo>
                  <a:lnTo>
                    <a:pt x="140308" y="280615"/>
                  </a:lnTo>
                  <a:cubicBezTo>
                    <a:pt x="62818" y="280615"/>
                    <a:pt x="0" y="217797"/>
                    <a:pt x="0" y="140308"/>
                  </a:cubicBezTo>
                  <a:lnTo>
                    <a:pt x="0" y="140308"/>
                  </a:lnTo>
                  <a:cubicBezTo>
                    <a:pt x="0" y="62818"/>
                    <a:pt x="62818" y="0"/>
                    <a:pt x="140308" y="0"/>
                  </a:cubicBezTo>
                  <a:close/>
                </a:path>
              </a:pathLst>
            </a:custGeom>
            <a:solidFill>
              <a:srgbClr val="000000">
                <a:alpha val="0"/>
              </a:srgbClr>
            </a:solidFill>
            <a:ln w="9525" cap="rnd">
              <a:solidFill>
                <a:srgbClr val="000000"/>
              </a:solidFill>
              <a:prstDash val="solid"/>
              <a:round/>
            </a:ln>
          </p:spPr>
          <p:txBody>
            <a:bodyPr/>
            <a:lstStyle/>
            <a:p>
              <a:pPr>
                <a:defRPr/>
              </a:pPr>
              <a:endParaRPr lang="fr-FR"/>
            </a:p>
          </p:txBody>
        </p:sp>
        <p:sp>
          <p:nvSpPr>
            <p:cNvPr id="22" name="TextBox 10"/>
            <p:cNvSpPr txBox="1"/>
            <p:nvPr/>
          </p:nvSpPr>
          <p:spPr bwMode="auto">
            <a:xfrm>
              <a:off x="0" y="-28575"/>
              <a:ext cx="952367" cy="309190"/>
            </a:xfrm>
            <a:prstGeom prst="rect">
              <a:avLst/>
            </a:prstGeom>
            <a:grpFill/>
          </p:spPr>
          <p:txBody>
            <a:bodyPr lIns="40640" tIns="40640" rIns="40640" bIns="40640" rtlCol="0" anchor="ctr"/>
            <a:lstStyle/>
            <a:p>
              <a:pPr algn="ctr">
                <a:lnSpc>
                  <a:spcPts val="2127"/>
                </a:lnSpc>
                <a:defRPr/>
              </a:pPr>
              <a:endParaRPr/>
            </a:p>
          </p:txBody>
        </p:sp>
      </p:grpSp>
      <p:sp>
        <p:nvSpPr>
          <p:cNvPr id="1223246665" name="AutoShape 11"/>
          <p:cNvSpPr/>
          <p:nvPr/>
        </p:nvSpPr>
        <p:spPr bwMode="auto">
          <a:xfrm>
            <a:off x="1195298" y="7447580"/>
            <a:ext cx="714075" cy="0"/>
          </a:xfrm>
          <a:prstGeom prst="line">
            <a:avLst/>
          </a:prstGeom>
          <a:ln w="19050" cap="flat">
            <a:solidFill>
              <a:srgbClr val="000000">
                <a:alpha val="70980"/>
              </a:srgbClr>
            </a:solidFill>
            <a:prstDash val="solid"/>
            <a:headEnd type="none" w="sm" len="sm"/>
            <a:tailEnd type="arrow" w="med" len="sm"/>
          </a:ln>
        </p:spPr>
        <p:txBody>
          <a:bodyPr/>
          <a:lstStyle/>
          <a:p>
            <a:pPr>
              <a:defRPr/>
            </a:pPr>
            <a:endParaRPr lang="fr-FR"/>
          </a:p>
        </p:txBody>
      </p:sp>
      <p:sp>
        <p:nvSpPr>
          <p:cNvPr id="1644263720" name="TextBox 13"/>
          <p:cNvSpPr txBox="1"/>
          <p:nvPr/>
        </p:nvSpPr>
        <p:spPr bwMode="auto">
          <a:xfrm>
            <a:off x="2758528" y="5646454"/>
            <a:ext cx="6752046" cy="329321"/>
          </a:xfrm>
          <a:prstGeom prst="rect">
            <a:avLst/>
          </a:prstGeom>
        </p:spPr>
        <p:txBody>
          <a:bodyPr lIns="0" tIns="0" rIns="0" bIns="0" rtlCol="0" anchor="t">
            <a:spAutoFit/>
          </a:bodyPr>
          <a:lstStyle/>
          <a:p>
            <a:pPr>
              <a:lnSpc>
                <a:spcPts val="2556"/>
              </a:lnSpc>
              <a:defRPr/>
            </a:pPr>
            <a:r>
              <a:rPr lang="en-US" sz="2100">
                <a:solidFill>
                  <a:srgbClr val="000000"/>
                </a:solidFill>
                <a:latin typeface="Now"/>
              </a:rPr>
              <a:t>BMC Pregnancy and Childbirth – February 2024</a:t>
            </a:r>
            <a:endParaRPr/>
          </a:p>
        </p:txBody>
      </p:sp>
      <p:grpSp>
        <p:nvGrpSpPr>
          <p:cNvPr id="1498462561" name="Group 8"/>
          <p:cNvGrpSpPr/>
          <p:nvPr/>
        </p:nvGrpSpPr>
        <p:grpSpPr bwMode="auto">
          <a:xfrm>
            <a:off x="825500" y="6397447"/>
            <a:ext cx="1453670" cy="428324"/>
            <a:chOff x="0" y="0"/>
            <a:chExt cx="952367" cy="280615"/>
          </a:xfrm>
        </p:grpSpPr>
        <p:sp>
          <p:nvSpPr>
            <p:cNvPr id="26" name="Freeform 9"/>
            <p:cNvSpPr/>
            <p:nvPr/>
          </p:nvSpPr>
          <p:spPr bwMode="auto">
            <a:xfrm>
              <a:off x="0" y="0"/>
              <a:ext cx="952367" cy="280615"/>
            </a:xfrm>
            <a:custGeom>
              <a:avLst/>
              <a:gdLst/>
              <a:ahLst/>
              <a:cxnLst/>
              <a:rect l="l" t="t" r="r" b="b"/>
              <a:pathLst>
                <a:path w="952367" h="280615" extrusionOk="0">
                  <a:moveTo>
                    <a:pt x="140308" y="0"/>
                  </a:moveTo>
                  <a:lnTo>
                    <a:pt x="812059" y="0"/>
                  </a:lnTo>
                  <a:cubicBezTo>
                    <a:pt x="889549" y="0"/>
                    <a:pt x="952367" y="62818"/>
                    <a:pt x="952367" y="140308"/>
                  </a:cubicBezTo>
                  <a:lnTo>
                    <a:pt x="952367" y="140308"/>
                  </a:lnTo>
                  <a:cubicBezTo>
                    <a:pt x="952367" y="177519"/>
                    <a:pt x="937585" y="213207"/>
                    <a:pt x="911272" y="239520"/>
                  </a:cubicBezTo>
                  <a:cubicBezTo>
                    <a:pt x="884959" y="265833"/>
                    <a:pt x="849271" y="280615"/>
                    <a:pt x="812059" y="280615"/>
                  </a:cubicBezTo>
                  <a:lnTo>
                    <a:pt x="140308" y="280615"/>
                  </a:lnTo>
                  <a:cubicBezTo>
                    <a:pt x="62818" y="280615"/>
                    <a:pt x="0" y="217797"/>
                    <a:pt x="0" y="140308"/>
                  </a:cubicBezTo>
                  <a:lnTo>
                    <a:pt x="0" y="140308"/>
                  </a:lnTo>
                  <a:cubicBezTo>
                    <a:pt x="0" y="62818"/>
                    <a:pt x="62818" y="0"/>
                    <a:pt x="140308" y="0"/>
                  </a:cubicBezTo>
                  <a:close/>
                </a:path>
              </a:pathLst>
            </a:custGeom>
            <a:solidFill>
              <a:srgbClr val="000000">
                <a:alpha val="0"/>
              </a:srgbClr>
            </a:solidFill>
            <a:ln w="9525" cap="rnd">
              <a:solidFill>
                <a:srgbClr val="000000"/>
              </a:solidFill>
              <a:prstDash val="solid"/>
              <a:round/>
            </a:ln>
          </p:spPr>
          <p:txBody>
            <a:bodyPr/>
            <a:lstStyle/>
            <a:p>
              <a:pPr>
                <a:defRPr/>
              </a:pPr>
              <a:endParaRPr lang="fr-FR"/>
            </a:p>
          </p:txBody>
        </p:sp>
        <p:sp>
          <p:nvSpPr>
            <p:cNvPr id="27" name="TextBox 10"/>
            <p:cNvSpPr txBox="1"/>
            <p:nvPr/>
          </p:nvSpPr>
          <p:spPr bwMode="auto">
            <a:xfrm>
              <a:off x="0" y="-28575"/>
              <a:ext cx="952367" cy="309190"/>
            </a:xfrm>
            <a:prstGeom prst="rect">
              <a:avLst/>
            </a:prstGeom>
            <a:grpFill/>
          </p:spPr>
          <p:txBody>
            <a:bodyPr lIns="40640" tIns="40640" rIns="40640" bIns="40640" rtlCol="0" anchor="ctr"/>
            <a:lstStyle/>
            <a:p>
              <a:pPr algn="ctr">
                <a:lnSpc>
                  <a:spcPts val="2127"/>
                </a:lnSpc>
                <a:defRPr/>
              </a:pPr>
              <a:endParaRPr/>
            </a:p>
          </p:txBody>
        </p:sp>
      </p:grpSp>
      <p:sp>
        <p:nvSpPr>
          <p:cNvPr id="502559455" name="AutoShape 11"/>
          <p:cNvSpPr/>
          <p:nvPr/>
        </p:nvSpPr>
        <p:spPr bwMode="auto">
          <a:xfrm>
            <a:off x="1195298" y="6611609"/>
            <a:ext cx="714075" cy="0"/>
          </a:xfrm>
          <a:prstGeom prst="line">
            <a:avLst/>
          </a:prstGeom>
          <a:ln w="19050" cap="flat">
            <a:solidFill>
              <a:srgbClr val="000000">
                <a:alpha val="70980"/>
              </a:srgbClr>
            </a:solidFill>
            <a:prstDash val="solid"/>
            <a:headEnd type="none" w="sm" len="sm"/>
            <a:tailEnd type="arrow" w="med" len="sm"/>
          </a:ln>
        </p:spPr>
        <p:txBody>
          <a:bodyPr/>
          <a:lstStyle/>
          <a:p>
            <a:pPr>
              <a:defRPr/>
            </a:pPr>
            <a:endParaRPr lang="fr-FR"/>
          </a:p>
        </p:txBody>
      </p:sp>
      <p:sp>
        <p:nvSpPr>
          <p:cNvPr id="1282503210" name="TextBox 13"/>
          <p:cNvSpPr txBox="1"/>
          <p:nvPr/>
        </p:nvSpPr>
        <p:spPr bwMode="auto">
          <a:xfrm>
            <a:off x="2758528" y="6446949"/>
            <a:ext cx="6752046" cy="329321"/>
          </a:xfrm>
          <a:prstGeom prst="rect">
            <a:avLst/>
          </a:prstGeom>
        </p:spPr>
        <p:txBody>
          <a:bodyPr lIns="0" tIns="0" rIns="0" bIns="0" rtlCol="0" anchor="t">
            <a:spAutoFit/>
          </a:bodyPr>
          <a:lstStyle/>
          <a:p>
            <a:pPr>
              <a:lnSpc>
                <a:spcPts val="2556"/>
              </a:lnSpc>
              <a:defRPr/>
            </a:pPr>
            <a:r>
              <a:rPr lang="en-US" sz="2100">
                <a:solidFill>
                  <a:srgbClr val="000000"/>
                </a:solidFill>
                <a:latin typeface="Now"/>
              </a:rPr>
              <a:t>BMC Women’s Health – February 2024</a:t>
            </a:r>
            <a:endParaRPr/>
          </a:p>
        </p:txBody>
      </p:sp>
      <p:sp>
        <p:nvSpPr>
          <p:cNvPr id="1918223649" name="TextBox 13"/>
          <p:cNvSpPr txBox="1"/>
          <p:nvPr/>
        </p:nvSpPr>
        <p:spPr bwMode="auto">
          <a:xfrm>
            <a:off x="2758528" y="7282920"/>
            <a:ext cx="6752046" cy="329321"/>
          </a:xfrm>
          <a:prstGeom prst="rect">
            <a:avLst/>
          </a:prstGeom>
        </p:spPr>
        <p:txBody>
          <a:bodyPr lIns="0" tIns="0" rIns="0" bIns="0" rtlCol="0" anchor="t">
            <a:spAutoFit/>
          </a:bodyPr>
          <a:lstStyle/>
          <a:p>
            <a:pPr>
              <a:lnSpc>
                <a:spcPts val="2556"/>
              </a:lnSpc>
              <a:defRPr/>
            </a:pPr>
            <a:r>
              <a:rPr lang="en-US" sz="2100">
                <a:solidFill>
                  <a:srgbClr val="000000"/>
                </a:solidFill>
                <a:latin typeface="Now"/>
              </a:rPr>
              <a:t>Syntax – March 2024</a:t>
            </a:r>
            <a:endParaRPr/>
          </a:p>
        </p:txBody>
      </p:sp>
      <p:grpSp>
        <p:nvGrpSpPr>
          <p:cNvPr id="915372538" name="Group 8"/>
          <p:cNvGrpSpPr/>
          <p:nvPr/>
        </p:nvGrpSpPr>
        <p:grpSpPr bwMode="auto">
          <a:xfrm>
            <a:off x="825500" y="4644990"/>
            <a:ext cx="1453670" cy="428324"/>
            <a:chOff x="0" y="0"/>
            <a:chExt cx="952367" cy="280615"/>
          </a:xfrm>
        </p:grpSpPr>
        <p:sp>
          <p:nvSpPr>
            <p:cNvPr id="32" name="Freeform 9"/>
            <p:cNvSpPr/>
            <p:nvPr/>
          </p:nvSpPr>
          <p:spPr bwMode="auto">
            <a:xfrm>
              <a:off x="0" y="0"/>
              <a:ext cx="952367" cy="280615"/>
            </a:xfrm>
            <a:custGeom>
              <a:avLst/>
              <a:gdLst/>
              <a:ahLst/>
              <a:cxnLst/>
              <a:rect l="l" t="t" r="r" b="b"/>
              <a:pathLst>
                <a:path w="952367" h="280615" extrusionOk="0">
                  <a:moveTo>
                    <a:pt x="140308" y="0"/>
                  </a:moveTo>
                  <a:lnTo>
                    <a:pt x="812059" y="0"/>
                  </a:lnTo>
                  <a:cubicBezTo>
                    <a:pt x="889549" y="0"/>
                    <a:pt x="952367" y="62818"/>
                    <a:pt x="952367" y="140308"/>
                  </a:cubicBezTo>
                  <a:lnTo>
                    <a:pt x="952367" y="140308"/>
                  </a:lnTo>
                  <a:cubicBezTo>
                    <a:pt x="952367" y="177519"/>
                    <a:pt x="937585" y="213207"/>
                    <a:pt x="911272" y="239520"/>
                  </a:cubicBezTo>
                  <a:cubicBezTo>
                    <a:pt x="884959" y="265833"/>
                    <a:pt x="849271" y="280615"/>
                    <a:pt x="812059" y="280615"/>
                  </a:cubicBezTo>
                  <a:lnTo>
                    <a:pt x="140308" y="280615"/>
                  </a:lnTo>
                  <a:cubicBezTo>
                    <a:pt x="62818" y="280615"/>
                    <a:pt x="0" y="217797"/>
                    <a:pt x="0" y="140308"/>
                  </a:cubicBezTo>
                  <a:lnTo>
                    <a:pt x="0" y="140308"/>
                  </a:lnTo>
                  <a:cubicBezTo>
                    <a:pt x="0" y="62818"/>
                    <a:pt x="62818" y="0"/>
                    <a:pt x="140308" y="0"/>
                  </a:cubicBezTo>
                  <a:close/>
                </a:path>
              </a:pathLst>
            </a:custGeom>
            <a:solidFill>
              <a:srgbClr val="000000">
                <a:alpha val="0"/>
              </a:srgbClr>
            </a:solidFill>
            <a:ln w="9525" cap="rnd">
              <a:solidFill>
                <a:srgbClr val="000000"/>
              </a:solidFill>
              <a:prstDash val="solid"/>
              <a:round/>
            </a:ln>
          </p:spPr>
          <p:txBody>
            <a:bodyPr/>
            <a:lstStyle/>
            <a:p>
              <a:pPr>
                <a:defRPr/>
              </a:pPr>
              <a:endParaRPr lang="fr-FR"/>
            </a:p>
          </p:txBody>
        </p:sp>
        <p:sp>
          <p:nvSpPr>
            <p:cNvPr id="33" name="TextBox 10"/>
            <p:cNvSpPr txBox="1"/>
            <p:nvPr/>
          </p:nvSpPr>
          <p:spPr bwMode="auto">
            <a:xfrm>
              <a:off x="0" y="-28575"/>
              <a:ext cx="952367" cy="309190"/>
            </a:xfrm>
            <a:prstGeom prst="rect">
              <a:avLst/>
            </a:prstGeom>
            <a:grpFill/>
          </p:spPr>
          <p:txBody>
            <a:bodyPr lIns="40640" tIns="40640" rIns="40640" bIns="40640" rtlCol="0" anchor="ctr"/>
            <a:lstStyle/>
            <a:p>
              <a:pPr algn="ctr">
                <a:lnSpc>
                  <a:spcPts val="2127"/>
                </a:lnSpc>
                <a:defRPr/>
              </a:pPr>
              <a:endParaRPr/>
            </a:p>
          </p:txBody>
        </p:sp>
      </p:grpSp>
      <p:sp>
        <p:nvSpPr>
          <p:cNvPr id="601147607" name="AutoShape 11"/>
          <p:cNvSpPr/>
          <p:nvPr/>
        </p:nvSpPr>
        <p:spPr bwMode="auto">
          <a:xfrm>
            <a:off x="1195298" y="4859152"/>
            <a:ext cx="714075" cy="0"/>
          </a:xfrm>
          <a:prstGeom prst="line">
            <a:avLst/>
          </a:prstGeom>
          <a:ln w="19050" cap="flat">
            <a:solidFill>
              <a:srgbClr val="000000">
                <a:alpha val="70980"/>
              </a:srgbClr>
            </a:solidFill>
            <a:prstDash val="solid"/>
            <a:headEnd type="none" w="sm" len="sm"/>
            <a:tailEnd type="arrow" w="med" len="sm"/>
          </a:ln>
        </p:spPr>
        <p:txBody>
          <a:bodyPr/>
          <a:lstStyle/>
          <a:p>
            <a:pPr>
              <a:defRPr/>
            </a:pPr>
            <a:endParaRPr lang="fr-FR"/>
          </a:p>
        </p:txBody>
      </p:sp>
      <p:sp>
        <p:nvSpPr>
          <p:cNvPr id="1150312704" name="TextBox 13"/>
          <p:cNvSpPr txBox="1"/>
          <p:nvPr/>
        </p:nvSpPr>
        <p:spPr bwMode="auto">
          <a:xfrm>
            <a:off x="2744986" y="4694492"/>
            <a:ext cx="6752046" cy="329321"/>
          </a:xfrm>
          <a:prstGeom prst="rect">
            <a:avLst/>
          </a:prstGeom>
        </p:spPr>
        <p:txBody>
          <a:bodyPr lIns="0" tIns="0" rIns="0" bIns="0" rtlCol="0" anchor="t">
            <a:spAutoFit/>
          </a:bodyPr>
          <a:lstStyle/>
          <a:p>
            <a:pPr>
              <a:lnSpc>
                <a:spcPts val="2556"/>
              </a:lnSpc>
              <a:defRPr/>
            </a:pPr>
            <a:r>
              <a:rPr lang="en-US" sz="2100">
                <a:solidFill>
                  <a:srgbClr val="000000"/>
                </a:solidFill>
                <a:latin typeface="Now"/>
              </a:rPr>
              <a:t>Critical Public Health – July 2023</a:t>
            </a:r>
            <a:endParaRPr/>
          </a:p>
        </p:txBody>
      </p:sp>
      <p:sp>
        <p:nvSpPr>
          <p:cNvPr id="362156495" name="ZoneTexte 36"/>
          <p:cNvSpPr txBox="1"/>
          <p:nvPr/>
        </p:nvSpPr>
        <p:spPr bwMode="auto">
          <a:xfrm>
            <a:off x="8458200" y="3666495"/>
            <a:ext cx="9144000" cy="1785104"/>
          </a:xfrm>
          <a:prstGeom prst="rect">
            <a:avLst/>
          </a:prstGeom>
          <a:noFill/>
        </p:spPr>
        <p:txBody>
          <a:bodyPr wrap="square">
            <a:spAutoFit/>
          </a:bodyPr>
          <a:lstStyle/>
          <a:p>
            <a:pPr>
              <a:defRPr/>
            </a:pPr>
            <a:r>
              <a:rPr lang="en-US" sz="2200" b="0" i="1">
                <a:solidFill>
                  <a:srgbClr val="222222"/>
                </a:solidFill>
                <a:latin typeface="Harding"/>
              </a:rPr>
              <a:t>“It wasn’t that we were opposed to the principle of open access,” she says. Instead, the editors were deeply opposed to the article-processing-charge model, in which authors are charged fees to publish their papers open access. The team decided to resign only after a year of discussions with the publisher about alternative models failed to produce a compromise</a:t>
            </a:r>
            <a:r>
              <a:rPr lang="en-US" sz="2200" i="1">
                <a:solidFill>
                  <a:srgbClr val="222222"/>
                </a:solidFill>
                <a:latin typeface="Harding"/>
              </a:rPr>
              <a:t>”</a:t>
            </a:r>
            <a:endParaRPr lang="fr-FR" sz="2200" i="1"/>
          </a:p>
        </p:txBody>
      </p:sp>
      <p:cxnSp>
        <p:nvCxnSpPr>
          <p:cNvPr id="1141273239" name="Connecteur droit avec flèche 38"/>
          <p:cNvCxnSpPr/>
          <p:nvPr/>
        </p:nvCxnSpPr>
        <p:spPr bwMode="auto">
          <a:xfrm flipV="1">
            <a:off x="7315200" y="4601374"/>
            <a:ext cx="914400" cy="23597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pic>
        <p:nvPicPr>
          <p:cNvPr id="1834638089" name="Image 40"/>
          <p:cNvPicPr>
            <a:picLocks noChangeAspect="1"/>
          </p:cNvPicPr>
          <p:nvPr/>
        </p:nvPicPr>
        <p:blipFill>
          <a:blip r:embed="rId3"/>
          <a:stretch/>
        </p:blipFill>
        <p:spPr bwMode="auto">
          <a:xfrm>
            <a:off x="10287000" y="5787404"/>
            <a:ext cx="6121312" cy="4178580"/>
          </a:xfrm>
          <a:prstGeom prst="rect">
            <a:avLst/>
          </a:prstGeom>
        </p:spPr>
      </p:pic>
      <p:pic>
        <p:nvPicPr>
          <p:cNvPr id="3" name="Image 2">
            <a:extLst>
              <a:ext uri="{FF2B5EF4-FFF2-40B4-BE49-F238E27FC236}">
                <a16:creationId xmlns:a16="http://schemas.microsoft.com/office/drawing/2014/main" id="{787223B1-DBF1-BFCB-945F-5CC03F6014BF}"/>
              </a:ext>
            </a:extLst>
          </p:cNvPr>
          <p:cNvPicPr>
            <a:picLocks noChangeAspect="1"/>
          </p:cNvPicPr>
          <p:nvPr/>
        </p:nvPicPr>
        <p:blipFill>
          <a:blip r:embed="rId4"/>
          <a:stretch>
            <a:fillRect/>
          </a:stretch>
        </p:blipFill>
        <p:spPr>
          <a:xfrm>
            <a:off x="10864581" y="0"/>
            <a:ext cx="6858957" cy="4896533"/>
          </a:xfrm>
          <a:prstGeom prst="rect">
            <a:avLst/>
          </a:prstGeom>
        </p:spPr>
      </p:pic>
      <p:pic>
        <p:nvPicPr>
          <p:cNvPr id="4" name="Image 3" descr="Une image contenant texte, capture d’écran, Police, document&#10;&#10;Le contenu généré par l’IA peut être incorrect.">
            <a:extLst>
              <a:ext uri="{FF2B5EF4-FFF2-40B4-BE49-F238E27FC236}">
                <a16:creationId xmlns:a16="http://schemas.microsoft.com/office/drawing/2014/main" id="{5A1B3835-C65D-DD72-AE2D-4A9A091A9A0C}"/>
              </a:ext>
            </a:extLst>
          </p:cNvPr>
          <p:cNvPicPr>
            <a:picLocks noChangeAspect="1"/>
          </p:cNvPicPr>
          <p:nvPr/>
        </p:nvPicPr>
        <p:blipFill>
          <a:blip r:embed="rId5"/>
          <a:stretch>
            <a:fillRect/>
          </a:stretch>
        </p:blipFill>
        <p:spPr>
          <a:xfrm>
            <a:off x="10809895" y="4923102"/>
            <a:ext cx="7020905" cy="504895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med">
        <p:cover/>
      </p:transition>
    </mc:Choice>
    <mc:Fallback xmlns="" xmlns:m="http://schemas.openxmlformats.org/officeDocument/2006/math" xmlns:w="http://schemas.openxmlformats.org/wordprocessingml/2006/main">
      <p:transition spd="med" advClick="1">
        <p:cover dir="l"/>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15372538"/>
                                        </p:tgtEl>
                                        <p:attrNameLst>
                                          <p:attrName>style.visibility</p:attrName>
                                        </p:attrNameLst>
                                      </p:cBhvr>
                                      <p:to>
                                        <p:strVal val="visible"/>
                                      </p:to>
                                    </p:set>
                                    <p:animEffect transition="in" filter="fade">
                                      <p:cBhvr>
                                        <p:cTn id="7" dur="500"/>
                                        <p:tgtEl>
                                          <p:spTgt spid="91537253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01147607"/>
                                        </p:tgtEl>
                                        <p:attrNameLst>
                                          <p:attrName>style.visibility</p:attrName>
                                        </p:attrNameLst>
                                      </p:cBhvr>
                                      <p:to>
                                        <p:strVal val="visible"/>
                                      </p:to>
                                    </p:set>
                                    <p:animEffect transition="in" filter="fade">
                                      <p:cBhvr>
                                        <p:cTn id="10" dur="500"/>
                                        <p:tgtEl>
                                          <p:spTgt spid="60114760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50312704"/>
                                        </p:tgtEl>
                                        <p:attrNameLst>
                                          <p:attrName>style.visibility</p:attrName>
                                        </p:attrNameLst>
                                      </p:cBhvr>
                                      <p:to>
                                        <p:strVal val="visible"/>
                                      </p:to>
                                    </p:set>
                                    <p:animEffect transition="in" filter="fade">
                                      <p:cBhvr>
                                        <p:cTn id="13" dur="500"/>
                                        <p:tgtEl>
                                          <p:spTgt spid="115031270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358643226"/>
                                        </p:tgtEl>
                                        <p:attrNameLst>
                                          <p:attrName>style.visibility</p:attrName>
                                        </p:attrNameLst>
                                      </p:cBhvr>
                                      <p:to>
                                        <p:strVal val="visible"/>
                                      </p:to>
                                    </p:set>
                                    <p:animEffect transition="in" filter="fade">
                                      <p:cBhvr>
                                        <p:cTn id="18" dur="500"/>
                                        <p:tgtEl>
                                          <p:spTgt spid="135864322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350303554"/>
                                        </p:tgtEl>
                                        <p:attrNameLst>
                                          <p:attrName>style.visibility</p:attrName>
                                        </p:attrNameLst>
                                      </p:cBhvr>
                                      <p:to>
                                        <p:strVal val="visible"/>
                                      </p:to>
                                    </p:set>
                                    <p:animEffect transition="in" filter="fade">
                                      <p:cBhvr>
                                        <p:cTn id="21" dur="500"/>
                                        <p:tgtEl>
                                          <p:spTgt spid="135030355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644263720"/>
                                        </p:tgtEl>
                                        <p:attrNameLst>
                                          <p:attrName>style.visibility</p:attrName>
                                        </p:attrNameLst>
                                      </p:cBhvr>
                                      <p:to>
                                        <p:strVal val="visible"/>
                                      </p:to>
                                    </p:set>
                                    <p:animEffect transition="in" filter="fade">
                                      <p:cBhvr>
                                        <p:cTn id="24" dur="500"/>
                                        <p:tgtEl>
                                          <p:spTgt spid="164426372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498462561"/>
                                        </p:tgtEl>
                                        <p:attrNameLst>
                                          <p:attrName>style.visibility</p:attrName>
                                        </p:attrNameLst>
                                      </p:cBhvr>
                                      <p:to>
                                        <p:strVal val="visible"/>
                                      </p:to>
                                    </p:set>
                                    <p:animEffect transition="in" filter="fade">
                                      <p:cBhvr>
                                        <p:cTn id="29" dur="500"/>
                                        <p:tgtEl>
                                          <p:spTgt spid="149846256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502559455"/>
                                        </p:tgtEl>
                                        <p:attrNameLst>
                                          <p:attrName>style.visibility</p:attrName>
                                        </p:attrNameLst>
                                      </p:cBhvr>
                                      <p:to>
                                        <p:strVal val="visible"/>
                                      </p:to>
                                    </p:set>
                                    <p:animEffect transition="in" filter="fade">
                                      <p:cBhvr>
                                        <p:cTn id="32" dur="500"/>
                                        <p:tgtEl>
                                          <p:spTgt spid="50255945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282503210"/>
                                        </p:tgtEl>
                                        <p:attrNameLst>
                                          <p:attrName>style.visibility</p:attrName>
                                        </p:attrNameLst>
                                      </p:cBhvr>
                                      <p:to>
                                        <p:strVal val="visible"/>
                                      </p:to>
                                    </p:set>
                                    <p:animEffect transition="in" filter="fade">
                                      <p:cBhvr>
                                        <p:cTn id="35" dur="500"/>
                                        <p:tgtEl>
                                          <p:spTgt spid="1282503210"/>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223246665"/>
                                        </p:tgtEl>
                                        <p:attrNameLst>
                                          <p:attrName>style.visibility</p:attrName>
                                        </p:attrNameLst>
                                      </p:cBhvr>
                                      <p:to>
                                        <p:strVal val="visible"/>
                                      </p:to>
                                    </p:set>
                                    <p:animEffect transition="in" filter="fade">
                                      <p:cBhvr>
                                        <p:cTn id="40" dur="500"/>
                                        <p:tgtEl>
                                          <p:spTgt spid="1223246665"/>
                                        </p:tgtEl>
                                      </p:cBhvr>
                                    </p:animEffect>
                                  </p:childTnLst>
                                </p:cTn>
                              </p:par>
                              <p:par>
                                <p:cTn id="41" presetID="10" presetClass="entr" presetSubtype="0" fill="hold" nodeType="withEffect">
                                  <p:stCondLst>
                                    <p:cond delay="0"/>
                                  </p:stCondLst>
                                  <p:childTnLst>
                                    <p:set>
                                      <p:cBhvr>
                                        <p:cTn id="42" dur="1" fill="hold">
                                          <p:stCondLst>
                                            <p:cond delay="0"/>
                                          </p:stCondLst>
                                        </p:cTn>
                                        <p:tgtEl>
                                          <p:spTgt spid="893426312"/>
                                        </p:tgtEl>
                                        <p:attrNameLst>
                                          <p:attrName>style.visibility</p:attrName>
                                        </p:attrNameLst>
                                      </p:cBhvr>
                                      <p:to>
                                        <p:strVal val="visible"/>
                                      </p:to>
                                    </p:set>
                                    <p:animEffect transition="in" filter="fade">
                                      <p:cBhvr>
                                        <p:cTn id="43" dur="500"/>
                                        <p:tgtEl>
                                          <p:spTgt spid="893426312"/>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918223649"/>
                                        </p:tgtEl>
                                        <p:attrNameLst>
                                          <p:attrName>style.visibility</p:attrName>
                                        </p:attrNameLst>
                                      </p:cBhvr>
                                      <p:to>
                                        <p:strVal val="visible"/>
                                      </p:to>
                                    </p:set>
                                    <p:animEffect transition="in" filter="fade">
                                      <p:cBhvr>
                                        <p:cTn id="46" dur="500"/>
                                        <p:tgtEl>
                                          <p:spTgt spid="1918223649"/>
                                        </p:tgtEl>
                                      </p:cBhvr>
                                    </p:animEffec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14127323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6215649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83463808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0303554" grpId="0" animBg="1"/>
      <p:bldP spid="1223246665" grpId="0" animBg="1"/>
      <p:bldP spid="1644263720" grpId="0"/>
      <p:bldP spid="502559455" grpId="0" animBg="1"/>
      <p:bldP spid="1282503210" grpId="0"/>
      <p:bldP spid="1918223649" grpId="0"/>
      <p:bldP spid="601147607" grpId="0" animBg="1"/>
      <p:bldP spid="1150312704" grpId="0"/>
      <p:bldP spid="362156495" grpId="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bg>
      <p:bgPr>
        <a:solidFill>
          <a:srgbClr val="F4F4F4"/>
        </a:solidFill>
        <a:effectLst/>
      </p:bgPr>
    </p:bg>
    <p:spTree>
      <p:nvGrpSpPr>
        <p:cNvPr id="1" name="">
          <a:extLst>
            <a:ext uri="{FF2B5EF4-FFF2-40B4-BE49-F238E27FC236}">
              <a16:creationId xmlns:a16="http://schemas.microsoft.com/office/drawing/2014/main" id="{20E9E57F-12FF-95A3-29BD-9BC1D89D6A0B}"/>
            </a:ext>
          </a:extLst>
        </p:cNvPr>
        <p:cNvGrpSpPr/>
        <p:nvPr/>
      </p:nvGrpSpPr>
      <p:grpSpPr bwMode="auto">
        <a:xfrm>
          <a:off x="0" y="0"/>
          <a:ext cx="0" cy="0"/>
          <a:chOff x="0" y="0"/>
          <a:chExt cx="0" cy="0"/>
        </a:xfrm>
      </p:grpSpPr>
      <p:sp>
        <p:nvSpPr>
          <p:cNvPr id="1547481249" name="TextBox 12">
            <a:extLst>
              <a:ext uri="{FF2B5EF4-FFF2-40B4-BE49-F238E27FC236}">
                <a16:creationId xmlns:a16="http://schemas.microsoft.com/office/drawing/2014/main" id="{76A56AAD-EDFA-AAB9-17F8-86795984C3D2}"/>
              </a:ext>
            </a:extLst>
          </p:cNvPr>
          <p:cNvSpPr txBox="1"/>
          <p:nvPr/>
        </p:nvSpPr>
        <p:spPr bwMode="auto">
          <a:xfrm>
            <a:off x="838199" y="1003281"/>
            <a:ext cx="9905043" cy="1586588"/>
          </a:xfrm>
          <a:prstGeom prst="rect">
            <a:avLst/>
          </a:prstGeom>
        </p:spPr>
        <p:txBody>
          <a:bodyPr wrap="square" lIns="0" tIns="0" rIns="0" bIns="0" rtlCol="0" anchor="t">
            <a:spAutoFit/>
          </a:bodyPr>
          <a:lstStyle/>
          <a:p>
            <a:pPr>
              <a:lnSpc>
                <a:spcPts val="12798"/>
              </a:lnSpc>
              <a:spcBef>
                <a:spcPts val="0"/>
              </a:spcBef>
              <a:defRPr/>
            </a:pPr>
            <a:r>
              <a:rPr lang="en-US" sz="10500" dirty="0" err="1">
                <a:solidFill>
                  <a:srgbClr val="404040"/>
                </a:solidFill>
                <a:latin typeface="Now Bold"/>
              </a:rPr>
              <a:t>Editeurs</a:t>
            </a:r>
            <a:r>
              <a:rPr lang="en-US" sz="10500" dirty="0">
                <a:solidFill>
                  <a:srgbClr val="404040"/>
                </a:solidFill>
                <a:latin typeface="Now Bold"/>
              </a:rPr>
              <a:t> </a:t>
            </a:r>
            <a:r>
              <a:rPr lang="en-US" sz="10500" dirty="0" err="1">
                <a:solidFill>
                  <a:srgbClr val="404040"/>
                </a:solidFill>
                <a:latin typeface="Now Bold"/>
              </a:rPr>
              <a:t>renvoyés</a:t>
            </a:r>
            <a:endParaRPr dirty="0"/>
          </a:p>
        </p:txBody>
      </p:sp>
      <p:pic>
        <p:nvPicPr>
          <p:cNvPr id="5" name="Image 4" descr="Une image contenant texte, capture d’écran, Police&#10;&#10;Le contenu généré par l’IA peut être incorrect.">
            <a:extLst>
              <a:ext uri="{FF2B5EF4-FFF2-40B4-BE49-F238E27FC236}">
                <a16:creationId xmlns:a16="http://schemas.microsoft.com/office/drawing/2014/main" id="{BE32CAA8-6680-AC9C-46E2-B8D72E2322B8}"/>
              </a:ext>
            </a:extLst>
          </p:cNvPr>
          <p:cNvPicPr>
            <a:picLocks noChangeAspect="1"/>
          </p:cNvPicPr>
          <p:nvPr/>
        </p:nvPicPr>
        <p:blipFill>
          <a:blip r:embed="rId3"/>
          <a:stretch>
            <a:fillRect/>
          </a:stretch>
        </p:blipFill>
        <p:spPr>
          <a:xfrm>
            <a:off x="457200" y="3314700"/>
            <a:ext cx="7325747" cy="4639322"/>
          </a:xfrm>
          <a:prstGeom prst="rect">
            <a:avLst/>
          </a:prstGeom>
        </p:spPr>
      </p:pic>
      <p:pic>
        <p:nvPicPr>
          <p:cNvPr id="7" name="Image 6" descr="Une image contenant texte, Police, capture d’écran, document&#10;&#10;Le contenu généré par l’IA peut être incorrect.">
            <a:extLst>
              <a:ext uri="{FF2B5EF4-FFF2-40B4-BE49-F238E27FC236}">
                <a16:creationId xmlns:a16="http://schemas.microsoft.com/office/drawing/2014/main" id="{65E01387-5859-5569-4386-F0D4514585FF}"/>
              </a:ext>
            </a:extLst>
          </p:cNvPr>
          <p:cNvPicPr>
            <a:picLocks noChangeAspect="1"/>
          </p:cNvPicPr>
          <p:nvPr/>
        </p:nvPicPr>
        <p:blipFill>
          <a:blip r:embed="rId4"/>
          <a:stretch>
            <a:fillRect/>
          </a:stretch>
        </p:blipFill>
        <p:spPr>
          <a:xfrm>
            <a:off x="10972800" y="1003281"/>
            <a:ext cx="7106642" cy="2219635"/>
          </a:xfrm>
          <a:prstGeom prst="rect">
            <a:avLst/>
          </a:prstGeom>
        </p:spPr>
      </p:pic>
      <p:pic>
        <p:nvPicPr>
          <p:cNvPr id="11" name="Image 10" descr="Une image contenant texte, Police, capture d’écran, document&#10;&#10;Le contenu généré par l’IA peut être incorrect.">
            <a:extLst>
              <a:ext uri="{FF2B5EF4-FFF2-40B4-BE49-F238E27FC236}">
                <a16:creationId xmlns:a16="http://schemas.microsoft.com/office/drawing/2014/main" id="{40973E78-D37F-E542-D8D9-6E559D4B7095}"/>
              </a:ext>
            </a:extLst>
          </p:cNvPr>
          <p:cNvPicPr>
            <a:picLocks noChangeAspect="1"/>
          </p:cNvPicPr>
          <p:nvPr/>
        </p:nvPicPr>
        <p:blipFill>
          <a:blip r:embed="rId5"/>
          <a:stretch>
            <a:fillRect/>
          </a:stretch>
        </p:blipFill>
        <p:spPr>
          <a:xfrm>
            <a:off x="10505055" y="3467100"/>
            <a:ext cx="7135221" cy="4715533"/>
          </a:xfrm>
          <a:prstGeom prst="rect">
            <a:avLst/>
          </a:prstGeom>
        </p:spPr>
      </p:pic>
    </p:spTree>
    <p:extLst>
      <p:ext uri="{BB962C8B-B14F-4D97-AF65-F5344CB8AC3E}">
        <p14:creationId xmlns:p14="http://schemas.microsoft.com/office/powerpoint/2010/main" val="2411051811"/>
      </p:ext>
    </p:extLst>
  </p:cSld>
  <p:clrMapOvr>
    <a:masterClrMapping/>
  </p:clrMapOvr>
  <p:transition spd="med">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2027267301" name="Image 2"/>
          <p:cNvPicPr>
            <a:picLocks noChangeAspect="1"/>
          </p:cNvPicPr>
          <p:nvPr/>
        </p:nvPicPr>
        <p:blipFill>
          <a:blip r:embed="rId3"/>
          <a:stretch/>
        </p:blipFill>
        <p:spPr bwMode="auto">
          <a:xfrm>
            <a:off x="1143000" y="1028700"/>
            <a:ext cx="7369179" cy="4854361"/>
          </a:xfrm>
          <a:prstGeom prst="rect">
            <a:avLst/>
          </a:prstGeom>
        </p:spPr>
      </p:pic>
      <p:pic>
        <p:nvPicPr>
          <p:cNvPr id="245477636" name="Image 4"/>
          <p:cNvPicPr>
            <a:picLocks noChangeAspect="1"/>
          </p:cNvPicPr>
          <p:nvPr/>
        </p:nvPicPr>
        <p:blipFill>
          <a:blip r:embed="rId4"/>
          <a:stretch/>
        </p:blipFill>
        <p:spPr bwMode="auto">
          <a:xfrm>
            <a:off x="5539427" y="6286500"/>
            <a:ext cx="10874924" cy="2667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1309539617" name="Image 2"/>
          <p:cNvPicPr>
            <a:picLocks noChangeAspect="1"/>
          </p:cNvPicPr>
          <p:nvPr/>
        </p:nvPicPr>
        <p:blipFill>
          <a:blip r:embed="rId3"/>
          <a:stretch/>
        </p:blipFill>
        <p:spPr bwMode="auto">
          <a:xfrm>
            <a:off x="609600" y="114300"/>
            <a:ext cx="4717657" cy="3543922"/>
          </a:xfrm>
          <a:prstGeom prst="rect">
            <a:avLst/>
          </a:prstGeom>
        </p:spPr>
      </p:pic>
      <p:pic>
        <p:nvPicPr>
          <p:cNvPr id="354353259" name="Image 4"/>
          <p:cNvPicPr>
            <a:picLocks noChangeAspect="1"/>
          </p:cNvPicPr>
          <p:nvPr/>
        </p:nvPicPr>
        <p:blipFill>
          <a:blip r:embed="rId4"/>
          <a:stretch/>
        </p:blipFill>
        <p:spPr bwMode="auto">
          <a:xfrm>
            <a:off x="6023371" y="1426598"/>
            <a:ext cx="9292565" cy="737344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A0B51031-9701-DEFA-3E87-1584BEFC3C64}"/>
              </a:ext>
            </a:extLst>
          </p:cNvPr>
          <p:cNvPicPr>
            <a:picLocks noChangeAspect="1"/>
          </p:cNvPicPr>
          <p:nvPr/>
        </p:nvPicPr>
        <p:blipFill>
          <a:blip r:embed="rId2"/>
          <a:stretch>
            <a:fillRect/>
          </a:stretch>
        </p:blipFill>
        <p:spPr>
          <a:xfrm>
            <a:off x="685800" y="647700"/>
            <a:ext cx="9735909" cy="4143953"/>
          </a:xfrm>
          <a:prstGeom prst="rect">
            <a:avLst/>
          </a:prstGeom>
        </p:spPr>
      </p:pic>
      <p:sp>
        <p:nvSpPr>
          <p:cNvPr id="4" name="ZoneTexte 3">
            <a:extLst>
              <a:ext uri="{FF2B5EF4-FFF2-40B4-BE49-F238E27FC236}">
                <a16:creationId xmlns:a16="http://schemas.microsoft.com/office/drawing/2014/main" id="{0D2E53E4-CB65-50B2-6262-2C7C9B4F9380}"/>
              </a:ext>
            </a:extLst>
          </p:cNvPr>
          <p:cNvSpPr txBox="1"/>
          <p:nvPr/>
        </p:nvSpPr>
        <p:spPr>
          <a:xfrm>
            <a:off x="1049476" y="5528685"/>
            <a:ext cx="16189047" cy="2015936"/>
          </a:xfrm>
          <a:prstGeom prst="rect">
            <a:avLst/>
          </a:prstGeom>
          <a:noFill/>
        </p:spPr>
        <p:txBody>
          <a:bodyPr wrap="none" rtlCol="0">
            <a:spAutoFit/>
          </a:bodyPr>
          <a:lstStyle/>
          <a:p>
            <a:r>
              <a:rPr lang="fr-FR" sz="2500" dirty="0"/>
              <a:t>1/3 des articles rétractés par PLoS ONE sont liés à 45 chercheurs servant d’éditeurs au journal</a:t>
            </a:r>
          </a:p>
          <a:p>
            <a:endParaRPr lang="fr-FR" sz="2500" dirty="0"/>
          </a:p>
          <a:p>
            <a:endParaRPr lang="fr-FR" sz="2500" dirty="0"/>
          </a:p>
          <a:p>
            <a:r>
              <a:rPr lang="fr-FR" sz="2500" dirty="0"/>
              <a:t>Sur 79 articles édités par un chercheur; 49 ont été rétractés avant que le chercheur soit démis de ses fonctions éditoriales, </a:t>
            </a:r>
          </a:p>
          <a:p>
            <a:r>
              <a:rPr lang="fr-FR" sz="2500" dirty="0"/>
              <a:t>au bout de 9 ans.</a:t>
            </a:r>
          </a:p>
        </p:txBody>
      </p:sp>
    </p:spTree>
    <p:extLst>
      <p:ext uri="{BB962C8B-B14F-4D97-AF65-F5344CB8AC3E}">
        <p14:creationId xmlns:p14="http://schemas.microsoft.com/office/powerpoint/2010/main" val="36574551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46471499-C48C-72C9-3395-FB20DCA127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0" y="2639168"/>
            <a:ext cx="7124700" cy="5008664"/>
          </a:xfrm>
          <a:prstGeom prst="rect">
            <a:avLst/>
          </a:prstGeom>
          <a:noFill/>
          <a:extLst>
            <a:ext uri="{909E8E84-426E-40DD-AFC4-6F175D3DCCD1}">
              <a14:hiddenFill xmlns:a14="http://schemas.microsoft.com/office/drawing/2010/main">
                <a:solidFill>
                  <a:srgbClr val="FFFFFF"/>
                </a:solidFill>
              </a14:hiddenFill>
            </a:ext>
          </a:extLst>
        </p:spPr>
      </p:pic>
      <p:pic>
        <p:nvPicPr>
          <p:cNvPr id="3" name="Image 2" descr="Une image contenant texte, capture d’écran, Police, conception&#10;&#10;Le contenu généré par l’IA peut être incorrect.">
            <a:extLst>
              <a:ext uri="{FF2B5EF4-FFF2-40B4-BE49-F238E27FC236}">
                <a16:creationId xmlns:a16="http://schemas.microsoft.com/office/drawing/2014/main" id="{1A113EBF-2F67-BE02-269B-B70FA7FA1956}"/>
              </a:ext>
            </a:extLst>
          </p:cNvPr>
          <p:cNvPicPr>
            <a:picLocks noChangeAspect="1"/>
          </p:cNvPicPr>
          <p:nvPr/>
        </p:nvPicPr>
        <p:blipFill>
          <a:blip r:embed="rId3"/>
          <a:stretch>
            <a:fillRect/>
          </a:stretch>
        </p:blipFill>
        <p:spPr>
          <a:xfrm>
            <a:off x="304800" y="1714500"/>
            <a:ext cx="8387550" cy="5620013"/>
          </a:xfrm>
          <a:prstGeom prst="rect">
            <a:avLst/>
          </a:prstGeom>
        </p:spPr>
      </p:pic>
      <p:sp>
        <p:nvSpPr>
          <p:cNvPr id="4" name="Rectangle 3">
            <a:extLst>
              <a:ext uri="{FF2B5EF4-FFF2-40B4-BE49-F238E27FC236}">
                <a16:creationId xmlns:a16="http://schemas.microsoft.com/office/drawing/2014/main" id="{C0948599-4AB3-247E-436E-0395A5425070}"/>
              </a:ext>
            </a:extLst>
          </p:cNvPr>
          <p:cNvSpPr/>
          <p:nvPr/>
        </p:nvSpPr>
        <p:spPr>
          <a:xfrm>
            <a:off x="1143000" y="5829300"/>
            <a:ext cx="2209800" cy="838200"/>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309807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6E7E6C0C-F792-B71C-B526-5AD52F6783A3}"/>
              </a:ext>
            </a:extLst>
          </p:cNvPr>
          <p:cNvPicPr>
            <a:picLocks noChangeAspect="1"/>
          </p:cNvPicPr>
          <p:nvPr/>
        </p:nvPicPr>
        <p:blipFill>
          <a:blip r:embed="rId2"/>
          <a:stretch>
            <a:fillRect/>
          </a:stretch>
        </p:blipFill>
        <p:spPr>
          <a:xfrm>
            <a:off x="533400" y="571500"/>
            <a:ext cx="10597392" cy="3869024"/>
          </a:xfrm>
          <a:prstGeom prst="rect">
            <a:avLst/>
          </a:prstGeom>
        </p:spPr>
      </p:pic>
      <p:pic>
        <p:nvPicPr>
          <p:cNvPr id="5" name="Image 4">
            <a:extLst>
              <a:ext uri="{FF2B5EF4-FFF2-40B4-BE49-F238E27FC236}">
                <a16:creationId xmlns:a16="http://schemas.microsoft.com/office/drawing/2014/main" id="{133AD719-FC91-4891-451D-E7EDB9C617A1}"/>
              </a:ext>
            </a:extLst>
          </p:cNvPr>
          <p:cNvPicPr>
            <a:picLocks noChangeAspect="1"/>
          </p:cNvPicPr>
          <p:nvPr/>
        </p:nvPicPr>
        <p:blipFill>
          <a:blip r:embed="rId3"/>
          <a:stretch>
            <a:fillRect/>
          </a:stretch>
        </p:blipFill>
        <p:spPr>
          <a:xfrm>
            <a:off x="990600" y="4991100"/>
            <a:ext cx="6463359" cy="4211479"/>
          </a:xfrm>
          <a:prstGeom prst="rect">
            <a:avLst/>
          </a:prstGeom>
        </p:spPr>
      </p:pic>
      <p:pic>
        <p:nvPicPr>
          <p:cNvPr id="7" name="Image 6">
            <a:extLst>
              <a:ext uri="{FF2B5EF4-FFF2-40B4-BE49-F238E27FC236}">
                <a16:creationId xmlns:a16="http://schemas.microsoft.com/office/drawing/2014/main" id="{D6C7FBDC-41A0-3CD3-9895-DC8CBA33AA97}"/>
              </a:ext>
            </a:extLst>
          </p:cNvPr>
          <p:cNvPicPr>
            <a:picLocks noChangeAspect="1"/>
          </p:cNvPicPr>
          <p:nvPr/>
        </p:nvPicPr>
        <p:blipFill>
          <a:blip r:embed="rId4"/>
          <a:stretch>
            <a:fillRect/>
          </a:stretch>
        </p:blipFill>
        <p:spPr>
          <a:xfrm>
            <a:off x="8305800" y="5851239"/>
            <a:ext cx="8492370" cy="3467648"/>
          </a:xfrm>
          <a:prstGeom prst="rect">
            <a:avLst/>
          </a:prstGeom>
        </p:spPr>
      </p:pic>
      <p:pic>
        <p:nvPicPr>
          <p:cNvPr id="9" name="Image 8">
            <a:extLst>
              <a:ext uri="{FF2B5EF4-FFF2-40B4-BE49-F238E27FC236}">
                <a16:creationId xmlns:a16="http://schemas.microsoft.com/office/drawing/2014/main" id="{B9600CB0-08A3-38F9-EF25-88B130CA2AF7}"/>
              </a:ext>
            </a:extLst>
          </p:cNvPr>
          <p:cNvPicPr>
            <a:picLocks noChangeAspect="1"/>
          </p:cNvPicPr>
          <p:nvPr/>
        </p:nvPicPr>
        <p:blipFill>
          <a:blip r:embed="rId5"/>
          <a:stretch>
            <a:fillRect/>
          </a:stretch>
        </p:blipFill>
        <p:spPr>
          <a:xfrm>
            <a:off x="9144000" y="958588"/>
            <a:ext cx="8287905" cy="4086795"/>
          </a:xfrm>
          <a:prstGeom prst="rect">
            <a:avLst/>
          </a:prstGeom>
        </p:spPr>
      </p:pic>
      <p:pic>
        <p:nvPicPr>
          <p:cNvPr id="11" name="Image 10">
            <a:extLst>
              <a:ext uri="{FF2B5EF4-FFF2-40B4-BE49-F238E27FC236}">
                <a16:creationId xmlns:a16="http://schemas.microsoft.com/office/drawing/2014/main" id="{A219D957-A383-7DE8-F9A0-762926D6EECF}"/>
              </a:ext>
            </a:extLst>
          </p:cNvPr>
          <p:cNvPicPr>
            <a:picLocks noChangeAspect="1"/>
          </p:cNvPicPr>
          <p:nvPr/>
        </p:nvPicPr>
        <p:blipFill>
          <a:blip r:embed="rId6"/>
          <a:stretch>
            <a:fillRect/>
          </a:stretch>
        </p:blipFill>
        <p:spPr>
          <a:xfrm>
            <a:off x="2684204" y="2552700"/>
            <a:ext cx="12919591" cy="4211479"/>
          </a:xfrm>
          <a:prstGeom prst="rect">
            <a:avLst/>
          </a:prstGeom>
        </p:spPr>
      </p:pic>
    </p:spTree>
    <p:extLst>
      <p:ext uri="{BB962C8B-B14F-4D97-AF65-F5344CB8AC3E}">
        <p14:creationId xmlns:p14="http://schemas.microsoft.com/office/powerpoint/2010/main" val="1382927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Une image contenant texte, habits, homme, médias&#10;&#10;Le contenu généré par l’IA peut être incorrect.">
            <a:extLst>
              <a:ext uri="{FF2B5EF4-FFF2-40B4-BE49-F238E27FC236}">
                <a16:creationId xmlns:a16="http://schemas.microsoft.com/office/drawing/2014/main" id="{463E4A23-357C-CC2E-15FA-C15714B5DE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15414"/>
          <a:stretch>
            <a:fillRect/>
          </a:stretch>
        </p:blipFill>
        <p:spPr bwMode="auto">
          <a:xfrm>
            <a:off x="20" y="10"/>
            <a:ext cx="18287980" cy="10286990"/>
          </a:xfrm>
          <a:prstGeom prst="rect">
            <a:avLst/>
          </a:prstGeom>
          <a:solidFill>
            <a:srgbClr val="FFFFFF"/>
          </a:solidFill>
        </p:spPr>
      </p:pic>
    </p:spTree>
    <p:extLst>
      <p:ext uri="{BB962C8B-B14F-4D97-AF65-F5344CB8AC3E}">
        <p14:creationId xmlns:p14="http://schemas.microsoft.com/office/powerpoint/2010/main" val="5377495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bg>
      <p:bgPr>
        <a:solidFill>
          <a:srgbClr val="F4F4F4"/>
        </a:solidFill>
        <a:effectLst/>
      </p:bgPr>
    </p:bg>
    <p:spTree>
      <p:nvGrpSpPr>
        <p:cNvPr id="1" name=""/>
        <p:cNvGrpSpPr/>
        <p:nvPr/>
      </p:nvGrpSpPr>
      <p:grpSpPr bwMode="auto">
        <a:xfrm>
          <a:off x="0" y="0"/>
          <a:ext cx="0" cy="0"/>
          <a:chOff x="0" y="0"/>
          <a:chExt cx="0" cy="0"/>
        </a:xfrm>
      </p:grpSpPr>
      <p:pic>
        <p:nvPicPr>
          <p:cNvPr id="1739448716" name="Image 1"/>
          <p:cNvPicPr>
            <a:picLocks noChangeAspect="1"/>
          </p:cNvPicPr>
          <p:nvPr/>
        </p:nvPicPr>
        <p:blipFill>
          <a:blip r:embed="rId3"/>
          <a:stretch/>
        </p:blipFill>
        <p:spPr bwMode="auto">
          <a:xfrm>
            <a:off x="199571" y="7610334"/>
            <a:ext cx="4816257" cy="2674852"/>
          </a:xfrm>
          <a:prstGeom prst="rect">
            <a:avLst/>
          </a:prstGeom>
        </p:spPr>
      </p:pic>
      <p:pic>
        <p:nvPicPr>
          <p:cNvPr id="196441065" name="Image 3"/>
          <p:cNvPicPr>
            <a:picLocks noChangeAspect="1"/>
          </p:cNvPicPr>
          <p:nvPr/>
        </p:nvPicPr>
        <p:blipFill>
          <a:blip r:embed="rId4"/>
          <a:stretch/>
        </p:blipFill>
        <p:spPr bwMode="auto">
          <a:xfrm>
            <a:off x="228600" y="419101"/>
            <a:ext cx="8467271" cy="3962400"/>
          </a:xfrm>
          <a:prstGeom prst="rect">
            <a:avLst/>
          </a:prstGeom>
        </p:spPr>
      </p:pic>
      <p:pic>
        <p:nvPicPr>
          <p:cNvPr id="872634104" name="Image 5"/>
          <p:cNvPicPr>
            <a:picLocks noChangeAspect="1"/>
          </p:cNvPicPr>
          <p:nvPr/>
        </p:nvPicPr>
        <p:blipFill>
          <a:blip r:embed="rId5"/>
          <a:stretch/>
        </p:blipFill>
        <p:spPr bwMode="auto">
          <a:xfrm>
            <a:off x="8865306" y="714649"/>
            <a:ext cx="9223123" cy="9153251"/>
          </a:xfrm>
          <a:prstGeom prst="rect">
            <a:avLst/>
          </a:prstGeom>
        </p:spPr>
      </p:pic>
      <p:pic>
        <p:nvPicPr>
          <p:cNvPr id="1075700507" name="Image 6"/>
          <p:cNvPicPr>
            <a:picLocks noChangeAspect="1"/>
          </p:cNvPicPr>
          <p:nvPr/>
        </p:nvPicPr>
        <p:blipFill>
          <a:blip r:embed="rId6"/>
          <a:stretch/>
        </p:blipFill>
        <p:spPr bwMode="auto">
          <a:xfrm>
            <a:off x="3001718" y="1638300"/>
            <a:ext cx="12284564" cy="7765878"/>
          </a:xfrm>
          <a:prstGeom prst="rect">
            <a:avLst/>
          </a:prstGeom>
        </p:spPr>
      </p:pic>
      <p:sp>
        <p:nvSpPr>
          <p:cNvPr id="1423886561" name="Rectangle 7"/>
          <p:cNvSpPr/>
          <p:nvPr/>
        </p:nvSpPr>
        <p:spPr bwMode="auto">
          <a:xfrm>
            <a:off x="6477000" y="2705100"/>
            <a:ext cx="2388305" cy="6019800"/>
          </a:xfrm>
          <a:prstGeom prst="rect">
            <a:avLst/>
          </a:prstGeom>
          <a:solidFill>
            <a:schemeClr val="accent1">
              <a:alpha val="4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fr-FR"/>
          </a:p>
        </p:txBody>
      </p:sp>
      <p:pic>
        <p:nvPicPr>
          <p:cNvPr id="1957307246" name="Image 8"/>
          <p:cNvPicPr>
            <a:picLocks noChangeAspect="1"/>
          </p:cNvPicPr>
          <p:nvPr/>
        </p:nvPicPr>
        <p:blipFill>
          <a:blip r:embed="rId7"/>
          <a:stretch/>
        </p:blipFill>
        <p:spPr bwMode="auto">
          <a:xfrm>
            <a:off x="10744200" y="2579331"/>
            <a:ext cx="6350909" cy="636842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med">
        <p:cover/>
      </p:transition>
    </mc:Choice>
    <mc:Fallback xmlns="" xmlns:m="http://schemas.openxmlformats.org/officeDocument/2006/math" xmlns:w="http://schemas.openxmlformats.org/wordprocessingml/2006/main">
      <p:transition spd="med" advClick="1">
        <p:cover dir="l"/>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72634104"/>
                                        </p:tgtEl>
                                        <p:attrNameLst>
                                          <p:attrName>style.visibility</p:attrName>
                                        </p:attrNameLst>
                                      </p:cBhvr>
                                      <p:to>
                                        <p:strVal val="visible"/>
                                      </p:to>
                                    </p:set>
                                    <p:animEffect transition="in" filter="fade">
                                      <p:cBhvr>
                                        <p:cTn id="7" dur="500"/>
                                        <p:tgtEl>
                                          <p:spTgt spid="87263410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75700507"/>
                                        </p:tgtEl>
                                        <p:attrNameLst>
                                          <p:attrName>style.visibility</p:attrName>
                                        </p:attrNameLst>
                                      </p:cBhvr>
                                      <p:to>
                                        <p:strVal val="visible"/>
                                      </p:to>
                                    </p:set>
                                    <p:animEffect transition="in" filter="fade">
                                      <p:cBhvr>
                                        <p:cTn id="12" dur="500"/>
                                        <p:tgtEl>
                                          <p:spTgt spid="107570050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23886561"/>
                                        </p:tgtEl>
                                        <p:attrNameLst>
                                          <p:attrName>style.visibility</p:attrName>
                                        </p:attrNameLst>
                                      </p:cBhvr>
                                      <p:to>
                                        <p:strVal val="visible"/>
                                      </p:to>
                                    </p:set>
                                    <p:animEffect transition="in" filter="fade">
                                      <p:cBhvr>
                                        <p:cTn id="17" dur="500"/>
                                        <p:tgtEl>
                                          <p:spTgt spid="142388656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57307246"/>
                                        </p:tgtEl>
                                        <p:attrNameLst>
                                          <p:attrName>style.visibility</p:attrName>
                                        </p:attrNameLst>
                                      </p:cBhvr>
                                      <p:to>
                                        <p:strVal val="visible"/>
                                      </p:to>
                                    </p:set>
                                    <p:animEffect transition="in" filter="fade">
                                      <p:cBhvr>
                                        <p:cTn id="22" dur="500"/>
                                        <p:tgtEl>
                                          <p:spTgt spid="19573072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886561" grpId="0" animBg="1"/>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8479523" name="Title 1"/>
          <p:cNvSpPr>
            <a:spLocks noGrp="1"/>
          </p:cNvSpPr>
          <p:nvPr>
            <p:ph type="title"/>
          </p:nvPr>
        </p:nvSpPr>
        <p:spPr bwMode="auto"/>
        <p:txBody>
          <a:bodyPr/>
          <a:lstStyle/>
          <a:p>
            <a:pPr>
              <a:defRPr/>
            </a:pPr>
            <a:r>
              <a:t>Springer</a:t>
            </a:r>
          </a:p>
        </p:txBody>
      </p:sp>
      <p:sp>
        <p:nvSpPr>
          <p:cNvPr id="1122137879" name="Content Placeholder 2"/>
          <p:cNvSpPr>
            <a:spLocks noGrp="1"/>
          </p:cNvSpPr>
          <p:nvPr>
            <p:ph idx="1"/>
          </p:nvPr>
        </p:nvSpPr>
        <p:spPr bwMode="auto"/>
        <p:txBody>
          <a:bodyPr/>
          <a:lstStyle/>
          <a:p>
            <a:pPr>
              <a:defRPr/>
            </a:pPr>
            <a:r>
              <a:rPr dirty="0"/>
              <a:t>731 Million € first semester 2025</a:t>
            </a:r>
          </a:p>
          <a:p>
            <a:pPr>
              <a:defRPr/>
            </a:pPr>
            <a:r>
              <a:rPr dirty="0"/>
              <a:t>+7%</a:t>
            </a:r>
          </a:p>
          <a:p>
            <a:pPr>
              <a:defRPr/>
            </a:pPr>
            <a:r>
              <a:rPr dirty="0"/>
              <a:t>+25% from open access publications</a:t>
            </a:r>
          </a:p>
          <a:p>
            <a:pPr>
              <a:defRPr/>
            </a:pPr>
            <a:endParaRPr dirty="0"/>
          </a:p>
          <a:p>
            <a:pPr>
              <a:defRPr/>
            </a:pPr>
            <a:r>
              <a:rPr sz="1200" b="0" i="1" u="none" dirty="0">
                <a:solidFill>
                  <a:srgbClr val="000000"/>
                </a:solidFill>
                <a:latin typeface="Caladea"/>
                <a:ea typeface="Caladea"/>
                <a:cs typeface="Caladea"/>
              </a:rPr>
              <a:t>HALF-YEAR  FINANCIAL  REPORT </a:t>
            </a:r>
            <a:r>
              <a:rPr sz="1200" i="1" dirty="0">
                <a:latin typeface="Caladea"/>
                <a:ea typeface="Caladea"/>
                <a:cs typeface="Caladea"/>
              </a:rPr>
              <a:t>, Springer Nature, 2025</a:t>
            </a:r>
            <a:endParaRPr dirty="0"/>
          </a:p>
        </p:txBody>
      </p:sp>
      <p:sp>
        <p:nvSpPr>
          <p:cNvPr id="739035476" name="Title 1"/>
          <p:cNvSpPr>
            <a:spLocks noGrp="1"/>
          </p:cNvSpPr>
          <p:nvPr/>
        </p:nvSpPr>
        <p:spPr bwMode="auto">
          <a:xfrm>
            <a:off x="9524404" y="427037"/>
            <a:ext cx="8229600" cy="1143000"/>
          </a:xfrm>
        </p:spPr>
        <p:txBody>
          <a:bodyPr vert="horz" lIns="91440" tIns="45720" rIns="91440" bIns="45720" rtlCol="0" anchor="ctr">
            <a:normAutofit/>
          </a:bodyPr>
          <a:lstStyle>
            <a:lvl1pPr algn="ctr" defTabSz="914400">
              <a:spcBef>
                <a:spcPts val="0"/>
              </a:spcBef>
              <a:buNone/>
              <a:defRPr sz="4400">
                <a:solidFill>
                  <a:schemeClr val="tx1"/>
                </a:solidFill>
                <a:latin typeface="+mj-lt"/>
                <a:ea typeface="+mj-ea"/>
                <a:cs typeface="+mj-cs"/>
              </a:defRPr>
            </a:lvl1pPr>
          </a:lstStyle>
          <a:p>
            <a:pPr>
              <a:defRPr/>
            </a:pPr>
            <a:r>
              <a:t>Taylor and Françis</a:t>
            </a:r>
          </a:p>
        </p:txBody>
      </p:sp>
      <p:sp>
        <p:nvSpPr>
          <p:cNvPr id="676042473" name="Content Placeholder 2"/>
          <p:cNvSpPr>
            <a:spLocks noGrp="1"/>
          </p:cNvSpPr>
          <p:nvPr/>
        </p:nvSpPr>
        <p:spPr bwMode="auto">
          <a:xfrm>
            <a:off x="9524404" y="1752599"/>
            <a:ext cx="8229600" cy="4525962"/>
          </a:xfrm>
        </p:spPr>
        <p:txBody>
          <a:bodyPr vert="horz" lIns="91440" tIns="45720" rIns="91440" bIns="45720" rtlCol="0">
            <a:normAutofit/>
          </a:bodyPr>
          <a:lstStyle>
            <a:lvl1pPr marL="342900" indent="-342900" algn="l" defTabSz="914400">
              <a:spcBef>
                <a:spcPts val="0"/>
              </a:spcBef>
              <a:buFont typeface="Arial"/>
              <a:buChar char="•"/>
              <a:defRPr sz="3200">
                <a:solidFill>
                  <a:schemeClr val="tx1"/>
                </a:solidFill>
                <a:latin typeface="+mn-lt"/>
                <a:ea typeface="+mn-ea"/>
                <a:cs typeface="+mn-cs"/>
              </a:defRPr>
            </a:lvl1pPr>
            <a:lvl2pPr marL="742950" indent="-285750" algn="l" defTabSz="914400">
              <a:spcBef>
                <a:spcPts val="0"/>
              </a:spcBef>
              <a:buFont typeface="Arial"/>
              <a:buChar char="–"/>
              <a:defRPr sz="2800">
                <a:solidFill>
                  <a:schemeClr val="tx1"/>
                </a:solidFill>
                <a:latin typeface="+mn-lt"/>
                <a:ea typeface="+mn-ea"/>
                <a:cs typeface="+mn-cs"/>
              </a:defRPr>
            </a:lvl2pPr>
            <a:lvl3pPr marL="1143000" indent="-228600" algn="l" defTabSz="914400">
              <a:spcBef>
                <a:spcPts val="0"/>
              </a:spcBef>
              <a:buFont typeface="Arial"/>
              <a:buChar char="•"/>
              <a:defRPr sz="2400">
                <a:solidFill>
                  <a:schemeClr val="tx1"/>
                </a:solidFill>
                <a:latin typeface="+mn-lt"/>
                <a:ea typeface="+mn-ea"/>
                <a:cs typeface="+mn-cs"/>
              </a:defRPr>
            </a:lvl3pPr>
            <a:lvl4pPr marL="1600200" indent="-228600" algn="l" defTabSz="914400">
              <a:spcBef>
                <a:spcPts val="0"/>
              </a:spcBef>
              <a:buFont typeface="Arial"/>
              <a:buChar char="–"/>
              <a:defRPr sz="2000">
                <a:solidFill>
                  <a:schemeClr val="tx1"/>
                </a:solidFill>
                <a:latin typeface="+mn-lt"/>
                <a:ea typeface="+mn-ea"/>
                <a:cs typeface="+mn-cs"/>
              </a:defRPr>
            </a:lvl4pPr>
            <a:lvl5pPr marL="2057400" indent="-228600" algn="l" defTabSz="914400">
              <a:spcBef>
                <a:spcPts val="0"/>
              </a:spcBef>
              <a:buFont typeface="Arial"/>
              <a:buChar char="»"/>
              <a:defRPr sz="2000">
                <a:solidFill>
                  <a:schemeClr val="tx1"/>
                </a:solidFill>
                <a:latin typeface="+mn-lt"/>
                <a:ea typeface="+mn-ea"/>
                <a:cs typeface="+mn-cs"/>
              </a:defRPr>
            </a:lvl5pPr>
            <a:lvl6pPr marL="2514599"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a:lstStyle>
          <a:p>
            <a:pPr>
              <a:defRPr/>
            </a:pPr>
            <a:r>
              <a:t>+11,9% – mostly from open access publications</a:t>
            </a:r>
          </a:p>
          <a:p>
            <a:pPr>
              <a:defRPr/>
            </a:pPr>
            <a:endParaRPr/>
          </a:p>
          <a:p>
            <a:pPr marL="0" indent="0">
              <a:buFont typeface="Arial"/>
              <a:buNone/>
              <a:defRPr/>
            </a:pPr>
            <a:r>
              <a:rPr sz="1200" b="0" i="0" u="none">
                <a:solidFill>
                  <a:srgbClr val="000000"/>
                </a:solidFill>
                <a:latin typeface="Times New Roman"/>
                <a:ea typeface="Times New Roman"/>
                <a:cs typeface="Times New Roman"/>
              </a:rPr>
              <a:t>Informa PLC 2025 Half Year Results</a:t>
            </a:r>
            <a:endParaRPr/>
          </a:p>
        </p:txBody>
      </p:sp>
      <p:sp>
        <p:nvSpPr>
          <p:cNvPr id="2" name="Title 1">
            <a:extLst>
              <a:ext uri="{FF2B5EF4-FFF2-40B4-BE49-F238E27FC236}">
                <a16:creationId xmlns:a16="http://schemas.microsoft.com/office/drawing/2014/main" id="{E5BC0273-7A6C-81EA-8C8B-EF2560A4123F}"/>
              </a:ext>
            </a:extLst>
          </p:cNvPr>
          <p:cNvSpPr txBox="1">
            <a:spLocks/>
          </p:cNvSpPr>
          <p:nvPr/>
        </p:nvSpPr>
        <p:spPr bwMode="auto">
          <a:xfrm>
            <a:off x="4648797" y="5068956"/>
            <a:ext cx="8229600" cy="1143000"/>
          </a:xfrm>
          <a:prstGeom prst="rect">
            <a:avLst/>
          </a:prstGeom>
        </p:spPr>
        <p:txBody>
          <a:bodyPr vert="horz" lIns="91440" tIns="45720" rIns="91440" bIns="45720" rtlCol="0" anchor="ctr">
            <a:normAutofit/>
          </a:bodyPr>
          <a:lstStyle>
            <a:lvl1pPr algn="ctr" defTabSz="914400">
              <a:spcBef>
                <a:spcPts val="0"/>
              </a:spcBef>
              <a:buNone/>
              <a:defRPr sz="4400">
                <a:solidFill>
                  <a:schemeClr val="tx1"/>
                </a:solidFill>
                <a:latin typeface="+mj-lt"/>
                <a:ea typeface="+mj-ea"/>
                <a:cs typeface="+mj-cs"/>
              </a:defRPr>
            </a:lvl1pPr>
          </a:lstStyle>
          <a:p>
            <a:pPr>
              <a:defRPr/>
            </a:pPr>
            <a:r>
              <a:rPr lang="fr-FR" dirty="0"/>
              <a:t>Open Access</a:t>
            </a:r>
          </a:p>
        </p:txBody>
      </p:sp>
      <p:sp>
        <p:nvSpPr>
          <p:cNvPr id="3" name="Content Placeholder 2">
            <a:extLst>
              <a:ext uri="{FF2B5EF4-FFF2-40B4-BE49-F238E27FC236}">
                <a16:creationId xmlns:a16="http://schemas.microsoft.com/office/drawing/2014/main" id="{84DD29F6-8A92-9909-2EB0-9CD7CC52E27C}"/>
              </a:ext>
            </a:extLst>
          </p:cNvPr>
          <p:cNvSpPr txBox="1">
            <a:spLocks/>
          </p:cNvSpPr>
          <p:nvPr/>
        </p:nvSpPr>
        <p:spPr bwMode="auto">
          <a:xfrm>
            <a:off x="5867400" y="6126163"/>
            <a:ext cx="8229600" cy="4525963"/>
          </a:xfrm>
          <a:prstGeom prst="rect">
            <a:avLst/>
          </a:prstGeom>
        </p:spPr>
        <p:txBody>
          <a:bodyPr vert="horz" lIns="91440" tIns="45720" rIns="91440" bIns="45720" rtlCol="0">
            <a:normAutofit/>
          </a:bodyPr>
          <a:lstStyle>
            <a:lvl1pPr marL="342900" indent="-342900" algn="l" defTabSz="914400">
              <a:spcBef>
                <a:spcPts val="0"/>
              </a:spcBef>
              <a:buFont typeface="Arial"/>
              <a:buChar char="•"/>
              <a:defRPr sz="3200">
                <a:solidFill>
                  <a:schemeClr val="tx1"/>
                </a:solidFill>
                <a:latin typeface="+mn-lt"/>
                <a:ea typeface="+mn-ea"/>
                <a:cs typeface="+mn-cs"/>
              </a:defRPr>
            </a:lvl1pPr>
            <a:lvl2pPr marL="742950" indent="-285750" algn="l" defTabSz="914400">
              <a:spcBef>
                <a:spcPts val="0"/>
              </a:spcBef>
              <a:buFont typeface="Arial"/>
              <a:buChar char="–"/>
              <a:defRPr sz="2800">
                <a:solidFill>
                  <a:schemeClr val="tx1"/>
                </a:solidFill>
                <a:latin typeface="+mn-lt"/>
                <a:ea typeface="+mn-ea"/>
                <a:cs typeface="+mn-cs"/>
              </a:defRPr>
            </a:lvl2pPr>
            <a:lvl3pPr marL="1143000" indent="-228600" algn="l" defTabSz="914400">
              <a:spcBef>
                <a:spcPts val="0"/>
              </a:spcBef>
              <a:buFont typeface="Arial"/>
              <a:buChar char="•"/>
              <a:defRPr sz="2400">
                <a:solidFill>
                  <a:schemeClr val="tx1"/>
                </a:solidFill>
                <a:latin typeface="+mn-lt"/>
                <a:ea typeface="+mn-ea"/>
                <a:cs typeface="+mn-cs"/>
              </a:defRPr>
            </a:lvl3pPr>
            <a:lvl4pPr marL="1600200" indent="-228600" algn="l" defTabSz="914400">
              <a:spcBef>
                <a:spcPts val="0"/>
              </a:spcBef>
              <a:buFont typeface="Arial"/>
              <a:buChar char="–"/>
              <a:defRPr sz="2000">
                <a:solidFill>
                  <a:schemeClr val="tx1"/>
                </a:solidFill>
                <a:latin typeface="+mn-lt"/>
                <a:ea typeface="+mn-ea"/>
                <a:cs typeface="+mn-cs"/>
              </a:defRPr>
            </a:lvl4pPr>
            <a:lvl5pPr marL="2057400" indent="-228600" algn="l" defTabSz="914400">
              <a:spcBef>
                <a:spcPts val="0"/>
              </a:spcBef>
              <a:buFont typeface="Arial"/>
              <a:buChar char="»"/>
              <a:defRPr sz="2000">
                <a:solidFill>
                  <a:schemeClr val="tx1"/>
                </a:solidFill>
                <a:latin typeface="+mn-lt"/>
                <a:ea typeface="+mn-ea"/>
                <a:cs typeface="+mn-cs"/>
              </a:defRPr>
            </a:lvl5pPr>
            <a:lvl6pPr marL="2514600"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a:lstStyle>
          <a:p>
            <a:pPr>
              <a:defRPr/>
            </a:pPr>
            <a:r>
              <a:rPr lang="en-US" dirty="0"/>
              <a:t>2,4 milliard de dollars en 2024</a:t>
            </a:r>
          </a:p>
          <a:p>
            <a:pPr>
              <a:defRPr/>
            </a:pPr>
            <a:r>
              <a:rPr lang="en-US" dirty="0"/>
              <a:t>En augmentation au total (+2,5% par an)</a:t>
            </a:r>
          </a:p>
          <a:p>
            <a:pPr>
              <a:defRPr/>
            </a:pPr>
            <a:r>
              <a:rPr lang="en-US" dirty="0"/>
              <a:t>En diminution relative - </a:t>
            </a:r>
            <a:r>
              <a:rPr lang="en-US" dirty="0" err="1"/>
              <a:t>liée</a:t>
            </a:r>
            <a:r>
              <a:rPr lang="en-US" dirty="0"/>
              <a:t> à la Chine qui refuse de payer pour de </a:t>
            </a:r>
            <a:r>
              <a:rPr lang="en-US" dirty="0" err="1"/>
              <a:t>l’Open</a:t>
            </a:r>
            <a:r>
              <a:rPr lang="en-US" dirty="0"/>
              <a:t> Access</a:t>
            </a:r>
          </a:p>
          <a:p>
            <a:pPr>
              <a:defRPr/>
            </a:pPr>
            <a:r>
              <a:rPr lang="en-US" dirty="0"/>
              <a:t>Environ 50% des articles </a:t>
            </a:r>
            <a:r>
              <a:rPr lang="en-US" dirty="0" err="1"/>
              <a:t>publiés</a:t>
            </a:r>
            <a:r>
              <a:rPr lang="en-US" dirty="0"/>
              <a:t> </a:t>
            </a:r>
            <a:r>
              <a:rPr lang="en-US" dirty="0" err="1"/>
              <a:t>sont</a:t>
            </a:r>
            <a:r>
              <a:rPr lang="en-US" dirty="0"/>
              <a:t> Open Access</a:t>
            </a:r>
          </a:p>
          <a:p>
            <a:pPr>
              <a:defRPr/>
            </a:pPr>
            <a:r>
              <a:rPr lang="en-US" sz="1200" i="1" dirty="0">
                <a:solidFill>
                  <a:srgbClr val="000000"/>
                </a:solidFill>
                <a:latin typeface="Caladea"/>
              </a:rPr>
              <a:t>Delta think:  News &amp; Views: Market Sizing Update 2025 – Has OA recovered its mojo?</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0235A28-AB33-4AE6-9675-27E8D9259A79}"/>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3D85F353-A512-5A5C-D845-294FB444D592}"/>
              </a:ext>
            </a:extLst>
          </p:cNvPr>
          <p:cNvSpPr>
            <a:spLocks noGrp="1"/>
          </p:cNvSpPr>
          <p:nvPr>
            <p:ph idx="1"/>
          </p:nvPr>
        </p:nvSpPr>
        <p:spPr/>
        <p:txBody>
          <a:bodyPr/>
          <a:lstStyle/>
          <a:p>
            <a:endParaRPr lang="fr-FR"/>
          </a:p>
        </p:txBody>
      </p:sp>
      <p:pic>
        <p:nvPicPr>
          <p:cNvPr id="1026" name="Picture 2">
            <a:extLst>
              <a:ext uri="{FF2B5EF4-FFF2-40B4-BE49-F238E27FC236}">
                <a16:creationId xmlns:a16="http://schemas.microsoft.com/office/drawing/2014/main" id="{05327F28-2C5D-A9D8-C2E6-0FF1ACF5DC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1086643"/>
            <a:ext cx="11963400" cy="6974662"/>
          </a:xfrm>
          <a:prstGeom prst="rect">
            <a:avLst/>
          </a:prstGeom>
          <a:noFill/>
          <a:extLst>
            <a:ext uri="{909E8E84-426E-40DD-AFC4-6F175D3DCCD1}">
              <a14:hiddenFill xmlns:a14="http://schemas.microsoft.com/office/drawing/2010/main">
                <a:solidFill>
                  <a:srgbClr val="FFFFFF"/>
                </a:solidFill>
              </a14:hiddenFill>
            </a:ext>
          </a:extLst>
        </p:spPr>
      </p:pic>
      <p:sp>
        <p:nvSpPr>
          <p:cNvPr id="5" name="ZoneTexte 4">
            <a:extLst>
              <a:ext uri="{FF2B5EF4-FFF2-40B4-BE49-F238E27FC236}">
                <a16:creationId xmlns:a16="http://schemas.microsoft.com/office/drawing/2014/main" id="{CBB0C090-9964-7F36-402B-7DC55E14AA0C}"/>
              </a:ext>
            </a:extLst>
          </p:cNvPr>
          <p:cNvSpPr txBox="1"/>
          <p:nvPr/>
        </p:nvSpPr>
        <p:spPr>
          <a:xfrm>
            <a:off x="8839200" y="9105900"/>
            <a:ext cx="9144000" cy="923330"/>
          </a:xfrm>
          <a:prstGeom prst="rect">
            <a:avLst/>
          </a:prstGeom>
          <a:noFill/>
        </p:spPr>
        <p:txBody>
          <a:bodyPr wrap="square">
            <a:spAutoFit/>
          </a:bodyPr>
          <a:lstStyle/>
          <a:p>
            <a:r>
              <a:rPr lang="fr-FR" dirty="0" err="1"/>
              <a:t>Beigel</a:t>
            </a:r>
            <a:r>
              <a:rPr lang="fr-FR" dirty="0"/>
              <a:t>, F., </a:t>
            </a:r>
            <a:r>
              <a:rPr lang="fr-FR" dirty="0" err="1"/>
              <a:t>Brockington</a:t>
            </a:r>
            <a:r>
              <a:rPr lang="fr-FR" dirty="0"/>
              <a:t>, D., </a:t>
            </a:r>
            <a:r>
              <a:rPr lang="fr-FR" dirty="0" err="1"/>
              <a:t>Crosetto</a:t>
            </a:r>
            <a:r>
              <a:rPr lang="fr-FR" dirty="0"/>
              <a:t>, P., Derrick, G., </a:t>
            </a:r>
            <a:r>
              <a:rPr lang="fr-FR" dirty="0" err="1"/>
              <a:t>Fyfe</a:t>
            </a:r>
            <a:r>
              <a:rPr lang="fr-FR" dirty="0"/>
              <a:t>, A., Barreiro, P. G., Hanson, M. A., </a:t>
            </a:r>
            <a:r>
              <a:rPr lang="fr-FR" dirty="0" err="1"/>
              <a:t>Haustein</a:t>
            </a:r>
            <a:r>
              <a:rPr lang="fr-FR" dirty="0"/>
              <a:t>, S., </a:t>
            </a:r>
            <a:r>
              <a:rPr lang="fr-FR" dirty="0" err="1"/>
              <a:t>Larivière</a:t>
            </a:r>
            <a:r>
              <a:rPr lang="fr-FR" dirty="0"/>
              <a:t>, V., </a:t>
            </a:r>
            <a:r>
              <a:rPr lang="fr-FR" dirty="0" err="1"/>
              <a:t>Noe</a:t>
            </a:r>
            <a:r>
              <a:rPr lang="fr-FR" dirty="0"/>
              <a:t>, C., </a:t>
            </a:r>
            <a:r>
              <a:rPr lang="fr-FR" dirty="0" err="1"/>
              <a:t>Pinfield</a:t>
            </a:r>
            <a:r>
              <a:rPr lang="fr-FR" dirty="0"/>
              <a:t>, S., &amp; </a:t>
            </a:r>
            <a:r>
              <a:rPr lang="fr-FR" dirty="0" err="1"/>
              <a:t>Wilsdon</a:t>
            </a:r>
            <a:r>
              <a:rPr lang="fr-FR" dirty="0"/>
              <a:t>, J. (2025). The Drain of Scientific </a:t>
            </a:r>
            <a:r>
              <a:rPr lang="fr-FR" dirty="0" err="1"/>
              <a:t>Publishing</a:t>
            </a:r>
            <a:r>
              <a:rPr lang="fr-FR" dirty="0"/>
              <a:t> (Version 1). </a:t>
            </a:r>
            <a:r>
              <a:rPr lang="fr-FR" dirty="0" err="1"/>
              <a:t>arXiv</a:t>
            </a:r>
            <a:r>
              <a:rPr lang="fr-FR" dirty="0"/>
              <a:t>. https://doi.org/10.48550/ARXIV.2511.04820</a:t>
            </a:r>
          </a:p>
        </p:txBody>
      </p:sp>
      <p:sp>
        <p:nvSpPr>
          <p:cNvPr id="4" name="Rectangle 3">
            <a:extLst>
              <a:ext uri="{FF2B5EF4-FFF2-40B4-BE49-F238E27FC236}">
                <a16:creationId xmlns:a16="http://schemas.microsoft.com/office/drawing/2014/main" id="{77DADA3F-D6E5-CA81-15D1-F1872B4D76F3}"/>
              </a:ext>
            </a:extLst>
          </p:cNvPr>
          <p:cNvSpPr/>
          <p:nvPr/>
        </p:nvSpPr>
        <p:spPr>
          <a:xfrm>
            <a:off x="2057400" y="2095500"/>
            <a:ext cx="12192000" cy="281940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Tree>
    <p:extLst>
      <p:ext uri="{BB962C8B-B14F-4D97-AF65-F5344CB8AC3E}">
        <p14:creationId xmlns:p14="http://schemas.microsoft.com/office/powerpoint/2010/main" val="25243299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BE5AF-B258-186E-1CEB-3CD1B8EDB18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B6A7DD9-D3B4-AAA9-BD4C-015868F14682}"/>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CACFCED6-DCAB-39C1-6F77-B93A0565EC5A}"/>
              </a:ext>
            </a:extLst>
          </p:cNvPr>
          <p:cNvSpPr>
            <a:spLocks noGrp="1"/>
          </p:cNvSpPr>
          <p:nvPr>
            <p:ph idx="1"/>
          </p:nvPr>
        </p:nvSpPr>
        <p:spPr/>
        <p:txBody>
          <a:bodyPr/>
          <a:lstStyle/>
          <a:p>
            <a:endParaRPr lang="fr-FR"/>
          </a:p>
        </p:txBody>
      </p:sp>
      <p:pic>
        <p:nvPicPr>
          <p:cNvPr id="1026" name="Picture 2">
            <a:extLst>
              <a:ext uri="{FF2B5EF4-FFF2-40B4-BE49-F238E27FC236}">
                <a16:creationId xmlns:a16="http://schemas.microsoft.com/office/drawing/2014/main" id="{AADB6D9B-88D7-E659-0BE9-A90517A08B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1086643"/>
            <a:ext cx="11963400" cy="6974662"/>
          </a:xfrm>
          <a:prstGeom prst="rect">
            <a:avLst/>
          </a:prstGeom>
          <a:noFill/>
          <a:extLst>
            <a:ext uri="{909E8E84-426E-40DD-AFC4-6F175D3DCCD1}">
              <a14:hiddenFill xmlns:a14="http://schemas.microsoft.com/office/drawing/2010/main">
                <a:solidFill>
                  <a:srgbClr val="FFFFFF"/>
                </a:solidFill>
              </a14:hiddenFill>
            </a:ext>
          </a:extLst>
        </p:spPr>
      </p:pic>
      <p:sp>
        <p:nvSpPr>
          <p:cNvPr id="5" name="ZoneTexte 4">
            <a:extLst>
              <a:ext uri="{FF2B5EF4-FFF2-40B4-BE49-F238E27FC236}">
                <a16:creationId xmlns:a16="http://schemas.microsoft.com/office/drawing/2014/main" id="{A1E41C65-B677-BE88-2C12-201D92D4948A}"/>
              </a:ext>
            </a:extLst>
          </p:cNvPr>
          <p:cNvSpPr txBox="1"/>
          <p:nvPr/>
        </p:nvSpPr>
        <p:spPr>
          <a:xfrm>
            <a:off x="8839200" y="9105900"/>
            <a:ext cx="9144000" cy="923330"/>
          </a:xfrm>
          <a:prstGeom prst="rect">
            <a:avLst/>
          </a:prstGeom>
          <a:noFill/>
        </p:spPr>
        <p:txBody>
          <a:bodyPr wrap="square">
            <a:spAutoFit/>
          </a:bodyPr>
          <a:lstStyle/>
          <a:p>
            <a:r>
              <a:rPr lang="fr-FR" dirty="0" err="1"/>
              <a:t>Beigel</a:t>
            </a:r>
            <a:r>
              <a:rPr lang="fr-FR" dirty="0"/>
              <a:t>, F., </a:t>
            </a:r>
            <a:r>
              <a:rPr lang="fr-FR" dirty="0" err="1"/>
              <a:t>Brockington</a:t>
            </a:r>
            <a:r>
              <a:rPr lang="fr-FR" dirty="0"/>
              <a:t>, D., </a:t>
            </a:r>
            <a:r>
              <a:rPr lang="fr-FR" dirty="0" err="1"/>
              <a:t>Crosetto</a:t>
            </a:r>
            <a:r>
              <a:rPr lang="fr-FR" dirty="0"/>
              <a:t>, P., Derrick, G., </a:t>
            </a:r>
            <a:r>
              <a:rPr lang="fr-FR" dirty="0" err="1"/>
              <a:t>Fyfe</a:t>
            </a:r>
            <a:r>
              <a:rPr lang="fr-FR" dirty="0"/>
              <a:t>, A., Barreiro, P. G., Hanson, M. A., </a:t>
            </a:r>
            <a:r>
              <a:rPr lang="fr-FR" dirty="0" err="1"/>
              <a:t>Haustein</a:t>
            </a:r>
            <a:r>
              <a:rPr lang="fr-FR" dirty="0"/>
              <a:t>, S., </a:t>
            </a:r>
            <a:r>
              <a:rPr lang="fr-FR" dirty="0" err="1"/>
              <a:t>Larivière</a:t>
            </a:r>
            <a:r>
              <a:rPr lang="fr-FR" dirty="0"/>
              <a:t>, V., </a:t>
            </a:r>
            <a:r>
              <a:rPr lang="fr-FR" dirty="0" err="1"/>
              <a:t>Noe</a:t>
            </a:r>
            <a:r>
              <a:rPr lang="fr-FR" dirty="0"/>
              <a:t>, C., </a:t>
            </a:r>
            <a:r>
              <a:rPr lang="fr-FR" dirty="0" err="1"/>
              <a:t>Pinfield</a:t>
            </a:r>
            <a:r>
              <a:rPr lang="fr-FR" dirty="0"/>
              <a:t>, S., &amp; </a:t>
            </a:r>
            <a:r>
              <a:rPr lang="fr-FR" dirty="0" err="1"/>
              <a:t>Wilsdon</a:t>
            </a:r>
            <a:r>
              <a:rPr lang="fr-FR" dirty="0"/>
              <a:t>, J. (2025). The Drain of Scientific </a:t>
            </a:r>
            <a:r>
              <a:rPr lang="fr-FR" dirty="0" err="1"/>
              <a:t>Publishing</a:t>
            </a:r>
            <a:r>
              <a:rPr lang="fr-FR" dirty="0"/>
              <a:t> (Version 1). </a:t>
            </a:r>
            <a:r>
              <a:rPr lang="fr-FR" dirty="0" err="1"/>
              <a:t>arXiv</a:t>
            </a:r>
            <a:r>
              <a:rPr lang="fr-FR" dirty="0"/>
              <a:t>. https://doi.org/10.48550/ARXIV.2511.04820</a:t>
            </a:r>
          </a:p>
        </p:txBody>
      </p:sp>
      <p:sp>
        <p:nvSpPr>
          <p:cNvPr id="4" name="Rectangle 3">
            <a:extLst>
              <a:ext uri="{FF2B5EF4-FFF2-40B4-BE49-F238E27FC236}">
                <a16:creationId xmlns:a16="http://schemas.microsoft.com/office/drawing/2014/main" id="{80C3974B-C766-8F56-7576-6EE1D1224533}"/>
              </a:ext>
            </a:extLst>
          </p:cNvPr>
          <p:cNvSpPr/>
          <p:nvPr/>
        </p:nvSpPr>
        <p:spPr>
          <a:xfrm>
            <a:off x="2057400" y="2095500"/>
            <a:ext cx="12192000" cy="182880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6" name="Rectangle 5">
            <a:extLst>
              <a:ext uri="{FF2B5EF4-FFF2-40B4-BE49-F238E27FC236}">
                <a16:creationId xmlns:a16="http://schemas.microsoft.com/office/drawing/2014/main" id="{715961CC-9CB2-A059-3AAC-C72D85CC45D3}"/>
              </a:ext>
            </a:extLst>
          </p:cNvPr>
          <p:cNvSpPr/>
          <p:nvPr/>
        </p:nvSpPr>
        <p:spPr>
          <a:xfrm>
            <a:off x="10820400" y="2247900"/>
            <a:ext cx="3581400" cy="297180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Tree>
    <p:extLst>
      <p:ext uri="{BB962C8B-B14F-4D97-AF65-F5344CB8AC3E}">
        <p14:creationId xmlns:p14="http://schemas.microsoft.com/office/powerpoint/2010/main" val="5882103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0E48A-E7F7-14C3-2141-5EFF8A5BB9E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3835B70-2EB7-2B0B-C1DF-0B3ABE44AEAC}"/>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BA3C21C0-1690-B408-7768-D1EF650AD933}"/>
              </a:ext>
            </a:extLst>
          </p:cNvPr>
          <p:cNvSpPr>
            <a:spLocks noGrp="1"/>
          </p:cNvSpPr>
          <p:nvPr>
            <p:ph idx="1"/>
          </p:nvPr>
        </p:nvSpPr>
        <p:spPr/>
        <p:txBody>
          <a:bodyPr/>
          <a:lstStyle/>
          <a:p>
            <a:endParaRPr lang="fr-FR"/>
          </a:p>
        </p:txBody>
      </p:sp>
      <p:pic>
        <p:nvPicPr>
          <p:cNvPr id="1026" name="Picture 2">
            <a:extLst>
              <a:ext uri="{FF2B5EF4-FFF2-40B4-BE49-F238E27FC236}">
                <a16:creationId xmlns:a16="http://schemas.microsoft.com/office/drawing/2014/main" id="{7685FA94-32F1-FDB8-945A-69E7470EF0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1086643"/>
            <a:ext cx="11963400" cy="6974662"/>
          </a:xfrm>
          <a:prstGeom prst="rect">
            <a:avLst/>
          </a:prstGeom>
          <a:noFill/>
          <a:extLst>
            <a:ext uri="{909E8E84-426E-40DD-AFC4-6F175D3DCCD1}">
              <a14:hiddenFill xmlns:a14="http://schemas.microsoft.com/office/drawing/2010/main">
                <a:solidFill>
                  <a:srgbClr val="FFFFFF"/>
                </a:solidFill>
              </a14:hiddenFill>
            </a:ext>
          </a:extLst>
        </p:spPr>
      </p:pic>
      <p:sp>
        <p:nvSpPr>
          <p:cNvPr id="5" name="ZoneTexte 4">
            <a:extLst>
              <a:ext uri="{FF2B5EF4-FFF2-40B4-BE49-F238E27FC236}">
                <a16:creationId xmlns:a16="http://schemas.microsoft.com/office/drawing/2014/main" id="{6B39FB71-8669-989D-E058-4838A0468247}"/>
              </a:ext>
            </a:extLst>
          </p:cNvPr>
          <p:cNvSpPr txBox="1"/>
          <p:nvPr/>
        </p:nvSpPr>
        <p:spPr>
          <a:xfrm>
            <a:off x="8839200" y="9105900"/>
            <a:ext cx="9144000" cy="923330"/>
          </a:xfrm>
          <a:prstGeom prst="rect">
            <a:avLst/>
          </a:prstGeom>
          <a:noFill/>
        </p:spPr>
        <p:txBody>
          <a:bodyPr wrap="square">
            <a:spAutoFit/>
          </a:bodyPr>
          <a:lstStyle/>
          <a:p>
            <a:r>
              <a:rPr lang="fr-FR" dirty="0" err="1"/>
              <a:t>Beigel</a:t>
            </a:r>
            <a:r>
              <a:rPr lang="fr-FR" dirty="0"/>
              <a:t>, F., </a:t>
            </a:r>
            <a:r>
              <a:rPr lang="fr-FR" dirty="0" err="1"/>
              <a:t>Brockington</a:t>
            </a:r>
            <a:r>
              <a:rPr lang="fr-FR" dirty="0"/>
              <a:t>, D., </a:t>
            </a:r>
            <a:r>
              <a:rPr lang="fr-FR" dirty="0" err="1"/>
              <a:t>Crosetto</a:t>
            </a:r>
            <a:r>
              <a:rPr lang="fr-FR" dirty="0"/>
              <a:t>, P., Derrick, G., </a:t>
            </a:r>
            <a:r>
              <a:rPr lang="fr-FR" dirty="0" err="1"/>
              <a:t>Fyfe</a:t>
            </a:r>
            <a:r>
              <a:rPr lang="fr-FR" dirty="0"/>
              <a:t>, A., Barreiro, P. G., Hanson, M. A., </a:t>
            </a:r>
            <a:r>
              <a:rPr lang="fr-FR" dirty="0" err="1"/>
              <a:t>Haustein</a:t>
            </a:r>
            <a:r>
              <a:rPr lang="fr-FR" dirty="0"/>
              <a:t>, S., </a:t>
            </a:r>
            <a:r>
              <a:rPr lang="fr-FR" dirty="0" err="1"/>
              <a:t>Larivière</a:t>
            </a:r>
            <a:r>
              <a:rPr lang="fr-FR" dirty="0"/>
              <a:t>, V., </a:t>
            </a:r>
            <a:r>
              <a:rPr lang="fr-FR" dirty="0" err="1"/>
              <a:t>Noe</a:t>
            </a:r>
            <a:r>
              <a:rPr lang="fr-FR" dirty="0"/>
              <a:t>, C., </a:t>
            </a:r>
            <a:r>
              <a:rPr lang="fr-FR" dirty="0" err="1"/>
              <a:t>Pinfield</a:t>
            </a:r>
            <a:r>
              <a:rPr lang="fr-FR" dirty="0"/>
              <a:t>, S., &amp; </a:t>
            </a:r>
            <a:r>
              <a:rPr lang="fr-FR" dirty="0" err="1"/>
              <a:t>Wilsdon</a:t>
            </a:r>
            <a:r>
              <a:rPr lang="fr-FR" dirty="0"/>
              <a:t>, J. (2025). The Drain of Scientific </a:t>
            </a:r>
            <a:r>
              <a:rPr lang="fr-FR" dirty="0" err="1"/>
              <a:t>Publishing</a:t>
            </a:r>
            <a:r>
              <a:rPr lang="fr-FR" dirty="0"/>
              <a:t> (Version 1). </a:t>
            </a:r>
            <a:r>
              <a:rPr lang="fr-FR" dirty="0" err="1"/>
              <a:t>arXiv</a:t>
            </a:r>
            <a:r>
              <a:rPr lang="fr-FR" dirty="0"/>
              <a:t>. https://doi.org/10.48550/ARXIV.2511.04820</a:t>
            </a:r>
          </a:p>
        </p:txBody>
      </p:sp>
      <p:sp>
        <p:nvSpPr>
          <p:cNvPr id="4" name="Rectangle 3">
            <a:extLst>
              <a:ext uri="{FF2B5EF4-FFF2-40B4-BE49-F238E27FC236}">
                <a16:creationId xmlns:a16="http://schemas.microsoft.com/office/drawing/2014/main" id="{58CBE67E-AEF5-259D-8438-74F6973367F8}"/>
              </a:ext>
            </a:extLst>
          </p:cNvPr>
          <p:cNvSpPr/>
          <p:nvPr/>
        </p:nvSpPr>
        <p:spPr>
          <a:xfrm>
            <a:off x="2057400" y="2095500"/>
            <a:ext cx="12192000" cy="106680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7" name="Rectangle 6">
            <a:extLst>
              <a:ext uri="{FF2B5EF4-FFF2-40B4-BE49-F238E27FC236}">
                <a16:creationId xmlns:a16="http://schemas.microsoft.com/office/drawing/2014/main" id="{9C18BEA5-FE7E-3F06-28F5-17A641EACA5C}"/>
              </a:ext>
            </a:extLst>
          </p:cNvPr>
          <p:cNvSpPr/>
          <p:nvPr/>
        </p:nvSpPr>
        <p:spPr>
          <a:xfrm>
            <a:off x="11811000" y="2247900"/>
            <a:ext cx="2590800" cy="182880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Tree>
    <p:extLst>
      <p:ext uri="{BB962C8B-B14F-4D97-AF65-F5344CB8AC3E}">
        <p14:creationId xmlns:p14="http://schemas.microsoft.com/office/powerpoint/2010/main" val="26422079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76983-ADB7-E594-498D-C3A6B205FFD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402AEF8-76EA-A3E4-601D-042AA0E9E3A5}"/>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1CC03D1D-B322-3B5D-5AED-A9BB5F9DCF04}"/>
              </a:ext>
            </a:extLst>
          </p:cNvPr>
          <p:cNvSpPr>
            <a:spLocks noGrp="1"/>
          </p:cNvSpPr>
          <p:nvPr>
            <p:ph idx="1"/>
          </p:nvPr>
        </p:nvSpPr>
        <p:spPr/>
        <p:txBody>
          <a:bodyPr/>
          <a:lstStyle/>
          <a:p>
            <a:endParaRPr lang="fr-FR"/>
          </a:p>
        </p:txBody>
      </p:sp>
      <p:pic>
        <p:nvPicPr>
          <p:cNvPr id="1026" name="Picture 2">
            <a:extLst>
              <a:ext uri="{FF2B5EF4-FFF2-40B4-BE49-F238E27FC236}">
                <a16:creationId xmlns:a16="http://schemas.microsoft.com/office/drawing/2014/main" id="{6AF153B8-4C07-1162-122C-0B00B5EE97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1086643"/>
            <a:ext cx="11963400" cy="6974662"/>
          </a:xfrm>
          <a:prstGeom prst="rect">
            <a:avLst/>
          </a:prstGeom>
          <a:noFill/>
          <a:extLst>
            <a:ext uri="{909E8E84-426E-40DD-AFC4-6F175D3DCCD1}">
              <a14:hiddenFill xmlns:a14="http://schemas.microsoft.com/office/drawing/2010/main">
                <a:solidFill>
                  <a:srgbClr val="FFFFFF"/>
                </a:solidFill>
              </a14:hiddenFill>
            </a:ext>
          </a:extLst>
        </p:spPr>
      </p:pic>
      <p:sp>
        <p:nvSpPr>
          <p:cNvPr id="5" name="ZoneTexte 4">
            <a:extLst>
              <a:ext uri="{FF2B5EF4-FFF2-40B4-BE49-F238E27FC236}">
                <a16:creationId xmlns:a16="http://schemas.microsoft.com/office/drawing/2014/main" id="{4C97ED2B-9D72-684C-25C3-FA1AFD7BB941}"/>
              </a:ext>
            </a:extLst>
          </p:cNvPr>
          <p:cNvSpPr txBox="1"/>
          <p:nvPr/>
        </p:nvSpPr>
        <p:spPr>
          <a:xfrm>
            <a:off x="8839200" y="9105900"/>
            <a:ext cx="9144000" cy="923330"/>
          </a:xfrm>
          <a:prstGeom prst="rect">
            <a:avLst/>
          </a:prstGeom>
          <a:noFill/>
        </p:spPr>
        <p:txBody>
          <a:bodyPr wrap="square">
            <a:spAutoFit/>
          </a:bodyPr>
          <a:lstStyle/>
          <a:p>
            <a:r>
              <a:rPr lang="fr-FR" dirty="0" err="1"/>
              <a:t>Beigel</a:t>
            </a:r>
            <a:r>
              <a:rPr lang="fr-FR" dirty="0"/>
              <a:t>, F., </a:t>
            </a:r>
            <a:r>
              <a:rPr lang="fr-FR" dirty="0" err="1"/>
              <a:t>Brockington</a:t>
            </a:r>
            <a:r>
              <a:rPr lang="fr-FR" dirty="0"/>
              <a:t>, D., </a:t>
            </a:r>
            <a:r>
              <a:rPr lang="fr-FR" dirty="0" err="1"/>
              <a:t>Crosetto</a:t>
            </a:r>
            <a:r>
              <a:rPr lang="fr-FR" dirty="0"/>
              <a:t>, P., Derrick, G., </a:t>
            </a:r>
            <a:r>
              <a:rPr lang="fr-FR" dirty="0" err="1"/>
              <a:t>Fyfe</a:t>
            </a:r>
            <a:r>
              <a:rPr lang="fr-FR" dirty="0"/>
              <a:t>, A., Barreiro, P. G., Hanson, M. A., </a:t>
            </a:r>
            <a:r>
              <a:rPr lang="fr-FR" dirty="0" err="1"/>
              <a:t>Haustein</a:t>
            </a:r>
            <a:r>
              <a:rPr lang="fr-FR" dirty="0"/>
              <a:t>, S., </a:t>
            </a:r>
            <a:r>
              <a:rPr lang="fr-FR" dirty="0" err="1"/>
              <a:t>Larivière</a:t>
            </a:r>
            <a:r>
              <a:rPr lang="fr-FR" dirty="0"/>
              <a:t>, V., </a:t>
            </a:r>
            <a:r>
              <a:rPr lang="fr-FR" dirty="0" err="1"/>
              <a:t>Noe</a:t>
            </a:r>
            <a:r>
              <a:rPr lang="fr-FR" dirty="0"/>
              <a:t>, C., </a:t>
            </a:r>
            <a:r>
              <a:rPr lang="fr-FR" dirty="0" err="1"/>
              <a:t>Pinfield</a:t>
            </a:r>
            <a:r>
              <a:rPr lang="fr-FR" dirty="0"/>
              <a:t>, S., &amp; </a:t>
            </a:r>
            <a:r>
              <a:rPr lang="fr-FR" dirty="0" err="1"/>
              <a:t>Wilsdon</a:t>
            </a:r>
            <a:r>
              <a:rPr lang="fr-FR" dirty="0"/>
              <a:t>, J. (2025). The Drain of Scientific </a:t>
            </a:r>
            <a:r>
              <a:rPr lang="fr-FR" dirty="0" err="1"/>
              <a:t>Publishing</a:t>
            </a:r>
            <a:r>
              <a:rPr lang="fr-FR" dirty="0"/>
              <a:t> (Version 1). </a:t>
            </a:r>
            <a:r>
              <a:rPr lang="fr-FR" dirty="0" err="1"/>
              <a:t>arXiv</a:t>
            </a:r>
            <a:r>
              <a:rPr lang="fr-FR" dirty="0"/>
              <a:t>. https://doi.org/10.48550/ARXIV.2511.04820</a:t>
            </a:r>
          </a:p>
        </p:txBody>
      </p:sp>
      <p:sp>
        <p:nvSpPr>
          <p:cNvPr id="4" name="Rectangle 3">
            <a:extLst>
              <a:ext uri="{FF2B5EF4-FFF2-40B4-BE49-F238E27FC236}">
                <a16:creationId xmlns:a16="http://schemas.microsoft.com/office/drawing/2014/main" id="{79657DB1-F8CF-92CE-F2A7-112816BAD2D7}"/>
              </a:ext>
            </a:extLst>
          </p:cNvPr>
          <p:cNvSpPr/>
          <p:nvPr/>
        </p:nvSpPr>
        <p:spPr>
          <a:xfrm>
            <a:off x="2057400" y="2095500"/>
            <a:ext cx="12192000" cy="76200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7" name="Rectangle 6">
            <a:extLst>
              <a:ext uri="{FF2B5EF4-FFF2-40B4-BE49-F238E27FC236}">
                <a16:creationId xmlns:a16="http://schemas.microsoft.com/office/drawing/2014/main" id="{3B7C24A4-143C-37D3-9151-BFC30C7A20B9}"/>
              </a:ext>
            </a:extLst>
          </p:cNvPr>
          <p:cNvSpPr/>
          <p:nvPr/>
        </p:nvSpPr>
        <p:spPr>
          <a:xfrm>
            <a:off x="12344400" y="2324100"/>
            <a:ext cx="2057400" cy="92333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Tree>
    <p:extLst>
      <p:ext uri="{BB962C8B-B14F-4D97-AF65-F5344CB8AC3E}">
        <p14:creationId xmlns:p14="http://schemas.microsoft.com/office/powerpoint/2010/main" val="9540052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16EB4-B9E2-54AF-8200-36B75B8D0CB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0E08581-DCB1-4ABB-BF55-4680462D3700}"/>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2DC28735-1F48-E5BB-B395-32725F0AA3BB}"/>
              </a:ext>
            </a:extLst>
          </p:cNvPr>
          <p:cNvSpPr>
            <a:spLocks noGrp="1"/>
          </p:cNvSpPr>
          <p:nvPr>
            <p:ph idx="1"/>
          </p:nvPr>
        </p:nvSpPr>
        <p:spPr/>
        <p:txBody>
          <a:bodyPr/>
          <a:lstStyle/>
          <a:p>
            <a:endParaRPr lang="fr-FR"/>
          </a:p>
        </p:txBody>
      </p:sp>
      <p:pic>
        <p:nvPicPr>
          <p:cNvPr id="1026" name="Picture 2">
            <a:extLst>
              <a:ext uri="{FF2B5EF4-FFF2-40B4-BE49-F238E27FC236}">
                <a16:creationId xmlns:a16="http://schemas.microsoft.com/office/drawing/2014/main" id="{81B6141E-147E-88D4-96F6-9530E8251C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1086643"/>
            <a:ext cx="11963400" cy="6974662"/>
          </a:xfrm>
          <a:prstGeom prst="rect">
            <a:avLst/>
          </a:prstGeom>
          <a:noFill/>
          <a:extLst>
            <a:ext uri="{909E8E84-426E-40DD-AFC4-6F175D3DCCD1}">
              <a14:hiddenFill xmlns:a14="http://schemas.microsoft.com/office/drawing/2010/main">
                <a:solidFill>
                  <a:srgbClr val="FFFFFF"/>
                </a:solidFill>
              </a14:hiddenFill>
            </a:ext>
          </a:extLst>
        </p:spPr>
      </p:pic>
      <p:sp>
        <p:nvSpPr>
          <p:cNvPr id="5" name="ZoneTexte 4">
            <a:extLst>
              <a:ext uri="{FF2B5EF4-FFF2-40B4-BE49-F238E27FC236}">
                <a16:creationId xmlns:a16="http://schemas.microsoft.com/office/drawing/2014/main" id="{199F2719-748D-E795-DCFD-ACD4E26AD8B5}"/>
              </a:ext>
            </a:extLst>
          </p:cNvPr>
          <p:cNvSpPr txBox="1"/>
          <p:nvPr/>
        </p:nvSpPr>
        <p:spPr>
          <a:xfrm>
            <a:off x="8839200" y="9105900"/>
            <a:ext cx="9144000" cy="923330"/>
          </a:xfrm>
          <a:prstGeom prst="rect">
            <a:avLst/>
          </a:prstGeom>
          <a:noFill/>
        </p:spPr>
        <p:txBody>
          <a:bodyPr wrap="square">
            <a:spAutoFit/>
          </a:bodyPr>
          <a:lstStyle/>
          <a:p>
            <a:r>
              <a:rPr lang="fr-FR" dirty="0" err="1"/>
              <a:t>Beigel</a:t>
            </a:r>
            <a:r>
              <a:rPr lang="fr-FR" dirty="0"/>
              <a:t>, F., </a:t>
            </a:r>
            <a:r>
              <a:rPr lang="fr-FR" dirty="0" err="1"/>
              <a:t>Brockington</a:t>
            </a:r>
            <a:r>
              <a:rPr lang="fr-FR" dirty="0"/>
              <a:t>, D., </a:t>
            </a:r>
            <a:r>
              <a:rPr lang="fr-FR" dirty="0" err="1"/>
              <a:t>Crosetto</a:t>
            </a:r>
            <a:r>
              <a:rPr lang="fr-FR" dirty="0"/>
              <a:t>, P., Derrick, G., </a:t>
            </a:r>
            <a:r>
              <a:rPr lang="fr-FR" dirty="0" err="1"/>
              <a:t>Fyfe</a:t>
            </a:r>
            <a:r>
              <a:rPr lang="fr-FR" dirty="0"/>
              <a:t>, A., Barreiro, P. G., Hanson, M. A., </a:t>
            </a:r>
            <a:r>
              <a:rPr lang="fr-FR" dirty="0" err="1"/>
              <a:t>Haustein</a:t>
            </a:r>
            <a:r>
              <a:rPr lang="fr-FR" dirty="0"/>
              <a:t>, S., </a:t>
            </a:r>
            <a:r>
              <a:rPr lang="fr-FR" dirty="0" err="1"/>
              <a:t>Larivière</a:t>
            </a:r>
            <a:r>
              <a:rPr lang="fr-FR" dirty="0"/>
              <a:t>, V., </a:t>
            </a:r>
            <a:r>
              <a:rPr lang="fr-FR" dirty="0" err="1"/>
              <a:t>Noe</a:t>
            </a:r>
            <a:r>
              <a:rPr lang="fr-FR" dirty="0"/>
              <a:t>, C., </a:t>
            </a:r>
            <a:r>
              <a:rPr lang="fr-FR" dirty="0" err="1"/>
              <a:t>Pinfield</a:t>
            </a:r>
            <a:r>
              <a:rPr lang="fr-FR" dirty="0"/>
              <a:t>, S., &amp; </a:t>
            </a:r>
            <a:r>
              <a:rPr lang="fr-FR" dirty="0" err="1"/>
              <a:t>Wilsdon</a:t>
            </a:r>
            <a:r>
              <a:rPr lang="fr-FR" dirty="0"/>
              <a:t>, J. (2025). The Drain of Scientific </a:t>
            </a:r>
            <a:r>
              <a:rPr lang="fr-FR" dirty="0" err="1"/>
              <a:t>Publishing</a:t>
            </a:r>
            <a:r>
              <a:rPr lang="fr-FR" dirty="0"/>
              <a:t> (Version 1). </a:t>
            </a:r>
            <a:r>
              <a:rPr lang="fr-FR" dirty="0" err="1"/>
              <a:t>arXiv</a:t>
            </a:r>
            <a:r>
              <a:rPr lang="fr-FR" dirty="0"/>
              <a:t>. https://doi.org/10.48550/ARXIV.2511.04820</a:t>
            </a:r>
          </a:p>
        </p:txBody>
      </p:sp>
    </p:spTree>
    <p:extLst>
      <p:ext uri="{BB962C8B-B14F-4D97-AF65-F5344CB8AC3E}">
        <p14:creationId xmlns:p14="http://schemas.microsoft.com/office/powerpoint/2010/main" val="13310430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MasterPhAnim="0">
  <p:cSld>
    <p:bg>
      <p:bgPr>
        <a:solidFill>
          <a:srgbClr val="F4F4F4"/>
        </a:solidFill>
        <a:effectLst/>
      </p:bgPr>
    </p:bg>
    <p:spTree>
      <p:nvGrpSpPr>
        <p:cNvPr id="1" name=""/>
        <p:cNvGrpSpPr/>
        <p:nvPr/>
      </p:nvGrpSpPr>
      <p:grpSpPr bwMode="auto">
        <a:xfrm>
          <a:off x="0" y="0"/>
          <a:ext cx="0" cy="0"/>
          <a:chOff x="0" y="0"/>
          <a:chExt cx="0" cy="0"/>
        </a:xfrm>
      </p:grpSpPr>
      <p:sp>
        <p:nvSpPr>
          <p:cNvPr id="551320940" name="TextBox 12"/>
          <p:cNvSpPr txBox="1"/>
          <p:nvPr/>
        </p:nvSpPr>
        <p:spPr bwMode="auto">
          <a:xfrm>
            <a:off x="838200" y="1003281"/>
            <a:ext cx="16154400" cy="1634678"/>
          </a:xfrm>
          <a:prstGeom prst="rect">
            <a:avLst/>
          </a:prstGeom>
        </p:spPr>
        <p:txBody>
          <a:bodyPr wrap="square" lIns="0" tIns="0" rIns="0" bIns="0" rtlCol="0" anchor="t">
            <a:spAutoFit/>
          </a:bodyPr>
          <a:lstStyle/>
          <a:p>
            <a:pPr>
              <a:lnSpc>
                <a:spcPts val="12798"/>
              </a:lnSpc>
              <a:spcBef>
                <a:spcPts val="0"/>
              </a:spcBef>
              <a:defRPr/>
            </a:pPr>
            <a:r>
              <a:rPr lang="en-US" sz="10500" dirty="0">
                <a:solidFill>
                  <a:srgbClr val="404040"/>
                </a:solidFill>
                <a:latin typeface="Now Bold"/>
              </a:rPr>
              <a:t>Conclusion de la </a:t>
            </a:r>
            <a:r>
              <a:rPr lang="en-US" sz="10500" dirty="0" err="1">
                <a:solidFill>
                  <a:srgbClr val="404040"/>
                </a:solidFill>
                <a:latin typeface="Now Bold"/>
              </a:rPr>
              <a:t>partie</a:t>
            </a:r>
            <a:r>
              <a:rPr lang="en-US" sz="10500" dirty="0">
                <a:solidFill>
                  <a:srgbClr val="404040"/>
                </a:solidFill>
                <a:latin typeface="Now Bold"/>
              </a:rPr>
              <a:t> 1</a:t>
            </a:r>
            <a:endParaRPr dirty="0"/>
          </a:p>
        </p:txBody>
      </p:sp>
      <p:sp>
        <p:nvSpPr>
          <p:cNvPr id="1779930517" name="TextBox 6"/>
          <p:cNvSpPr txBox="1"/>
          <p:nvPr/>
        </p:nvSpPr>
        <p:spPr bwMode="auto">
          <a:xfrm>
            <a:off x="496742" y="2857500"/>
            <a:ext cx="11390458" cy="309828"/>
          </a:xfrm>
          <a:prstGeom prst="rect">
            <a:avLst/>
          </a:prstGeom>
        </p:spPr>
        <p:txBody>
          <a:bodyPr wrap="square" lIns="0" tIns="0" rIns="0" bIns="0" rtlCol="0" anchor="t">
            <a:spAutoFit/>
          </a:bodyPr>
          <a:lstStyle/>
          <a:p>
            <a:pPr>
              <a:lnSpc>
                <a:spcPts val="2499"/>
              </a:lnSpc>
              <a:defRPr/>
            </a:pPr>
            <a:r>
              <a:rPr lang="en-US" sz="2050" dirty="0" err="1">
                <a:solidFill>
                  <a:srgbClr val="000000"/>
                </a:solidFill>
                <a:latin typeface="Now"/>
              </a:rPr>
              <a:t>Toutes</a:t>
            </a:r>
            <a:r>
              <a:rPr lang="en-US" sz="2050" dirty="0">
                <a:solidFill>
                  <a:srgbClr val="000000"/>
                </a:solidFill>
                <a:latin typeface="Now"/>
              </a:rPr>
              <a:t> les maisons </a:t>
            </a:r>
            <a:r>
              <a:rPr lang="en-US" sz="2050" dirty="0" err="1">
                <a:solidFill>
                  <a:srgbClr val="000000"/>
                </a:solidFill>
                <a:latin typeface="Now"/>
              </a:rPr>
              <a:t>d’éditions</a:t>
            </a:r>
            <a:r>
              <a:rPr lang="en-US" sz="2050" dirty="0">
                <a:solidFill>
                  <a:srgbClr val="000000"/>
                </a:solidFill>
                <a:latin typeface="Now"/>
              </a:rPr>
              <a:t> </a:t>
            </a:r>
            <a:r>
              <a:rPr lang="en-US" sz="2050" dirty="0" err="1">
                <a:solidFill>
                  <a:srgbClr val="000000"/>
                </a:solidFill>
                <a:latin typeface="Now"/>
              </a:rPr>
              <a:t>scientifiques</a:t>
            </a:r>
            <a:r>
              <a:rPr lang="en-US" sz="2050" dirty="0">
                <a:solidFill>
                  <a:srgbClr val="000000"/>
                </a:solidFill>
                <a:latin typeface="Now"/>
              </a:rPr>
              <a:t> </a:t>
            </a:r>
            <a:r>
              <a:rPr lang="en-US" sz="2050" dirty="0" err="1">
                <a:solidFill>
                  <a:srgbClr val="000000"/>
                </a:solidFill>
                <a:latin typeface="Now"/>
              </a:rPr>
              <a:t>privées</a:t>
            </a:r>
            <a:r>
              <a:rPr lang="en-US" sz="2050" dirty="0">
                <a:solidFill>
                  <a:srgbClr val="000000"/>
                </a:solidFill>
                <a:latin typeface="Now"/>
              </a:rPr>
              <a:t> </a:t>
            </a:r>
            <a:r>
              <a:rPr lang="en-US" sz="2050" dirty="0" err="1">
                <a:solidFill>
                  <a:srgbClr val="000000"/>
                </a:solidFill>
                <a:latin typeface="Now"/>
              </a:rPr>
              <a:t>sont</a:t>
            </a:r>
            <a:r>
              <a:rPr lang="en-US" sz="2050" dirty="0">
                <a:solidFill>
                  <a:srgbClr val="000000"/>
                </a:solidFill>
                <a:latin typeface="Now"/>
              </a:rPr>
              <a:t> </a:t>
            </a:r>
            <a:r>
              <a:rPr lang="en-US" sz="2050" dirty="0" err="1">
                <a:solidFill>
                  <a:srgbClr val="000000"/>
                </a:solidFill>
                <a:latin typeface="Now"/>
              </a:rPr>
              <a:t>prédatrices</a:t>
            </a:r>
            <a:r>
              <a:rPr lang="en-US" sz="2050" dirty="0">
                <a:solidFill>
                  <a:srgbClr val="000000"/>
                </a:solidFill>
                <a:latin typeface="Now"/>
              </a:rPr>
              <a:t> – </a:t>
            </a:r>
            <a:r>
              <a:rPr lang="en-US" sz="2050" dirty="0" err="1">
                <a:solidFill>
                  <a:srgbClr val="000000"/>
                </a:solidFill>
                <a:latin typeface="Now"/>
              </a:rPr>
              <a:t>mais</a:t>
            </a:r>
            <a:r>
              <a:rPr lang="en-US" sz="2050" dirty="0">
                <a:solidFill>
                  <a:srgbClr val="000000"/>
                </a:solidFill>
                <a:latin typeface="Now"/>
              </a:rPr>
              <a:t> </a:t>
            </a:r>
            <a:r>
              <a:rPr lang="en-US" sz="2050" dirty="0" err="1">
                <a:solidFill>
                  <a:srgbClr val="000000"/>
                </a:solidFill>
                <a:latin typeface="Now"/>
              </a:rPr>
              <a:t>chacune</a:t>
            </a:r>
            <a:r>
              <a:rPr lang="en-US" sz="2050" dirty="0">
                <a:solidFill>
                  <a:srgbClr val="000000"/>
                </a:solidFill>
                <a:latin typeface="Now"/>
              </a:rPr>
              <a:t> à </a:t>
            </a:r>
            <a:r>
              <a:rPr lang="en-US" sz="2050" dirty="0" err="1">
                <a:solidFill>
                  <a:srgbClr val="000000"/>
                </a:solidFill>
                <a:latin typeface="Now"/>
              </a:rPr>
              <a:t>leur</a:t>
            </a:r>
            <a:r>
              <a:rPr lang="en-US" sz="2050" dirty="0">
                <a:solidFill>
                  <a:srgbClr val="000000"/>
                </a:solidFill>
                <a:latin typeface="Now"/>
              </a:rPr>
              <a:t> manière. </a:t>
            </a:r>
            <a:endParaRPr dirty="0"/>
          </a:p>
        </p:txBody>
      </p:sp>
      <p:sp>
        <p:nvSpPr>
          <p:cNvPr id="1089176713" name="TextBox 6"/>
          <p:cNvSpPr txBox="1"/>
          <p:nvPr/>
        </p:nvSpPr>
        <p:spPr bwMode="auto">
          <a:xfrm>
            <a:off x="496740" y="3685685"/>
            <a:ext cx="14024757" cy="630429"/>
          </a:xfrm>
          <a:prstGeom prst="rect">
            <a:avLst/>
          </a:prstGeom>
        </p:spPr>
        <p:txBody>
          <a:bodyPr wrap="square" lIns="0" tIns="0" rIns="0" bIns="0" rtlCol="0" anchor="t">
            <a:spAutoFit/>
          </a:bodyPr>
          <a:lstStyle/>
          <a:p>
            <a:pPr>
              <a:lnSpc>
                <a:spcPts val="2499"/>
              </a:lnSpc>
              <a:defRPr/>
            </a:pPr>
            <a:r>
              <a:rPr lang="en-US" sz="2050" dirty="0">
                <a:solidFill>
                  <a:srgbClr val="000000"/>
                </a:solidFill>
                <a:latin typeface="Now"/>
              </a:rPr>
              <a:t>Il est </a:t>
            </a:r>
            <a:r>
              <a:rPr lang="en-US" sz="2050" dirty="0" err="1">
                <a:solidFill>
                  <a:srgbClr val="000000"/>
                </a:solidFill>
                <a:latin typeface="Now"/>
              </a:rPr>
              <a:t>terriblement</a:t>
            </a:r>
            <a:r>
              <a:rPr lang="en-US" sz="2050" dirty="0">
                <a:solidFill>
                  <a:srgbClr val="000000"/>
                </a:solidFill>
                <a:latin typeface="Now"/>
              </a:rPr>
              <a:t> difficile de </a:t>
            </a:r>
            <a:r>
              <a:rPr lang="en-US" sz="2050" dirty="0" err="1">
                <a:solidFill>
                  <a:srgbClr val="000000"/>
                </a:solidFill>
                <a:latin typeface="Now"/>
              </a:rPr>
              <a:t>corriger</a:t>
            </a:r>
            <a:r>
              <a:rPr lang="en-US" sz="2050" dirty="0">
                <a:solidFill>
                  <a:srgbClr val="000000"/>
                </a:solidFill>
                <a:latin typeface="Now"/>
              </a:rPr>
              <a:t> la science, en particulier à cause du manque de </a:t>
            </a:r>
            <a:r>
              <a:rPr lang="en-US" sz="2050" dirty="0" err="1">
                <a:solidFill>
                  <a:srgbClr val="000000"/>
                </a:solidFill>
                <a:latin typeface="Now"/>
              </a:rPr>
              <a:t>volonté</a:t>
            </a:r>
            <a:r>
              <a:rPr lang="en-US" sz="2050" dirty="0">
                <a:solidFill>
                  <a:srgbClr val="000000"/>
                </a:solidFill>
                <a:latin typeface="Now"/>
              </a:rPr>
              <a:t> des maisons </a:t>
            </a:r>
            <a:r>
              <a:rPr lang="en-US" sz="2050" dirty="0" err="1">
                <a:solidFill>
                  <a:srgbClr val="000000"/>
                </a:solidFill>
                <a:latin typeface="Now"/>
              </a:rPr>
              <a:t>d’edition</a:t>
            </a:r>
            <a:r>
              <a:rPr lang="en-US" sz="2050" dirty="0">
                <a:solidFill>
                  <a:srgbClr val="000000"/>
                </a:solidFill>
                <a:latin typeface="Now"/>
              </a:rPr>
              <a:t> de </a:t>
            </a:r>
            <a:r>
              <a:rPr lang="en-US" sz="2050" dirty="0" err="1">
                <a:solidFill>
                  <a:srgbClr val="000000"/>
                </a:solidFill>
                <a:latin typeface="Now"/>
              </a:rPr>
              <a:t>protéger</a:t>
            </a:r>
            <a:r>
              <a:rPr lang="en-US" sz="2050" dirty="0">
                <a:solidFill>
                  <a:srgbClr val="000000"/>
                </a:solidFill>
                <a:latin typeface="Now"/>
              </a:rPr>
              <a:t> le processus de publication et de la revue par les pairs des articles </a:t>
            </a:r>
            <a:r>
              <a:rPr lang="en-US" sz="2050" dirty="0" err="1">
                <a:solidFill>
                  <a:srgbClr val="000000"/>
                </a:solidFill>
                <a:latin typeface="Now"/>
              </a:rPr>
              <a:t>frauduleux</a:t>
            </a:r>
            <a:r>
              <a:rPr lang="en-US" sz="2050" dirty="0">
                <a:solidFill>
                  <a:srgbClr val="000000"/>
                </a:solidFill>
                <a:latin typeface="Now"/>
              </a:rPr>
              <a:t> et de </a:t>
            </a:r>
            <a:r>
              <a:rPr lang="en-US" sz="2050" dirty="0" err="1">
                <a:solidFill>
                  <a:srgbClr val="000000"/>
                </a:solidFill>
                <a:latin typeface="Now"/>
              </a:rPr>
              <a:t>rétracter</a:t>
            </a:r>
            <a:r>
              <a:rPr lang="en-US" sz="2050" dirty="0">
                <a:solidFill>
                  <a:srgbClr val="000000"/>
                </a:solidFill>
                <a:latin typeface="Now"/>
              </a:rPr>
              <a:t> </a:t>
            </a:r>
            <a:r>
              <a:rPr lang="en-US" sz="2050" dirty="0" err="1">
                <a:solidFill>
                  <a:srgbClr val="000000"/>
                </a:solidFill>
                <a:latin typeface="Now"/>
              </a:rPr>
              <a:t>rapidement</a:t>
            </a:r>
            <a:r>
              <a:rPr lang="en-US" sz="2050" dirty="0">
                <a:solidFill>
                  <a:srgbClr val="000000"/>
                </a:solidFill>
                <a:latin typeface="Now"/>
              </a:rPr>
              <a:t> </a:t>
            </a:r>
            <a:r>
              <a:rPr lang="en-US" sz="2050" dirty="0" err="1">
                <a:solidFill>
                  <a:srgbClr val="000000"/>
                </a:solidFill>
                <a:latin typeface="Now"/>
              </a:rPr>
              <a:t>ces</a:t>
            </a:r>
            <a:r>
              <a:rPr lang="en-US" sz="2050" dirty="0">
                <a:solidFill>
                  <a:srgbClr val="000000"/>
                </a:solidFill>
                <a:latin typeface="Now"/>
              </a:rPr>
              <a:t> articles. </a:t>
            </a:r>
            <a:endParaRPr dirty="0"/>
          </a:p>
        </p:txBody>
      </p:sp>
      <p:sp>
        <p:nvSpPr>
          <p:cNvPr id="1585321714" name="TextBox 6"/>
          <p:cNvSpPr txBox="1"/>
          <p:nvPr/>
        </p:nvSpPr>
        <p:spPr bwMode="auto">
          <a:xfrm>
            <a:off x="496742" y="5662662"/>
            <a:ext cx="15290801" cy="630429"/>
          </a:xfrm>
          <a:prstGeom prst="rect">
            <a:avLst/>
          </a:prstGeom>
        </p:spPr>
        <p:txBody>
          <a:bodyPr wrap="square" lIns="0" tIns="0" rIns="0" bIns="0" rtlCol="0" anchor="t">
            <a:spAutoFit/>
          </a:bodyPr>
          <a:lstStyle/>
          <a:p>
            <a:pPr>
              <a:lnSpc>
                <a:spcPts val="2499"/>
              </a:lnSpc>
              <a:defRPr/>
            </a:pPr>
            <a:r>
              <a:rPr lang="en-US" sz="2050" dirty="0" err="1">
                <a:solidFill>
                  <a:srgbClr val="000000"/>
                </a:solidFill>
                <a:latin typeface="Now"/>
              </a:rPr>
              <a:t>Ces</a:t>
            </a:r>
            <a:r>
              <a:rPr lang="en-US" sz="2050" dirty="0">
                <a:solidFill>
                  <a:srgbClr val="000000"/>
                </a:solidFill>
                <a:latin typeface="Now"/>
              </a:rPr>
              <a:t> maisons </a:t>
            </a:r>
            <a:r>
              <a:rPr lang="en-US" sz="2050" dirty="0" err="1">
                <a:solidFill>
                  <a:srgbClr val="000000"/>
                </a:solidFill>
                <a:latin typeface="Now"/>
              </a:rPr>
              <a:t>d’édition</a:t>
            </a:r>
            <a:r>
              <a:rPr lang="en-US" sz="2050" dirty="0">
                <a:solidFill>
                  <a:srgbClr val="000000"/>
                </a:solidFill>
                <a:latin typeface="Now"/>
              </a:rPr>
              <a:t> </a:t>
            </a:r>
            <a:r>
              <a:rPr lang="en-US" sz="2050" dirty="0" err="1">
                <a:solidFill>
                  <a:srgbClr val="000000"/>
                </a:solidFill>
                <a:latin typeface="Now"/>
              </a:rPr>
              <a:t>gagne</a:t>
            </a:r>
            <a:r>
              <a:rPr lang="en-US" sz="2050" dirty="0">
                <a:solidFill>
                  <a:srgbClr val="000000"/>
                </a:solidFill>
                <a:latin typeface="Now"/>
              </a:rPr>
              <a:t> </a:t>
            </a:r>
            <a:r>
              <a:rPr lang="en-US" sz="2050" dirty="0" err="1">
                <a:solidFill>
                  <a:srgbClr val="000000"/>
                </a:solidFill>
                <a:latin typeface="Now"/>
              </a:rPr>
              <a:t>énormément</a:t>
            </a:r>
            <a:r>
              <a:rPr lang="en-US" sz="2050" dirty="0">
                <a:solidFill>
                  <a:srgbClr val="000000"/>
                </a:solidFill>
                <a:latin typeface="Now"/>
              </a:rPr>
              <a:t> </a:t>
            </a:r>
            <a:r>
              <a:rPr lang="en-US" sz="2050" dirty="0" err="1">
                <a:solidFill>
                  <a:srgbClr val="000000"/>
                </a:solidFill>
                <a:latin typeface="Now"/>
              </a:rPr>
              <a:t>d’argent</a:t>
            </a:r>
            <a:r>
              <a:rPr lang="en-US" sz="2050" dirty="0">
                <a:solidFill>
                  <a:srgbClr val="000000"/>
                </a:solidFill>
                <a:latin typeface="Now"/>
              </a:rPr>
              <a:t> des frais de publications (1,06 milliards avant 2019, 2,4 milliard par an en 2024) sans </a:t>
            </a:r>
            <a:r>
              <a:rPr lang="en-US" sz="2050" dirty="0" err="1">
                <a:solidFill>
                  <a:srgbClr val="000000"/>
                </a:solidFill>
                <a:latin typeface="Now"/>
              </a:rPr>
              <a:t>s’assurer</a:t>
            </a:r>
            <a:r>
              <a:rPr lang="en-US" sz="2050" dirty="0">
                <a:solidFill>
                  <a:srgbClr val="000000"/>
                </a:solidFill>
                <a:latin typeface="Now"/>
              </a:rPr>
              <a:t> d’un processus de publication correct, </a:t>
            </a:r>
            <a:r>
              <a:rPr lang="en-US" sz="2050" dirty="0" err="1">
                <a:solidFill>
                  <a:srgbClr val="000000"/>
                </a:solidFill>
                <a:latin typeface="Now"/>
              </a:rPr>
              <a:t>amenant</a:t>
            </a:r>
            <a:r>
              <a:rPr lang="en-US" sz="2050" dirty="0">
                <a:solidFill>
                  <a:srgbClr val="000000"/>
                </a:solidFill>
                <a:latin typeface="Now"/>
              </a:rPr>
              <a:t> à des </a:t>
            </a:r>
            <a:r>
              <a:rPr lang="en-US" sz="2050" dirty="0" err="1">
                <a:solidFill>
                  <a:srgbClr val="000000"/>
                </a:solidFill>
                <a:latin typeface="Now"/>
              </a:rPr>
              <a:t>démissions</a:t>
            </a:r>
            <a:r>
              <a:rPr lang="en-US" sz="2050" dirty="0">
                <a:solidFill>
                  <a:srgbClr val="000000"/>
                </a:solidFill>
                <a:latin typeface="Now"/>
              </a:rPr>
              <a:t> en masse.</a:t>
            </a:r>
            <a:endParaRPr dirty="0"/>
          </a:p>
        </p:txBody>
      </p:sp>
      <p:sp>
        <p:nvSpPr>
          <p:cNvPr id="2058654697" name="TextBox 6"/>
          <p:cNvSpPr txBox="1"/>
          <p:nvPr/>
        </p:nvSpPr>
        <p:spPr bwMode="auto">
          <a:xfrm>
            <a:off x="496742" y="6811452"/>
            <a:ext cx="14884401" cy="630429"/>
          </a:xfrm>
          <a:prstGeom prst="rect">
            <a:avLst/>
          </a:prstGeom>
        </p:spPr>
        <p:txBody>
          <a:bodyPr wrap="square" lIns="0" tIns="0" rIns="0" bIns="0" rtlCol="0" anchor="t">
            <a:spAutoFit/>
          </a:bodyPr>
          <a:lstStyle/>
          <a:p>
            <a:pPr>
              <a:lnSpc>
                <a:spcPts val="2499"/>
              </a:lnSpc>
              <a:defRPr/>
            </a:pPr>
            <a:r>
              <a:rPr lang="en-US" sz="2050" dirty="0">
                <a:solidFill>
                  <a:srgbClr val="000000"/>
                </a:solidFill>
                <a:latin typeface="Now"/>
              </a:rPr>
              <a:t>Les maisons </a:t>
            </a:r>
            <a:r>
              <a:rPr lang="en-US" sz="2050" dirty="0" err="1">
                <a:solidFill>
                  <a:srgbClr val="000000"/>
                </a:solidFill>
                <a:latin typeface="Now"/>
              </a:rPr>
              <a:t>d’éditions</a:t>
            </a:r>
            <a:r>
              <a:rPr lang="en-US" sz="2050" dirty="0">
                <a:solidFill>
                  <a:srgbClr val="000000"/>
                </a:solidFill>
                <a:latin typeface="Now"/>
              </a:rPr>
              <a:t> </a:t>
            </a:r>
            <a:r>
              <a:rPr lang="en-US" sz="2050" dirty="0" err="1">
                <a:solidFill>
                  <a:srgbClr val="000000"/>
                </a:solidFill>
                <a:latin typeface="Now"/>
              </a:rPr>
              <a:t>adorent</a:t>
            </a:r>
            <a:r>
              <a:rPr lang="en-US" sz="2050" dirty="0">
                <a:solidFill>
                  <a:srgbClr val="000000"/>
                </a:solidFill>
                <a:latin typeface="Now"/>
              </a:rPr>
              <a:t> </a:t>
            </a:r>
            <a:r>
              <a:rPr lang="en-US" sz="2050" dirty="0" err="1">
                <a:solidFill>
                  <a:srgbClr val="000000"/>
                </a:solidFill>
                <a:latin typeface="Now"/>
              </a:rPr>
              <a:t>l’Open</a:t>
            </a:r>
            <a:r>
              <a:rPr lang="en-US" sz="2050" dirty="0">
                <a:solidFill>
                  <a:srgbClr val="000000"/>
                </a:solidFill>
                <a:latin typeface="Now"/>
              </a:rPr>
              <a:t> Science, </a:t>
            </a:r>
            <a:r>
              <a:rPr lang="en-US" sz="2050" dirty="0" err="1">
                <a:solidFill>
                  <a:srgbClr val="000000"/>
                </a:solidFill>
                <a:latin typeface="Now"/>
              </a:rPr>
              <a:t>mais</a:t>
            </a:r>
            <a:r>
              <a:rPr lang="en-US" sz="2050" dirty="0">
                <a:solidFill>
                  <a:srgbClr val="000000"/>
                </a:solidFill>
                <a:latin typeface="Now"/>
              </a:rPr>
              <a:t> </a:t>
            </a:r>
            <a:r>
              <a:rPr lang="en-US" sz="2050" dirty="0" err="1">
                <a:solidFill>
                  <a:srgbClr val="000000"/>
                </a:solidFill>
                <a:latin typeface="Now"/>
              </a:rPr>
              <a:t>principalement</a:t>
            </a:r>
            <a:r>
              <a:rPr lang="en-US" sz="2050" dirty="0">
                <a:solidFill>
                  <a:srgbClr val="000000"/>
                </a:solidFill>
                <a:latin typeface="Now"/>
              </a:rPr>
              <a:t> </a:t>
            </a:r>
            <a:r>
              <a:rPr lang="en-US" sz="2050" dirty="0" err="1">
                <a:solidFill>
                  <a:srgbClr val="000000"/>
                </a:solidFill>
                <a:latin typeface="Now"/>
              </a:rPr>
              <a:t>parce</a:t>
            </a:r>
            <a:r>
              <a:rPr lang="en-US" sz="2050" dirty="0">
                <a:solidFill>
                  <a:srgbClr val="000000"/>
                </a:solidFill>
                <a:latin typeface="Now"/>
              </a:rPr>
              <a:t> </a:t>
            </a:r>
            <a:r>
              <a:rPr lang="en-US" sz="2050" dirty="0" err="1">
                <a:solidFill>
                  <a:srgbClr val="000000"/>
                </a:solidFill>
                <a:latin typeface="Now"/>
              </a:rPr>
              <a:t>qu’ils</a:t>
            </a:r>
            <a:r>
              <a:rPr lang="en-US" sz="2050" dirty="0">
                <a:solidFill>
                  <a:srgbClr val="000000"/>
                </a:solidFill>
                <a:latin typeface="Now"/>
              </a:rPr>
              <a:t> </a:t>
            </a:r>
            <a:r>
              <a:rPr lang="en-US" sz="2050" dirty="0" err="1">
                <a:solidFill>
                  <a:srgbClr val="000000"/>
                </a:solidFill>
                <a:latin typeface="Now"/>
              </a:rPr>
              <a:t>tirent</a:t>
            </a:r>
            <a:r>
              <a:rPr lang="en-US" sz="2050" dirty="0">
                <a:solidFill>
                  <a:srgbClr val="000000"/>
                </a:solidFill>
                <a:latin typeface="Now"/>
              </a:rPr>
              <a:t> des </a:t>
            </a:r>
            <a:r>
              <a:rPr lang="en-US" sz="2050" dirty="0" err="1">
                <a:solidFill>
                  <a:srgbClr val="000000"/>
                </a:solidFill>
                <a:latin typeface="Now"/>
              </a:rPr>
              <a:t>bénéfices</a:t>
            </a:r>
            <a:r>
              <a:rPr lang="en-US" sz="2050" dirty="0">
                <a:solidFill>
                  <a:srgbClr val="000000"/>
                </a:solidFill>
                <a:latin typeface="Now"/>
              </a:rPr>
              <a:t> </a:t>
            </a:r>
            <a:r>
              <a:rPr lang="en-US" sz="2050" dirty="0" err="1">
                <a:solidFill>
                  <a:srgbClr val="000000"/>
                </a:solidFill>
                <a:latin typeface="Now"/>
              </a:rPr>
              <a:t>économiques</a:t>
            </a:r>
            <a:r>
              <a:rPr lang="en-US" sz="2050" dirty="0">
                <a:solidFill>
                  <a:srgbClr val="000000"/>
                </a:solidFill>
                <a:latin typeface="Now"/>
              </a:rPr>
              <a:t> des frais </a:t>
            </a:r>
            <a:r>
              <a:rPr lang="en-US" sz="2050" dirty="0" err="1">
                <a:solidFill>
                  <a:srgbClr val="000000"/>
                </a:solidFill>
                <a:latin typeface="Now"/>
              </a:rPr>
              <a:t>d’éditions</a:t>
            </a:r>
            <a:r>
              <a:rPr lang="en-US" sz="2050" dirty="0">
                <a:solidFill>
                  <a:srgbClr val="000000"/>
                </a:solidFill>
                <a:latin typeface="Now"/>
              </a:rPr>
              <a:t> et de la vente de données (</a:t>
            </a:r>
            <a:r>
              <a:rPr lang="en-US" sz="2050" dirty="0" err="1">
                <a:solidFill>
                  <a:srgbClr val="000000"/>
                </a:solidFill>
                <a:latin typeface="Now"/>
              </a:rPr>
              <a:t>directement</a:t>
            </a:r>
            <a:r>
              <a:rPr lang="en-US" sz="2050" dirty="0">
                <a:solidFill>
                  <a:srgbClr val="000000"/>
                </a:solidFill>
                <a:latin typeface="Now"/>
              </a:rPr>
              <a:t> </a:t>
            </a:r>
            <a:r>
              <a:rPr lang="en-US" sz="2050" dirty="0" err="1">
                <a:solidFill>
                  <a:srgbClr val="000000"/>
                </a:solidFill>
                <a:latin typeface="Now"/>
              </a:rPr>
              <a:t>ou</a:t>
            </a:r>
            <a:r>
              <a:rPr lang="en-US" sz="2050" dirty="0">
                <a:solidFill>
                  <a:srgbClr val="000000"/>
                </a:solidFill>
                <a:latin typeface="Now"/>
              </a:rPr>
              <a:t> </a:t>
            </a:r>
            <a:r>
              <a:rPr lang="en-US" sz="2050" dirty="0" err="1">
                <a:solidFill>
                  <a:srgbClr val="000000"/>
                </a:solidFill>
                <a:latin typeface="Now"/>
              </a:rPr>
              <a:t>indirectement</a:t>
            </a:r>
            <a:r>
              <a:rPr lang="en-US" sz="2050" dirty="0">
                <a:solidFill>
                  <a:srgbClr val="000000"/>
                </a:solidFill>
                <a:latin typeface="Now"/>
              </a:rPr>
              <a:t>).</a:t>
            </a:r>
            <a:endParaRPr dirty="0"/>
          </a:p>
        </p:txBody>
      </p:sp>
      <p:sp>
        <p:nvSpPr>
          <p:cNvPr id="1455354898" name="TextBox 6"/>
          <p:cNvSpPr txBox="1"/>
          <p:nvPr/>
        </p:nvSpPr>
        <p:spPr bwMode="auto">
          <a:xfrm>
            <a:off x="496741" y="4834474"/>
            <a:ext cx="17704161" cy="309828"/>
          </a:xfrm>
          <a:prstGeom prst="rect">
            <a:avLst/>
          </a:prstGeom>
        </p:spPr>
        <p:txBody>
          <a:bodyPr wrap="square" lIns="0" tIns="0" rIns="0" bIns="0" rtlCol="0" anchor="t">
            <a:spAutoFit/>
          </a:bodyPr>
          <a:lstStyle/>
          <a:p>
            <a:pPr>
              <a:lnSpc>
                <a:spcPts val="2499"/>
              </a:lnSpc>
              <a:defRPr/>
            </a:pPr>
            <a:r>
              <a:rPr lang="en-US" sz="2050" dirty="0">
                <a:solidFill>
                  <a:srgbClr val="000000"/>
                </a:solidFill>
                <a:latin typeface="Now"/>
              </a:rPr>
              <a:t>Le </a:t>
            </a:r>
            <a:r>
              <a:rPr lang="en-US" sz="2050" dirty="0" err="1">
                <a:solidFill>
                  <a:srgbClr val="000000"/>
                </a:solidFill>
                <a:latin typeface="Now"/>
              </a:rPr>
              <a:t>marché</a:t>
            </a:r>
            <a:r>
              <a:rPr lang="en-US" sz="2050" dirty="0">
                <a:solidFill>
                  <a:srgbClr val="000000"/>
                </a:solidFill>
                <a:latin typeface="Now"/>
              </a:rPr>
              <a:t> </a:t>
            </a:r>
            <a:r>
              <a:rPr lang="en-US" sz="2050" dirty="0" err="1">
                <a:solidFill>
                  <a:srgbClr val="000000"/>
                </a:solidFill>
                <a:latin typeface="Now"/>
              </a:rPr>
              <a:t>économique</a:t>
            </a:r>
            <a:r>
              <a:rPr lang="en-US" sz="2050" dirty="0">
                <a:solidFill>
                  <a:srgbClr val="000000"/>
                </a:solidFill>
                <a:latin typeface="Now"/>
              </a:rPr>
              <a:t> de la publication est </a:t>
            </a:r>
            <a:r>
              <a:rPr lang="en-US" sz="2050" dirty="0" err="1">
                <a:solidFill>
                  <a:srgbClr val="000000"/>
                </a:solidFill>
                <a:latin typeface="Now"/>
              </a:rPr>
              <a:t>cassée</a:t>
            </a:r>
            <a:r>
              <a:rPr lang="en-US" sz="2050" dirty="0">
                <a:solidFill>
                  <a:srgbClr val="000000"/>
                </a:solidFill>
                <a:latin typeface="Now"/>
              </a:rPr>
              <a:t>, avec un </a:t>
            </a:r>
            <a:r>
              <a:rPr lang="en-US" sz="2050" dirty="0" err="1">
                <a:solidFill>
                  <a:srgbClr val="000000"/>
                </a:solidFill>
                <a:latin typeface="Now"/>
              </a:rPr>
              <a:t>oligopole</a:t>
            </a:r>
            <a:r>
              <a:rPr lang="en-US" sz="2050" dirty="0">
                <a:solidFill>
                  <a:srgbClr val="000000"/>
                </a:solidFill>
                <a:latin typeface="Now"/>
              </a:rPr>
              <a:t> de 5 maisons </a:t>
            </a:r>
            <a:r>
              <a:rPr lang="en-US" sz="2050" dirty="0" err="1">
                <a:solidFill>
                  <a:srgbClr val="000000"/>
                </a:solidFill>
                <a:latin typeface="Now"/>
              </a:rPr>
              <a:t>d’éditions</a:t>
            </a:r>
            <a:r>
              <a:rPr lang="en-US" sz="2050" dirty="0">
                <a:solidFill>
                  <a:srgbClr val="000000"/>
                </a:solidFill>
                <a:latin typeface="Now"/>
              </a:rPr>
              <a:t> trop grosses pour </a:t>
            </a:r>
            <a:r>
              <a:rPr lang="en-US" sz="2050" dirty="0" err="1">
                <a:solidFill>
                  <a:srgbClr val="000000"/>
                </a:solidFill>
                <a:latin typeface="Now"/>
              </a:rPr>
              <a:t>être</a:t>
            </a:r>
            <a:r>
              <a:rPr lang="en-US" sz="2050" dirty="0">
                <a:solidFill>
                  <a:srgbClr val="000000"/>
                </a:solidFill>
                <a:latin typeface="Now"/>
              </a:rPr>
              <a:t> </a:t>
            </a:r>
            <a:r>
              <a:rPr lang="en-US" sz="2050" dirty="0" err="1">
                <a:solidFill>
                  <a:srgbClr val="000000"/>
                </a:solidFill>
                <a:latin typeface="Now"/>
              </a:rPr>
              <a:t>ignorées</a:t>
            </a:r>
            <a:r>
              <a:rPr lang="en-US" sz="2050" dirty="0">
                <a:solidFill>
                  <a:srgbClr val="000000"/>
                </a:solidFill>
                <a:latin typeface="Now"/>
              </a:rPr>
              <a:t>.</a:t>
            </a:r>
            <a:endParaRPr dirty="0"/>
          </a:p>
        </p:txBody>
      </p:sp>
    </p:spTree>
  </p:cSld>
  <p:clrMapOvr>
    <a:masterClrMapping/>
  </p:clrMapOvr>
  <mc:AlternateContent xmlns:mc="http://schemas.openxmlformats.org/markup-compatibility/2006" xmlns:p159="http://schemas.microsoft.com/office/powerpoint/2015/09/main">
    <mc:Choice Requires="p159">
      <p:transition spd="med">
        <p:cover/>
      </p:transition>
    </mc:Choice>
    <mc:Fallback xmlns="" xmlns:m="http://schemas.openxmlformats.org/officeDocument/2006/math" xmlns:w="http://schemas.openxmlformats.org/wordprocessingml/2006/main">
      <p:transition spd="med" advClick="1">
        <p:cover dir="l"/>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79930517"/>
                                        </p:tgtEl>
                                        <p:attrNameLst>
                                          <p:attrName>style.visibility</p:attrName>
                                        </p:attrNameLst>
                                      </p:cBhvr>
                                      <p:to>
                                        <p:strVal val="visible"/>
                                      </p:to>
                                    </p:set>
                                    <p:animEffect transition="in" filter="fade">
                                      <p:cBhvr>
                                        <p:cTn id="7" dur="500"/>
                                        <p:tgtEl>
                                          <p:spTgt spid="17799305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89176713"/>
                                        </p:tgtEl>
                                        <p:attrNameLst>
                                          <p:attrName>style.visibility</p:attrName>
                                        </p:attrNameLst>
                                      </p:cBhvr>
                                      <p:to>
                                        <p:strVal val="visible"/>
                                      </p:to>
                                    </p:set>
                                    <p:animEffect transition="in" filter="fade">
                                      <p:cBhvr>
                                        <p:cTn id="12" dur="500"/>
                                        <p:tgtEl>
                                          <p:spTgt spid="10891767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55354898"/>
                                        </p:tgtEl>
                                        <p:attrNameLst>
                                          <p:attrName>style.visibility</p:attrName>
                                        </p:attrNameLst>
                                      </p:cBhvr>
                                      <p:to>
                                        <p:strVal val="visible"/>
                                      </p:to>
                                    </p:set>
                                    <p:animEffect transition="in" filter="fade">
                                      <p:cBhvr>
                                        <p:cTn id="17" dur="500"/>
                                        <p:tgtEl>
                                          <p:spTgt spid="145535489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85321714"/>
                                        </p:tgtEl>
                                        <p:attrNameLst>
                                          <p:attrName>style.visibility</p:attrName>
                                        </p:attrNameLst>
                                      </p:cBhvr>
                                      <p:to>
                                        <p:strVal val="visible"/>
                                      </p:to>
                                    </p:set>
                                    <p:animEffect transition="in" filter="fade">
                                      <p:cBhvr>
                                        <p:cTn id="22" dur="500"/>
                                        <p:tgtEl>
                                          <p:spTgt spid="15853217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058654697"/>
                                        </p:tgtEl>
                                        <p:attrNameLst>
                                          <p:attrName>style.visibility</p:attrName>
                                        </p:attrNameLst>
                                      </p:cBhvr>
                                      <p:to>
                                        <p:strVal val="visible"/>
                                      </p:to>
                                    </p:set>
                                    <p:animEffect transition="in" filter="fade">
                                      <p:cBhvr>
                                        <p:cTn id="27" dur="500"/>
                                        <p:tgtEl>
                                          <p:spTgt spid="20586546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9930517" grpId="0"/>
      <p:bldP spid="1089176713" grpId="0"/>
      <p:bldP spid="1585321714" grpId="0"/>
      <p:bldP spid="2058654697" grpId="0"/>
      <p:bldP spid="1455354898" grpId="0"/>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bg>
      <p:bgPr>
        <a:solidFill>
          <a:srgbClr val="F4F4F4"/>
        </a:solidFill>
        <a:effectLst/>
      </p:bgPr>
    </p:bg>
    <p:spTree>
      <p:nvGrpSpPr>
        <p:cNvPr id="1" name=""/>
        <p:cNvGrpSpPr/>
        <p:nvPr/>
      </p:nvGrpSpPr>
      <p:grpSpPr bwMode="auto">
        <a:xfrm>
          <a:off x="0" y="0"/>
          <a:ext cx="0" cy="0"/>
          <a:chOff x="0" y="0"/>
          <a:chExt cx="0" cy="0"/>
        </a:xfrm>
      </p:grpSpPr>
      <p:sp>
        <p:nvSpPr>
          <p:cNvPr id="325680117" name="TextBox 8"/>
          <p:cNvSpPr txBox="1"/>
          <p:nvPr/>
        </p:nvSpPr>
        <p:spPr bwMode="auto">
          <a:xfrm>
            <a:off x="1723768" y="3421105"/>
            <a:ext cx="14840463" cy="1722395"/>
          </a:xfrm>
          <a:prstGeom prst="rect">
            <a:avLst/>
          </a:prstGeom>
        </p:spPr>
        <p:txBody>
          <a:bodyPr wrap="square" lIns="0" tIns="0" rIns="0" bIns="0" rtlCol="0" anchor="t">
            <a:spAutoFit/>
          </a:bodyPr>
          <a:lstStyle/>
          <a:p>
            <a:pPr algn="ctr">
              <a:lnSpc>
                <a:spcPts val="14334"/>
              </a:lnSpc>
              <a:defRPr/>
            </a:pPr>
            <a:r>
              <a:rPr lang="en-US" sz="10250" spc="286" dirty="0" err="1">
                <a:solidFill>
                  <a:srgbClr val="404040"/>
                </a:solidFill>
                <a:latin typeface="Now Bold"/>
              </a:rPr>
              <a:t>Que</a:t>
            </a:r>
            <a:r>
              <a:rPr lang="en-US" sz="10250" spc="286" dirty="0">
                <a:solidFill>
                  <a:srgbClr val="404040"/>
                </a:solidFill>
                <a:latin typeface="Now Bold"/>
              </a:rPr>
              <a:t> </a:t>
            </a:r>
            <a:r>
              <a:rPr lang="en-US" sz="10250" spc="286" dirty="0" err="1">
                <a:solidFill>
                  <a:srgbClr val="404040"/>
                </a:solidFill>
                <a:latin typeface="Now Bold"/>
              </a:rPr>
              <a:t>pouvons</a:t>
            </a:r>
            <a:r>
              <a:rPr lang="en-US" sz="10250" spc="286" dirty="0">
                <a:solidFill>
                  <a:srgbClr val="404040"/>
                </a:solidFill>
                <a:latin typeface="Now Bold"/>
              </a:rPr>
              <a:t>-nous faire ?</a:t>
            </a:r>
            <a:endParaRPr dirty="0"/>
          </a:p>
        </p:txBody>
      </p:sp>
    </p:spTree>
  </p:cSld>
  <p:clrMapOvr>
    <a:masterClrMapping/>
  </p:clrMapOvr>
  <mc:AlternateContent xmlns:mc="http://schemas.openxmlformats.org/markup-compatibility/2006" xmlns:p159="http://schemas.microsoft.com/office/powerpoint/2015/09/main">
    <mc:Choice Requires="p159">
      <p:transition spd="med">
        <p:cover/>
      </p:transition>
    </mc:Choice>
    <mc:Fallback xmlns="" xmlns:m="http://schemas.openxmlformats.org/officeDocument/2006/math" xmlns:w="http://schemas.openxmlformats.org/wordprocessingml/2006/main">
      <p:transition spd="med" advClick="1">
        <p:cover dir="l"/>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973022021" name="Titre 1"/>
          <p:cNvSpPr>
            <a:spLocks noGrp="1"/>
          </p:cNvSpPr>
          <p:nvPr>
            <p:ph type="title"/>
          </p:nvPr>
        </p:nvSpPr>
        <p:spPr bwMode="auto">
          <a:xfrm>
            <a:off x="457200" y="274638"/>
            <a:ext cx="17297400" cy="1143000"/>
          </a:xfrm>
        </p:spPr>
        <p:txBody>
          <a:bodyPr/>
          <a:lstStyle/>
          <a:p>
            <a:pPr>
              <a:defRPr/>
            </a:pPr>
            <a:r>
              <a:rPr lang="fr-FR" b="1" dirty="0">
                <a:latin typeface="Now"/>
              </a:rPr>
              <a:t>Exemple de l’Amérique du Sud</a:t>
            </a:r>
            <a:endParaRPr dirty="0"/>
          </a:p>
        </p:txBody>
      </p:sp>
      <p:sp>
        <p:nvSpPr>
          <p:cNvPr id="197648422" name="Espace réservé du contenu 2"/>
          <p:cNvSpPr>
            <a:spLocks noGrp="1"/>
          </p:cNvSpPr>
          <p:nvPr>
            <p:ph idx="1"/>
          </p:nvPr>
        </p:nvSpPr>
        <p:spPr bwMode="auto">
          <a:xfrm>
            <a:off x="457200" y="1600200"/>
            <a:ext cx="17297400" cy="7734300"/>
          </a:xfrm>
        </p:spPr>
        <p:txBody>
          <a:bodyPr/>
          <a:lstStyle/>
          <a:p>
            <a:pPr>
              <a:defRPr/>
            </a:pPr>
            <a:r>
              <a:rPr lang="en-US" dirty="0">
                <a:latin typeface="Now"/>
              </a:rPr>
              <a:t>Current Research Information Systems (CRIS)</a:t>
            </a:r>
            <a:endParaRPr dirty="0"/>
          </a:p>
          <a:p>
            <a:pPr>
              <a:defRPr/>
            </a:pPr>
            <a:r>
              <a:rPr lang="en-US" dirty="0" err="1">
                <a:latin typeface="Now"/>
              </a:rPr>
              <a:t>Latindex</a:t>
            </a:r>
            <a:r>
              <a:rPr lang="en-US" dirty="0">
                <a:latin typeface="Now"/>
              </a:rPr>
              <a:t> (Spanish and </a:t>
            </a:r>
            <a:r>
              <a:rPr lang="en-US" dirty="0" err="1">
                <a:latin typeface="Now"/>
              </a:rPr>
              <a:t>portuguese</a:t>
            </a:r>
            <a:r>
              <a:rPr lang="en-US" dirty="0">
                <a:latin typeface="Now"/>
              </a:rPr>
              <a:t> </a:t>
            </a:r>
            <a:r>
              <a:rPr lang="en-US" dirty="0" err="1">
                <a:latin typeface="Now"/>
              </a:rPr>
              <a:t>langages</a:t>
            </a:r>
            <a:r>
              <a:rPr lang="en-US" dirty="0">
                <a:latin typeface="Now"/>
              </a:rPr>
              <a:t>)</a:t>
            </a:r>
            <a:endParaRPr dirty="0"/>
          </a:p>
          <a:p>
            <a:pPr>
              <a:defRPr/>
            </a:pPr>
            <a:r>
              <a:rPr lang="en-US" dirty="0" err="1">
                <a:latin typeface="Now"/>
              </a:rPr>
              <a:t>SciELO</a:t>
            </a:r>
            <a:endParaRPr lang="en-US" dirty="0">
              <a:latin typeface="Now"/>
            </a:endParaRPr>
          </a:p>
          <a:p>
            <a:pPr>
              <a:defRPr/>
            </a:pPr>
            <a:r>
              <a:rPr lang="en-US" dirty="0" err="1">
                <a:latin typeface="Now"/>
              </a:rPr>
              <a:t>Redalyc</a:t>
            </a:r>
            <a:endParaRPr lang="en-US" dirty="0">
              <a:latin typeface="Now"/>
            </a:endParaRPr>
          </a:p>
          <a:p>
            <a:pPr>
              <a:defRPr/>
            </a:pPr>
            <a:r>
              <a:rPr lang="en-US" dirty="0" err="1">
                <a:latin typeface="Now"/>
              </a:rPr>
              <a:t>BrCris</a:t>
            </a:r>
            <a:r>
              <a:rPr lang="en-US" dirty="0">
                <a:latin typeface="Now"/>
              </a:rPr>
              <a:t> (Brazil)</a:t>
            </a:r>
            <a:endParaRPr dirty="0"/>
          </a:p>
          <a:p>
            <a:pPr>
              <a:defRPr/>
            </a:pPr>
            <a:r>
              <a:rPr lang="fr-FR" dirty="0" err="1">
                <a:latin typeface="Now"/>
              </a:rPr>
              <a:t>PerúCRIS</a:t>
            </a:r>
            <a:endParaRPr lang="fr-FR" dirty="0">
              <a:latin typeface="Now"/>
            </a:endParaRPr>
          </a:p>
          <a:p>
            <a:pPr>
              <a:defRPr/>
            </a:pPr>
            <a:r>
              <a:rPr lang="fr-FR" dirty="0">
                <a:latin typeface="Now"/>
              </a:rPr>
              <a:t>Europe : </a:t>
            </a:r>
            <a:r>
              <a:rPr lang="fr-FR" dirty="0" err="1">
                <a:latin typeface="Now"/>
              </a:rPr>
              <a:t>Institutional</a:t>
            </a:r>
            <a:r>
              <a:rPr lang="fr-FR" dirty="0">
                <a:latin typeface="Now"/>
              </a:rPr>
              <a:t> </a:t>
            </a:r>
            <a:r>
              <a:rPr lang="fr-FR" dirty="0" err="1">
                <a:latin typeface="Now"/>
              </a:rPr>
              <a:t>level</a:t>
            </a:r>
            <a:r>
              <a:rPr lang="fr-FR" dirty="0">
                <a:latin typeface="Now"/>
              </a:rPr>
              <a:t> (</a:t>
            </a:r>
            <a:r>
              <a:rPr lang="fr-FR" dirty="0" err="1">
                <a:latin typeface="Now"/>
              </a:rPr>
              <a:t>university</a:t>
            </a:r>
            <a:r>
              <a:rPr lang="fr-FR" dirty="0">
                <a:latin typeface="Now"/>
              </a:rPr>
              <a:t>)</a:t>
            </a:r>
            <a:endParaRPr dirty="0"/>
          </a:p>
          <a:p>
            <a:pPr>
              <a:defRPr/>
            </a:pPr>
            <a:r>
              <a:rPr lang="fr-FR" dirty="0">
                <a:latin typeface="Now"/>
              </a:rPr>
              <a:t>South America : National </a:t>
            </a:r>
            <a:r>
              <a:rPr lang="fr-FR" dirty="0" err="1">
                <a:latin typeface="Now"/>
              </a:rPr>
              <a:t>level</a:t>
            </a:r>
            <a:r>
              <a:rPr lang="fr-FR" dirty="0">
                <a:latin typeface="Now"/>
              </a:rPr>
              <a:t> (</a:t>
            </a:r>
            <a:r>
              <a:rPr lang="fr-FR" dirty="0" err="1">
                <a:latin typeface="Now"/>
              </a:rPr>
              <a:t>with</a:t>
            </a:r>
            <a:r>
              <a:rPr lang="fr-FR" dirty="0">
                <a:latin typeface="Now"/>
              </a:rPr>
              <a:t> collaboration </a:t>
            </a:r>
            <a:r>
              <a:rPr lang="fr-FR" dirty="0" err="1">
                <a:latin typeface="Now"/>
              </a:rPr>
              <a:t>across</a:t>
            </a:r>
            <a:r>
              <a:rPr lang="fr-FR" dirty="0">
                <a:latin typeface="Now"/>
              </a:rPr>
              <a:t> countries </a:t>
            </a:r>
            <a:r>
              <a:rPr lang="fr-FR" dirty="0" err="1">
                <a:latin typeface="Now"/>
              </a:rPr>
              <a:t>within</a:t>
            </a:r>
            <a:r>
              <a:rPr lang="fr-FR" dirty="0">
                <a:latin typeface="Now"/>
              </a:rPr>
              <a:t> the </a:t>
            </a:r>
            <a:r>
              <a:rPr lang="fr-FR" dirty="0" err="1">
                <a:latin typeface="Now"/>
              </a:rPr>
              <a:t>region</a:t>
            </a:r>
            <a:r>
              <a:rPr lang="fr-FR" dirty="0">
                <a:latin typeface="Now"/>
              </a:rPr>
              <a:t>)</a:t>
            </a:r>
            <a:endParaRPr dirty="0"/>
          </a:p>
        </p:txBody>
      </p:sp>
      <p:pic>
        <p:nvPicPr>
          <p:cNvPr id="1320990421" name="Image 4"/>
          <p:cNvPicPr>
            <a:picLocks noChangeAspect="1"/>
          </p:cNvPicPr>
          <p:nvPr/>
        </p:nvPicPr>
        <p:blipFill>
          <a:blip r:embed="rId3"/>
          <a:stretch/>
        </p:blipFill>
        <p:spPr bwMode="auto">
          <a:xfrm>
            <a:off x="9906000" y="1417638"/>
            <a:ext cx="7011155" cy="3184644"/>
          </a:xfrm>
          <a:prstGeom prst="rect">
            <a:avLst/>
          </a:prstGeom>
        </p:spPr>
      </p:pic>
      <p:pic>
        <p:nvPicPr>
          <p:cNvPr id="362429145" name="Image 6"/>
          <p:cNvPicPr>
            <a:picLocks noChangeAspect="1"/>
          </p:cNvPicPr>
          <p:nvPr/>
        </p:nvPicPr>
        <p:blipFill>
          <a:blip r:embed="rId4"/>
          <a:stretch/>
        </p:blipFill>
        <p:spPr bwMode="auto">
          <a:xfrm>
            <a:off x="1143000" y="6667500"/>
            <a:ext cx="7764692" cy="3124053"/>
          </a:xfrm>
          <a:prstGeom prst="rect">
            <a:avLst/>
          </a:prstGeom>
        </p:spPr>
      </p:pic>
      <p:sp>
        <p:nvSpPr>
          <p:cNvPr id="1364670460" name="ZoneTexte 7"/>
          <p:cNvSpPr txBox="1"/>
          <p:nvPr/>
        </p:nvSpPr>
        <p:spPr bwMode="auto">
          <a:xfrm>
            <a:off x="10439400" y="7321585"/>
            <a:ext cx="7158872" cy="1815882"/>
          </a:xfrm>
          <a:prstGeom prst="rect">
            <a:avLst/>
          </a:prstGeom>
          <a:noFill/>
        </p:spPr>
        <p:txBody>
          <a:bodyPr wrap="square" rtlCol="0">
            <a:spAutoFit/>
          </a:bodyPr>
          <a:lstStyle/>
          <a:p>
            <a:pPr>
              <a:defRPr/>
            </a:pPr>
            <a:r>
              <a:rPr lang="fr-FR" sz="2800" dirty="0"/>
              <a:t>La plupart des journaux n’a pas d’Impact Factor.</a:t>
            </a:r>
          </a:p>
          <a:p>
            <a:pPr>
              <a:defRPr/>
            </a:pPr>
            <a:endParaRPr lang="fr-FR" sz="2800" dirty="0"/>
          </a:p>
          <a:p>
            <a:pPr>
              <a:defRPr/>
            </a:pPr>
            <a:r>
              <a:rPr lang="fr-FR" sz="2800" dirty="0"/>
              <a:t>Des 1619 journaux de </a:t>
            </a:r>
            <a:r>
              <a:rPr lang="fr-FR" sz="2800" dirty="0" err="1"/>
              <a:t>SciELO</a:t>
            </a:r>
            <a:r>
              <a:rPr lang="fr-FR" sz="2800" dirty="0"/>
              <a:t> – 1048 ne sont pas listés par DOAJ</a:t>
            </a:r>
            <a:endParaRPr dirty="0"/>
          </a:p>
        </p:txBody>
      </p:sp>
      <p:sp>
        <p:nvSpPr>
          <p:cNvPr id="755999697" name="ZoneTexte 9"/>
          <p:cNvSpPr txBox="1"/>
          <p:nvPr/>
        </p:nvSpPr>
        <p:spPr bwMode="auto">
          <a:xfrm>
            <a:off x="9606744" y="9621255"/>
            <a:ext cx="9144000" cy="646331"/>
          </a:xfrm>
          <a:prstGeom prst="rect">
            <a:avLst/>
          </a:prstGeom>
          <a:noFill/>
        </p:spPr>
        <p:txBody>
          <a:bodyPr wrap="square">
            <a:spAutoFit/>
          </a:bodyPr>
          <a:lstStyle/>
          <a:p>
            <a:pPr>
              <a:defRPr/>
            </a:pPr>
            <a:r>
              <a:rPr lang="fr-FR"/>
              <a:t>Bosman, J., Frantsvåg, J. E., Kramer, B., Langlais, P.-C., &amp; Proudman, V. (2021). OA Diamond Journals Study. Part 1: Findings. Zenodo. https://doi.org/10.5281/ZENODO.4558704</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62429145"/>
                                        </p:tgtEl>
                                        <p:attrNameLst>
                                          <p:attrName>style.visibility</p:attrName>
                                        </p:attrNameLst>
                                      </p:cBhvr>
                                      <p:to>
                                        <p:strVal val="visible"/>
                                      </p:to>
                                    </p:set>
                                    <p:animEffect transition="in" filter="fade">
                                      <p:cBhvr>
                                        <p:cTn id="7" dur="500"/>
                                        <p:tgtEl>
                                          <p:spTgt spid="36242914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75599969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3646704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90951347" name="Titre 1"/>
          <p:cNvSpPr>
            <a:spLocks noGrp="1"/>
          </p:cNvSpPr>
          <p:nvPr>
            <p:ph type="title"/>
          </p:nvPr>
        </p:nvSpPr>
        <p:spPr bwMode="auto">
          <a:xfrm>
            <a:off x="457200" y="274638"/>
            <a:ext cx="17297400" cy="1143000"/>
          </a:xfrm>
        </p:spPr>
        <p:txBody>
          <a:bodyPr/>
          <a:lstStyle/>
          <a:p>
            <a:pPr>
              <a:defRPr/>
            </a:pPr>
            <a:r>
              <a:rPr lang="fr-FR" b="1" dirty="0">
                <a:latin typeface="Now"/>
              </a:rPr>
              <a:t>Exemple historique</a:t>
            </a:r>
            <a:endParaRPr dirty="0"/>
          </a:p>
        </p:txBody>
      </p:sp>
      <p:pic>
        <p:nvPicPr>
          <p:cNvPr id="284455882" name="Image 8"/>
          <p:cNvPicPr>
            <a:picLocks noChangeAspect="1"/>
          </p:cNvPicPr>
          <p:nvPr/>
        </p:nvPicPr>
        <p:blipFill>
          <a:blip r:embed="rId3"/>
          <a:stretch/>
        </p:blipFill>
        <p:spPr bwMode="auto">
          <a:xfrm>
            <a:off x="13944600" y="1458130"/>
            <a:ext cx="2562583" cy="971686"/>
          </a:xfrm>
          <a:prstGeom prst="rect">
            <a:avLst/>
          </a:prstGeom>
        </p:spPr>
      </p:pic>
      <p:pic>
        <p:nvPicPr>
          <p:cNvPr id="682011153" name="Picture 2" descr="A new look for Nature | Research Communities by Springer Nature"/>
          <p:cNvPicPr>
            <a:picLocks noChangeAspect="1" noChangeArrowheads="1"/>
          </p:cNvPicPr>
          <p:nvPr/>
        </p:nvPicPr>
        <p:blipFill>
          <a:blip r:embed="rId4"/>
          <a:stretch/>
        </p:blipFill>
        <p:spPr bwMode="auto">
          <a:xfrm>
            <a:off x="2133600" y="959734"/>
            <a:ext cx="1962149" cy="1968479"/>
          </a:xfrm>
          <a:prstGeom prst="rect">
            <a:avLst/>
          </a:prstGeom>
          <a:noFill/>
        </p:spPr>
      </p:pic>
      <p:cxnSp>
        <p:nvCxnSpPr>
          <p:cNvPr id="1368846111" name="Connecteur droit avec flèche 12"/>
          <p:cNvCxnSpPr>
            <a:stCxn id="682011153" idx="2"/>
          </p:cNvCxnSpPr>
          <p:nvPr/>
        </p:nvCxnSpPr>
        <p:spPr bwMode="auto">
          <a:xfrm flipH="1">
            <a:off x="3114674" y="2928213"/>
            <a:ext cx="1" cy="61508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493427902" name="Espace réservé du contenu 2"/>
          <p:cNvSpPr>
            <a:spLocks noGrp="1"/>
          </p:cNvSpPr>
          <p:nvPr>
            <p:ph idx="1"/>
          </p:nvPr>
        </p:nvSpPr>
        <p:spPr bwMode="auto">
          <a:xfrm>
            <a:off x="1219200" y="3621592"/>
            <a:ext cx="4267199" cy="678566"/>
          </a:xfrm>
        </p:spPr>
        <p:txBody>
          <a:bodyPr/>
          <a:lstStyle/>
          <a:p>
            <a:pPr>
              <a:defRPr/>
            </a:pPr>
            <a:r>
              <a:rPr lang="fr-FR">
                <a:latin typeface="Now"/>
              </a:rPr>
              <a:t>Springer nature</a:t>
            </a:r>
            <a:endParaRPr/>
          </a:p>
        </p:txBody>
      </p:sp>
      <p:cxnSp>
        <p:nvCxnSpPr>
          <p:cNvPr id="927458008" name="Connecteur droit avec flèche 14"/>
          <p:cNvCxnSpPr/>
          <p:nvPr/>
        </p:nvCxnSpPr>
        <p:spPr bwMode="auto">
          <a:xfrm flipH="1">
            <a:off x="15225891" y="2620669"/>
            <a:ext cx="1" cy="61508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389226596" name="Espace réservé du contenu 2"/>
          <p:cNvSpPr txBox="1"/>
          <p:nvPr/>
        </p:nvSpPr>
        <p:spPr bwMode="auto">
          <a:xfrm>
            <a:off x="13092291" y="3426609"/>
            <a:ext cx="4267199" cy="678566"/>
          </a:xfrm>
          <a:prstGeom prst="rect">
            <a:avLst/>
          </a:prstGeom>
        </p:spPr>
        <p:txBody>
          <a:bodyPr vert="horz" lIns="91440" tIns="45720" rIns="91440" bIns="45720" rtlCol="0">
            <a:normAutofit/>
          </a:bodyPr>
          <a:lstStyle>
            <a:lvl1pPr marL="342900" indent="-342900" algn="l" defTabSz="914400">
              <a:spcBef>
                <a:spcPts val="0"/>
              </a:spcBef>
              <a:buFont typeface="Arial"/>
              <a:buChar char="•"/>
              <a:defRPr sz="3200">
                <a:solidFill>
                  <a:schemeClr val="tx1"/>
                </a:solidFill>
                <a:latin typeface="+mn-lt"/>
                <a:ea typeface="+mn-ea"/>
                <a:cs typeface="+mn-cs"/>
              </a:defRPr>
            </a:lvl1pPr>
            <a:lvl2pPr marL="742950" indent="-285750" algn="l" defTabSz="914400">
              <a:spcBef>
                <a:spcPts val="0"/>
              </a:spcBef>
              <a:buFont typeface="Arial"/>
              <a:buChar char="–"/>
              <a:defRPr sz="2800">
                <a:solidFill>
                  <a:schemeClr val="tx1"/>
                </a:solidFill>
                <a:latin typeface="+mn-lt"/>
                <a:ea typeface="+mn-ea"/>
                <a:cs typeface="+mn-cs"/>
              </a:defRPr>
            </a:lvl2pPr>
            <a:lvl3pPr marL="1143000" indent="-228600" algn="l" defTabSz="914400">
              <a:spcBef>
                <a:spcPts val="0"/>
              </a:spcBef>
              <a:buFont typeface="Arial"/>
              <a:buChar char="•"/>
              <a:defRPr sz="2400">
                <a:solidFill>
                  <a:schemeClr val="tx1"/>
                </a:solidFill>
                <a:latin typeface="+mn-lt"/>
                <a:ea typeface="+mn-ea"/>
                <a:cs typeface="+mn-cs"/>
              </a:defRPr>
            </a:lvl3pPr>
            <a:lvl4pPr marL="1600200" indent="-228600" algn="l" defTabSz="914400">
              <a:spcBef>
                <a:spcPts val="0"/>
              </a:spcBef>
              <a:buFont typeface="Arial"/>
              <a:buChar char="–"/>
              <a:defRPr sz="2000">
                <a:solidFill>
                  <a:schemeClr val="tx1"/>
                </a:solidFill>
                <a:latin typeface="+mn-lt"/>
                <a:ea typeface="+mn-ea"/>
                <a:cs typeface="+mn-cs"/>
              </a:defRPr>
            </a:lvl4pPr>
            <a:lvl5pPr marL="2057400" indent="-228600" algn="l" defTabSz="914400">
              <a:spcBef>
                <a:spcPts val="0"/>
              </a:spcBef>
              <a:buFont typeface="Arial"/>
              <a:buChar char="»"/>
              <a:defRPr sz="2000">
                <a:solidFill>
                  <a:schemeClr val="tx1"/>
                </a:solidFill>
                <a:latin typeface="+mn-lt"/>
                <a:ea typeface="+mn-ea"/>
                <a:cs typeface="+mn-cs"/>
              </a:defRPr>
            </a:lvl5pPr>
            <a:lvl6pPr marL="2514600"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a:lstStyle>
          <a:p>
            <a:pPr marL="0" indent="0">
              <a:buNone/>
              <a:defRPr/>
            </a:pPr>
            <a:endParaRPr lang="fr-FR">
              <a:latin typeface="Now"/>
            </a:endParaRPr>
          </a:p>
        </p:txBody>
      </p:sp>
      <p:sp>
        <p:nvSpPr>
          <p:cNvPr id="1899896584" name="ZoneTexte 17"/>
          <p:cNvSpPr txBox="1"/>
          <p:nvPr/>
        </p:nvSpPr>
        <p:spPr bwMode="auto">
          <a:xfrm>
            <a:off x="12901789" y="3418326"/>
            <a:ext cx="4648200" cy="2062103"/>
          </a:xfrm>
          <a:prstGeom prst="rect">
            <a:avLst/>
          </a:prstGeom>
          <a:noFill/>
        </p:spPr>
        <p:txBody>
          <a:bodyPr wrap="square">
            <a:spAutoFit/>
          </a:bodyPr>
          <a:lstStyle/>
          <a:p>
            <a:pPr marL="457200" indent="-457200">
              <a:buFont typeface="Arial"/>
              <a:buChar char="•"/>
              <a:defRPr/>
            </a:pPr>
            <a:r>
              <a:rPr lang="en-US" sz="3200">
                <a:latin typeface="Now"/>
              </a:rPr>
              <a:t>American Association for the Advancement of Science</a:t>
            </a:r>
            <a:endParaRPr lang="fr-FR" sz="3200">
              <a:latin typeface="Now"/>
            </a:endParaRPr>
          </a:p>
        </p:txBody>
      </p:sp>
      <p:cxnSp>
        <p:nvCxnSpPr>
          <p:cNvPr id="566827497" name="Connecteur droit avec flèche 18"/>
          <p:cNvCxnSpPr/>
          <p:nvPr/>
        </p:nvCxnSpPr>
        <p:spPr bwMode="auto">
          <a:xfrm>
            <a:off x="15175991" y="5205904"/>
            <a:ext cx="49898" cy="95561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928075184" name="ZoneTexte 19"/>
          <p:cNvSpPr txBox="1"/>
          <p:nvPr/>
        </p:nvSpPr>
        <p:spPr bwMode="auto">
          <a:xfrm>
            <a:off x="13030200" y="6240594"/>
            <a:ext cx="4648200" cy="1077218"/>
          </a:xfrm>
          <a:prstGeom prst="rect">
            <a:avLst/>
          </a:prstGeom>
          <a:noFill/>
        </p:spPr>
        <p:txBody>
          <a:bodyPr wrap="square">
            <a:spAutoFit/>
          </a:bodyPr>
          <a:lstStyle/>
          <a:p>
            <a:pPr marL="457200" indent="-457200">
              <a:buFont typeface="Arial"/>
              <a:buChar char="•"/>
              <a:defRPr/>
            </a:pPr>
            <a:r>
              <a:rPr lang="en-US" sz="3200">
                <a:latin typeface="Now"/>
              </a:rPr>
              <a:t>Revenue, 2022 </a:t>
            </a:r>
            <a:r>
              <a:rPr lang="en-US" sz="3200">
                <a:latin typeface="Calibri"/>
              </a:rPr>
              <a:t>$</a:t>
            </a:r>
            <a:r>
              <a:rPr lang="en-US" sz="3200">
                <a:latin typeface="Now"/>
              </a:rPr>
              <a:t>119,582</a:t>
            </a:r>
            <a:endParaRPr lang="fr-FR" sz="3200">
              <a:latin typeface="Now"/>
            </a:endParaRPr>
          </a:p>
        </p:txBody>
      </p:sp>
      <p:cxnSp>
        <p:nvCxnSpPr>
          <p:cNvPr id="1505014206" name="Connecteur droit avec flèche 20"/>
          <p:cNvCxnSpPr/>
          <p:nvPr/>
        </p:nvCxnSpPr>
        <p:spPr bwMode="auto">
          <a:xfrm flipH="1">
            <a:off x="3067019" y="4396672"/>
            <a:ext cx="1" cy="61508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655214658" name="ZoneTexte 21"/>
          <p:cNvSpPr txBox="1"/>
          <p:nvPr/>
        </p:nvSpPr>
        <p:spPr bwMode="auto">
          <a:xfrm>
            <a:off x="871329" y="5084298"/>
            <a:ext cx="4648200" cy="1077218"/>
          </a:xfrm>
          <a:prstGeom prst="rect">
            <a:avLst/>
          </a:prstGeom>
          <a:noFill/>
        </p:spPr>
        <p:txBody>
          <a:bodyPr wrap="square">
            <a:spAutoFit/>
          </a:bodyPr>
          <a:lstStyle/>
          <a:p>
            <a:pPr marL="457200" indent="-457200">
              <a:buFont typeface="Arial"/>
              <a:buChar char="•"/>
              <a:defRPr/>
            </a:pPr>
            <a:r>
              <a:rPr lang="en-US" sz="3200">
                <a:latin typeface="Now"/>
              </a:rPr>
              <a:t>Revenue, 2022</a:t>
            </a:r>
            <a:endParaRPr/>
          </a:p>
          <a:p>
            <a:pPr marL="457200" indent="-457200">
              <a:buFont typeface="Arial"/>
              <a:buChar char="•"/>
              <a:defRPr/>
            </a:pPr>
            <a:r>
              <a:rPr lang="en-US" sz="3200">
                <a:latin typeface="Calibri"/>
              </a:rPr>
              <a:t>$</a:t>
            </a:r>
            <a:r>
              <a:rPr lang="en-US" sz="3200">
                <a:latin typeface="Now"/>
              </a:rPr>
              <a:t>2,1 billion</a:t>
            </a:r>
            <a:endParaRPr lang="fr-FR" sz="3200">
              <a:latin typeface="Now"/>
            </a:endParaRPr>
          </a:p>
        </p:txBody>
      </p:sp>
      <p:pic>
        <p:nvPicPr>
          <p:cNvPr id="744778230" name="Image 23"/>
          <p:cNvPicPr>
            <a:picLocks noChangeAspect="1"/>
          </p:cNvPicPr>
          <p:nvPr/>
        </p:nvPicPr>
        <p:blipFill>
          <a:blip r:embed="rId5"/>
          <a:stretch/>
        </p:blipFill>
        <p:spPr bwMode="auto">
          <a:xfrm>
            <a:off x="9105899" y="7485035"/>
            <a:ext cx="8444089" cy="1411549"/>
          </a:xfrm>
          <a:prstGeom prst="rect">
            <a:avLst/>
          </a:prstGeom>
        </p:spPr>
      </p:pic>
      <p:pic>
        <p:nvPicPr>
          <p:cNvPr id="250730743" name="Image 25"/>
          <p:cNvPicPr>
            <a:picLocks noChangeAspect="1"/>
          </p:cNvPicPr>
          <p:nvPr/>
        </p:nvPicPr>
        <p:blipFill>
          <a:blip r:embed="rId6"/>
          <a:stretch/>
        </p:blipFill>
        <p:spPr bwMode="auto">
          <a:xfrm>
            <a:off x="457199" y="7486414"/>
            <a:ext cx="7838885" cy="141017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8201115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688461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9342790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50501420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5521465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50730743"/>
                                        </p:tgtEl>
                                        <p:attrNameLst>
                                          <p:attrName>style.visibility</p:attrName>
                                        </p:attrNameLst>
                                      </p:cBhvr>
                                      <p:to>
                                        <p:strVal val="visible"/>
                                      </p:to>
                                    </p:set>
                                    <p:animEffect transition="in" filter="fade">
                                      <p:cBhvr>
                                        <p:cTn id="23" dur="500"/>
                                        <p:tgtEl>
                                          <p:spTgt spid="25073074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84455882"/>
                                        </p:tgtEl>
                                        <p:attrNameLst>
                                          <p:attrName>style.visibility</p:attrName>
                                        </p:attrNameLst>
                                      </p:cBhvr>
                                      <p:to>
                                        <p:strVal val="visible"/>
                                      </p:to>
                                    </p:set>
                                    <p:animEffect transition="in" filter="fade">
                                      <p:cBhvr>
                                        <p:cTn id="28" dur="500"/>
                                        <p:tgtEl>
                                          <p:spTgt spid="284455882"/>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92745800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89989658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6682749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92807518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744778230"/>
                                        </p:tgtEl>
                                        <p:attrNameLst>
                                          <p:attrName>style.visibility</p:attrName>
                                        </p:attrNameLst>
                                      </p:cBhvr>
                                      <p:to>
                                        <p:strVal val="visible"/>
                                      </p:to>
                                    </p:set>
                                    <p:animEffect transition="in" filter="fade">
                                      <p:cBhvr>
                                        <p:cTn id="45" dur="500"/>
                                        <p:tgtEl>
                                          <p:spTgt spid="7447782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27031099" name="Titre 1"/>
          <p:cNvSpPr>
            <a:spLocks noGrp="1"/>
          </p:cNvSpPr>
          <p:nvPr>
            <p:ph type="title"/>
          </p:nvPr>
        </p:nvSpPr>
        <p:spPr bwMode="auto">
          <a:xfrm>
            <a:off x="457200" y="274638"/>
            <a:ext cx="17297400" cy="1143000"/>
          </a:xfrm>
        </p:spPr>
        <p:txBody>
          <a:bodyPr/>
          <a:lstStyle/>
          <a:p>
            <a:pPr>
              <a:defRPr/>
            </a:pPr>
            <a:r>
              <a:rPr lang="fr-FR" b="1">
                <a:latin typeface="Now"/>
              </a:rPr>
              <a:t>Economics</a:t>
            </a:r>
            <a:endParaRPr/>
          </a:p>
        </p:txBody>
      </p:sp>
      <p:sp>
        <p:nvSpPr>
          <p:cNvPr id="1278005294" name="Espace réservé du contenu 2"/>
          <p:cNvSpPr txBox="1"/>
          <p:nvPr/>
        </p:nvSpPr>
        <p:spPr bwMode="auto">
          <a:xfrm>
            <a:off x="13092291" y="3426609"/>
            <a:ext cx="4267199" cy="678566"/>
          </a:xfrm>
          <a:prstGeom prst="rect">
            <a:avLst/>
          </a:prstGeom>
        </p:spPr>
        <p:txBody>
          <a:bodyPr vert="horz" lIns="91440" tIns="45720" rIns="91440" bIns="45720" rtlCol="0">
            <a:normAutofit/>
          </a:bodyPr>
          <a:lstStyle>
            <a:lvl1pPr marL="342900" indent="-342900" algn="l" defTabSz="914400">
              <a:spcBef>
                <a:spcPts val="0"/>
              </a:spcBef>
              <a:buFont typeface="Arial"/>
              <a:buChar char="•"/>
              <a:defRPr sz="3200">
                <a:solidFill>
                  <a:schemeClr val="tx1"/>
                </a:solidFill>
                <a:latin typeface="+mn-lt"/>
                <a:ea typeface="+mn-ea"/>
                <a:cs typeface="+mn-cs"/>
              </a:defRPr>
            </a:lvl1pPr>
            <a:lvl2pPr marL="742950" indent="-285750" algn="l" defTabSz="914400">
              <a:spcBef>
                <a:spcPts val="0"/>
              </a:spcBef>
              <a:buFont typeface="Arial"/>
              <a:buChar char="–"/>
              <a:defRPr sz="2800">
                <a:solidFill>
                  <a:schemeClr val="tx1"/>
                </a:solidFill>
                <a:latin typeface="+mn-lt"/>
                <a:ea typeface="+mn-ea"/>
                <a:cs typeface="+mn-cs"/>
              </a:defRPr>
            </a:lvl2pPr>
            <a:lvl3pPr marL="1143000" indent="-228600" algn="l" defTabSz="914400">
              <a:spcBef>
                <a:spcPts val="0"/>
              </a:spcBef>
              <a:buFont typeface="Arial"/>
              <a:buChar char="•"/>
              <a:defRPr sz="2400">
                <a:solidFill>
                  <a:schemeClr val="tx1"/>
                </a:solidFill>
                <a:latin typeface="+mn-lt"/>
                <a:ea typeface="+mn-ea"/>
                <a:cs typeface="+mn-cs"/>
              </a:defRPr>
            </a:lvl3pPr>
            <a:lvl4pPr marL="1600200" indent="-228600" algn="l" defTabSz="914400">
              <a:spcBef>
                <a:spcPts val="0"/>
              </a:spcBef>
              <a:buFont typeface="Arial"/>
              <a:buChar char="–"/>
              <a:defRPr sz="2000">
                <a:solidFill>
                  <a:schemeClr val="tx1"/>
                </a:solidFill>
                <a:latin typeface="+mn-lt"/>
                <a:ea typeface="+mn-ea"/>
                <a:cs typeface="+mn-cs"/>
              </a:defRPr>
            </a:lvl4pPr>
            <a:lvl5pPr marL="2057400" indent="-228600" algn="l" defTabSz="914400">
              <a:spcBef>
                <a:spcPts val="0"/>
              </a:spcBef>
              <a:buFont typeface="Arial"/>
              <a:buChar char="»"/>
              <a:defRPr sz="2000">
                <a:solidFill>
                  <a:schemeClr val="tx1"/>
                </a:solidFill>
                <a:latin typeface="+mn-lt"/>
                <a:ea typeface="+mn-ea"/>
                <a:cs typeface="+mn-cs"/>
              </a:defRPr>
            </a:lvl5pPr>
            <a:lvl6pPr marL="2514600"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a:lstStyle>
          <a:p>
            <a:pPr marL="0" indent="0">
              <a:buNone/>
              <a:defRPr/>
            </a:pPr>
            <a:endParaRPr lang="fr-FR">
              <a:latin typeface="Now"/>
            </a:endParaRPr>
          </a:p>
        </p:txBody>
      </p:sp>
      <p:sp>
        <p:nvSpPr>
          <p:cNvPr id="1250332373" name="Titre 1"/>
          <p:cNvSpPr txBox="1"/>
          <p:nvPr/>
        </p:nvSpPr>
        <p:spPr bwMode="auto">
          <a:xfrm>
            <a:off x="838200" y="1638300"/>
            <a:ext cx="5322710" cy="1143000"/>
          </a:xfrm>
          <a:prstGeom prst="rect">
            <a:avLst/>
          </a:prstGeom>
        </p:spPr>
        <p:txBody>
          <a:bodyPr vert="horz" lIns="91440" tIns="45720" rIns="91440" bIns="45720" rtlCol="0" anchor="ctr">
            <a:normAutofit fontScale="92500" lnSpcReduction="20000"/>
          </a:bodyPr>
          <a:lstStyle>
            <a:lvl1pPr algn="ctr" defTabSz="914400">
              <a:spcBef>
                <a:spcPts val="0"/>
              </a:spcBef>
              <a:buNone/>
              <a:defRPr sz="4400">
                <a:solidFill>
                  <a:schemeClr val="tx1"/>
                </a:solidFill>
                <a:latin typeface="+mj-lt"/>
                <a:ea typeface="+mj-ea"/>
                <a:cs typeface="+mj-cs"/>
              </a:defRPr>
            </a:lvl1pPr>
          </a:lstStyle>
          <a:p>
            <a:pPr>
              <a:defRPr/>
            </a:pPr>
            <a:r>
              <a:rPr lang="fr-FR" b="1">
                <a:latin typeface="Now"/>
              </a:rPr>
              <a:t>Researchers association</a:t>
            </a:r>
            <a:endParaRPr/>
          </a:p>
        </p:txBody>
      </p:sp>
      <p:sp>
        <p:nvSpPr>
          <p:cNvPr id="212128654" name="Titre 1"/>
          <p:cNvSpPr txBox="1"/>
          <p:nvPr/>
        </p:nvSpPr>
        <p:spPr bwMode="auto">
          <a:xfrm>
            <a:off x="12564535" y="1638300"/>
            <a:ext cx="5322710" cy="1143000"/>
          </a:xfrm>
          <a:prstGeom prst="rect">
            <a:avLst/>
          </a:prstGeom>
        </p:spPr>
        <p:txBody>
          <a:bodyPr vert="horz" lIns="91440" tIns="45720" rIns="91440" bIns="45720" rtlCol="0" anchor="ctr">
            <a:normAutofit/>
          </a:bodyPr>
          <a:lstStyle>
            <a:lvl1pPr algn="ctr" defTabSz="914400">
              <a:spcBef>
                <a:spcPts val="0"/>
              </a:spcBef>
              <a:buNone/>
              <a:defRPr sz="4400">
                <a:solidFill>
                  <a:schemeClr val="tx1"/>
                </a:solidFill>
                <a:latin typeface="+mj-lt"/>
                <a:ea typeface="+mj-ea"/>
                <a:cs typeface="+mj-cs"/>
              </a:defRPr>
            </a:lvl1pPr>
          </a:lstStyle>
          <a:p>
            <a:pPr>
              <a:defRPr/>
            </a:pPr>
            <a:r>
              <a:rPr lang="fr-FR" b="1">
                <a:latin typeface="Now"/>
              </a:rPr>
              <a:t>For profit journals</a:t>
            </a:r>
          </a:p>
        </p:txBody>
      </p:sp>
      <p:pic>
        <p:nvPicPr>
          <p:cNvPr id="1303508625" name="Image 6"/>
          <p:cNvPicPr>
            <a:picLocks noChangeAspect="1"/>
          </p:cNvPicPr>
          <p:nvPr/>
        </p:nvPicPr>
        <p:blipFill>
          <a:blip r:embed="rId3"/>
          <a:stretch/>
        </p:blipFill>
        <p:spPr bwMode="auto">
          <a:xfrm>
            <a:off x="304800" y="3765892"/>
            <a:ext cx="2419688" cy="2857899"/>
          </a:xfrm>
          <a:prstGeom prst="rect">
            <a:avLst/>
          </a:prstGeom>
        </p:spPr>
      </p:pic>
      <p:sp>
        <p:nvSpPr>
          <p:cNvPr id="2040749003" name="Espace réservé du contenu 2"/>
          <p:cNvSpPr>
            <a:spLocks noGrp="1"/>
          </p:cNvSpPr>
          <p:nvPr>
            <p:ph idx="1"/>
          </p:nvPr>
        </p:nvSpPr>
        <p:spPr bwMode="auto">
          <a:xfrm>
            <a:off x="12725400" y="2802377"/>
            <a:ext cx="4267199" cy="678566"/>
          </a:xfrm>
        </p:spPr>
        <p:txBody>
          <a:bodyPr>
            <a:normAutofit fontScale="70000" lnSpcReduction="20000"/>
          </a:bodyPr>
          <a:lstStyle/>
          <a:p>
            <a:pPr>
              <a:defRPr/>
            </a:pPr>
            <a:r>
              <a:rPr lang="fr-FR">
                <a:latin typeface="Now"/>
              </a:rPr>
              <a:t>Journal of econometrics (Elsevier)</a:t>
            </a:r>
            <a:endParaRPr/>
          </a:p>
        </p:txBody>
      </p:sp>
      <p:pic>
        <p:nvPicPr>
          <p:cNvPr id="1702917569" name="Image 10"/>
          <p:cNvPicPr>
            <a:picLocks noChangeAspect="1"/>
          </p:cNvPicPr>
          <p:nvPr/>
        </p:nvPicPr>
        <p:blipFill>
          <a:blip r:embed="rId4"/>
          <a:stretch/>
        </p:blipFill>
        <p:spPr bwMode="auto">
          <a:xfrm>
            <a:off x="2819400" y="3908201"/>
            <a:ext cx="6401363" cy="2657170"/>
          </a:xfrm>
          <a:prstGeom prst="rect">
            <a:avLst/>
          </a:prstGeom>
        </p:spPr>
      </p:pic>
      <p:sp>
        <p:nvSpPr>
          <p:cNvPr id="183633984" name="Espace réservé du contenu 2"/>
          <p:cNvSpPr txBox="1"/>
          <p:nvPr/>
        </p:nvSpPr>
        <p:spPr bwMode="auto">
          <a:xfrm>
            <a:off x="1000250" y="6779427"/>
            <a:ext cx="4267199" cy="678566"/>
          </a:xfrm>
          <a:prstGeom prst="rect">
            <a:avLst/>
          </a:prstGeom>
        </p:spPr>
        <p:txBody>
          <a:bodyPr vert="horz" lIns="91440" tIns="45720" rIns="91440" bIns="45720" rtlCol="0">
            <a:normAutofit fontScale="85000" lnSpcReduction="10000"/>
          </a:bodyPr>
          <a:lstStyle>
            <a:lvl1pPr marL="342900" indent="-342900" algn="l" defTabSz="914400">
              <a:spcBef>
                <a:spcPts val="0"/>
              </a:spcBef>
              <a:buFont typeface="Arial"/>
              <a:buChar char="•"/>
              <a:defRPr sz="3200">
                <a:solidFill>
                  <a:schemeClr val="tx1"/>
                </a:solidFill>
                <a:latin typeface="+mn-lt"/>
                <a:ea typeface="+mn-ea"/>
                <a:cs typeface="+mn-cs"/>
              </a:defRPr>
            </a:lvl1pPr>
            <a:lvl2pPr marL="742950" indent="-285750" algn="l" defTabSz="914400">
              <a:spcBef>
                <a:spcPts val="0"/>
              </a:spcBef>
              <a:buFont typeface="Arial"/>
              <a:buChar char="–"/>
              <a:defRPr sz="2800">
                <a:solidFill>
                  <a:schemeClr val="tx1"/>
                </a:solidFill>
                <a:latin typeface="+mn-lt"/>
                <a:ea typeface="+mn-ea"/>
                <a:cs typeface="+mn-cs"/>
              </a:defRPr>
            </a:lvl2pPr>
            <a:lvl3pPr marL="1143000" indent="-228600" algn="l" defTabSz="914400">
              <a:spcBef>
                <a:spcPts val="0"/>
              </a:spcBef>
              <a:buFont typeface="Arial"/>
              <a:buChar char="•"/>
              <a:defRPr sz="2400">
                <a:solidFill>
                  <a:schemeClr val="tx1"/>
                </a:solidFill>
                <a:latin typeface="+mn-lt"/>
                <a:ea typeface="+mn-ea"/>
                <a:cs typeface="+mn-cs"/>
              </a:defRPr>
            </a:lvl3pPr>
            <a:lvl4pPr marL="1600200" indent="-228600" algn="l" defTabSz="914400">
              <a:spcBef>
                <a:spcPts val="0"/>
              </a:spcBef>
              <a:buFont typeface="Arial"/>
              <a:buChar char="–"/>
              <a:defRPr sz="2000">
                <a:solidFill>
                  <a:schemeClr val="tx1"/>
                </a:solidFill>
                <a:latin typeface="+mn-lt"/>
                <a:ea typeface="+mn-ea"/>
                <a:cs typeface="+mn-cs"/>
              </a:defRPr>
            </a:lvl4pPr>
            <a:lvl5pPr marL="2057400" indent="-228600" algn="l" defTabSz="914400">
              <a:spcBef>
                <a:spcPts val="0"/>
              </a:spcBef>
              <a:buFont typeface="Arial"/>
              <a:buChar char="»"/>
              <a:defRPr sz="2000">
                <a:solidFill>
                  <a:schemeClr val="tx1"/>
                </a:solidFill>
                <a:latin typeface="+mn-lt"/>
                <a:ea typeface="+mn-ea"/>
                <a:cs typeface="+mn-cs"/>
              </a:defRPr>
            </a:lvl5pPr>
            <a:lvl6pPr marL="2514600"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a:lstStyle>
          <a:p>
            <a:pPr>
              <a:defRPr/>
            </a:pPr>
            <a:r>
              <a:rPr lang="fr-FR"/>
              <a:t>The Econometric Society</a:t>
            </a:r>
            <a:endParaRPr lang="fr-FR">
              <a:latin typeface="Now"/>
            </a:endParaRPr>
          </a:p>
        </p:txBody>
      </p:sp>
      <p:pic>
        <p:nvPicPr>
          <p:cNvPr id="777611472" name="Image 22"/>
          <p:cNvPicPr>
            <a:picLocks noChangeAspect="1"/>
          </p:cNvPicPr>
          <p:nvPr/>
        </p:nvPicPr>
        <p:blipFill>
          <a:blip r:embed="rId5"/>
          <a:stretch/>
        </p:blipFill>
        <p:spPr bwMode="auto">
          <a:xfrm>
            <a:off x="311548" y="8127907"/>
            <a:ext cx="8794352" cy="1567237"/>
          </a:xfrm>
          <a:prstGeom prst="rect">
            <a:avLst/>
          </a:prstGeom>
        </p:spPr>
      </p:pic>
      <p:pic>
        <p:nvPicPr>
          <p:cNvPr id="1417609596" name="Image 26"/>
          <p:cNvPicPr>
            <a:picLocks noChangeAspect="1"/>
          </p:cNvPicPr>
          <p:nvPr/>
        </p:nvPicPr>
        <p:blipFill>
          <a:blip r:embed="rId6"/>
          <a:stretch/>
        </p:blipFill>
        <p:spPr bwMode="auto">
          <a:xfrm>
            <a:off x="609600" y="7283187"/>
            <a:ext cx="7802989" cy="777724"/>
          </a:xfrm>
          <a:prstGeom prst="rect">
            <a:avLst/>
          </a:prstGeom>
        </p:spPr>
      </p:pic>
      <p:sp>
        <p:nvSpPr>
          <p:cNvPr id="1356720724" name="Espace réservé du contenu 2"/>
          <p:cNvSpPr txBox="1"/>
          <p:nvPr/>
        </p:nvSpPr>
        <p:spPr bwMode="auto">
          <a:xfrm>
            <a:off x="1518355" y="2956560"/>
            <a:ext cx="4267199" cy="678566"/>
          </a:xfrm>
          <a:prstGeom prst="rect">
            <a:avLst/>
          </a:prstGeom>
        </p:spPr>
        <p:txBody>
          <a:bodyPr vert="horz" lIns="91440" tIns="45720" rIns="91440" bIns="45720" rtlCol="0">
            <a:normAutofit fontScale="70000" lnSpcReduction="20000"/>
          </a:bodyPr>
          <a:lstStyle>
            <a:lvl1pPr marL="342900" indent="-342900" algn="l" defTabSz="914400">
              <a:spcBef>
                <a:spcPts val="0"/>
              </a:spcBef>
              <a:buFont typeface="Arial"/>
              <a:buChar char="•"/>
              <a:defRPr sz="3200">
                <a:solidFill>
                  <a:schemeClr val="tx1"/>
                </a:solidFill>
                <a:latin typeface="+mn-lt"/>
                <a:ea typeface="+mn-ea"/>
                <a:cs typeface="+mn-cs"/>
              </a:defRPr>
            </a:lvl1pPr>
            <a:lvl2pPr marL="742950" indent="-285750" algn="l" defTabSz="914400">
              <a:spcBef>
                <a:spcPts val="0"/>
              </a:spcBef>
              <a:buFont typeface="Arial"/>
              <a:buChar char="–"/>
              <a:defRPr sz="2800">
                <a:solidFill>
                  <a:schemeClr val="tx1"/>
                </a:solidFill>
                <a:latin typeface="+mn-lt"/>
                <a:ea typeface="+mn-ea"/>
                <a:cs typeface="+mn-cs"/>
              </a:defRPr>
            </a:lvl2pPr>
            <a:lvl3pPr marL="1143000" indent="-228600" algn="l" defTabSz="914400">
              <a:spcBef>
                <a:spcPts val="0"/>
              </a:spcBef>
              <a:buFont typeface="Arial"/>
              <a:buChar char="•"/>
              <a:defRPr sz="2400">
                <a:solidFill>
                  <a:schemeClr val="tx1"/>
                </a:solidFill>
                <a:latin typeface="+mn-lt"/>
                <a:ea typeface="+mn-ea"/>
                <a:cs typeface="+mn-cs"/>
              </a:defRPr>
            </a:lvl3pPr>
            <a:lvl4pPr marL="1600200" indent="-228600" algn="l" defTabSz="914400">
              <a:spcBef>
                <a:spcPts val="0"/>
              </a:spcBef>
              <a:buFont typeface="Arial"/>
              <a:buChar char="–"/>
              <a:defRPr sz="2000">
                <a:solidFill>
                  <a:schemeClr val="tx1"/>
                </a:solidFill>
                <a:latin typeface="+mn-lt"/>
                <a:ea typeface="+mn-ea"/>
                <a:cs typeface="+mn-cs"/>
              </a:defRPr>
            </a:lvl4pPr>
            <a:lvl5pPr marL="2057400" indent="-228600" algn="l" defTabSz="914400">
              <a:spcBef>
                <a:spcPts val="0"/>
              </a:spcBef>
              <a:buFont typeface="Arial"/>
              <a:buChar char="»"/>
              <a:defRPr sz="2000">
                <a:solidFill>
                  <a:schemeClr val="tx1"/>
                </a:solidFill>
                <a:latin typeface="+mn-lt"/>
                <a:ea typeface="+mn-ea"/>
                <a:cs typeface="+mn-cs"/>
              </a:defRPr>
            </a:lvl5pPr>
            <a:lvl6pPr marL="2514600"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a:lstStyle>
          <a:p>
            <a:pPr>
              <a:defRPr/>
            </a:pPr>
            <a:r>
              <a:rPr lang="fr-FR">
                <a:latin typeface="Now"/>
              </a:rPr>
              <a:t>American Economic Association</a:t>
            </a:r>
            <a:endParaRPr/>
          </a:p>
        </p:txBody>
      </p:sp>
      <p:pic>
        <p:nvPicPr>
          <p:cNvPr id="1006214659" name="Image 29"/>
          <p:cNvPicPr>
            <a:picLocks noChangeAspect="1"/>
          </p:cNvPicPr>
          <p:nvPr/>
        </p:nvPicPr>
        <p:blipFill>
          <a:blip r:embed="rId7"/>
          <a:stretch/>
        </p:blipFill>
        <p:spPr bwMode="auto">
          <a:xfrm>
            <a:off x="12439242" y="3464709"/>
            <a:ext cx="4839514" cy="1186155"/>
          </a:xfrm>
          <a:prstGeom prst="rect">
            <a:avLst/>
          </a:prstGeom>
        </p:spPr>
      </p:pic>
      <p:sp>
        <p:nvSpPr>
          <p:cNvPr id="794683270" name="Espace réservé du contenu 2"/>
          <p:cNvSpPr txBox="1"/>
          <p:nvPr/>
        </p:nvSpPr>
        <p:spPr bwMode="auto">
          <a:xfrm>
            <a:off x="12725400" y="4788584"/>
            <a:ext cx="4267199" cy="678566"/>
          </a:xfrm>
          <a:prstGeom prst="rect">
            <a:avLst/>
          </a:prstGeom>
        </p:spPr>
        <p:txBody>
          <a:bodyPr vert="horz" lIns="91440" tIns="45720" rIns="91440" bIns="45720" rtlCol="0">
            <a:normAutofit fontScale="70000" lnSpcReduction="20000"/>
          </a:bodyPr>
          <a:lstStyle>
            <a:lvl1pPr marL="342900" indent="-342900" algn="l" defTabSz="914400">
              <a:spcBef>
                <a:spcPts val="0"/>
              </a:spcBef>
              <a:buFont typeface="Arial"/>
              <a:buChar char="•"/>
              <a:defRPr sz="3200">
                <a:solidFill>
                  <a:schemeClr val="tx1"/>
                </a:solidFill>
                <a:latin typeface="+mn-lt"/>
                <a:ea typeface="+mn-ea"/>
                <a:cs typeface="+mn-cs"/>
              </a:defRPr>
            </a:lvl1pPr>
            <a:lvl2pPr marL="742950" indent="-285750" algn="l" defTabSz="914400">
              <a:spcBef>
                <a:spcPts val="0"/>
              </a:spcBef>
              <a:buFont typeface="Arial"/>
              <a:buChar char="–"/>
              <a:defRPr sz="2800">
                <a:solidFill>
                  <a:schemeClr val="tx1"/>
                </a:solidFill>
                <a:latin typeface="+mn-lt"/>
                <a:ea typeface="+mn-ea"/>
                <a:cs typeface="+mn-cs"/>
              </a:defRPr>
            </a:lvl2pPr>
            <a:lvl3pPr marL="1143000" indent="-228600" algn="l" defTabSz="914400">
              <a:spcBef>
                <a:spcPts val="0"/>
              </a:spcBef>
              <a:buFont typeface="Arial"/>
              <a:buChar char="•"/>
              <a:defRPr sz="2400">
                <a:solidFill>
                  <a:schemeClr val="tx1"/>
                </a:solidFill>
                <a:latin typeface="+mn-lt"/>
                <a:ea typeface="+mn-ea"/>
                <a:cs typeface="+mn-cs"/>
              </a:defRPr>
            </a:lvl3pPr>
            <a:lvl4pPr marL="1600200" indent="-228600" algn="l" defTabSz="914400">
              <a:spcBef>
                <a:spcPts val="0"/>
              </a:spcBef>
              <a:buFont typeface="Arial"/>
              <a:buChar char="–"/>
              <a:defRPr sz="2000">
                <a:solidFill>
                  <a:schemeClr val="tx1"/>
                </a:solidFill>
                <a:latin typeface="+mn-lt"/>
                <a:ea typeface="+mn-ea"/>
                <a:cs typeface="+mn-cs"/>
              </a:defRPr>
            </a:lvl4pPr>
            <a:lvl5pPr marL="2057400" indent="-228600" algn="l" defTabSz="914400">
              <a:spcBef>
                <a:spcPts val="0"/>
              </a:spcBef>
              <a:buFont typeface="Arial"/>
              <a:buChar char="»"/>
              <a:defRPr sz="2000">
                <a:solidFill>
                  <a:schemeClr val="tx1"/>
                </a:solidFill>
                <a:latin typeface="+mn-lt"/>
                <a:ea typeface="+mn-ea"/>
                <a:cs typeface="+mn-cs"/>
              </a:defRPr>
            </a:lvl5pPr>
            <a:lvl6pPr marL="2514600"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a:lstStyle>
          <a:p>
            <a:pPr>
              <a:defRPr/>
            </a:pPr>
            <a:r>
              <a:rPr lang="fr-FR">
                <a:latin typeface="Now"/>
              </a:rPr>
              <a:t>Journal of economics (Springer)</a:t>
            </a:r>
            <a:endParaRPr/>
          </a:p>
        </p:txBody>
      </p:sp>
      <p:pic>
        <p:nvPicPr>
          <p:cNvPr id="678219653" name="Image 1024"/>
          <p:cNvPicPr>
            <a:picLocks noChangeAspect="1"/>
          </p:cNvPicPr>
          <p:nvPr/>
        </p:nvPicPr>
        <p:blipFill>
          <a:blip r:embed="rId8"/>
          <a:stretch/>
        </p:blipFill>
        <p:spPr bwMode="auto">
          <a:xfrm>
            <a:off x="12392748" y="5552861"/>
            <a:ext cx="4932502" cy="1612807"/>
          </a:xfrm>
          <a:prstGeom prst="rect">
            <a:avLst/>
          </a:prstGeom>
        </p:spPr>
      </p:pic>
      <p:sp>
        <p:nvSpPr>
          <p:cNvPr id="297717730" name="Espace réservé du contenu 2"/>
          <p:cNvSpPr txBox="1"/>
          <p:nvPr/>
        </p:nvSpPr>
        <p:spPr bwMode="auto">
          <a:xfrm>
            <a:off x="12449181" y="7226533"/>
            <a:ext cx="4267199" cy="678566"/>
          </a:xfrm>
          <a:prstGeom prst="rect">
            <a:avLst/>
          </a:prstGeom>
        </p:spPr>
        <p:txBody>
          <a:bodyPr vert="horz" lIns="91440" tIns="45720" rIns="91440" bIns="45720" rtlCol="0">
            <a:normAutofit fontScale="70000" lnSpcReduction="20000"/>
          </a:bodyPr>
          <a:lstStyle>
            <a:lvl1pPr marL="342900" indent="-342900" algn="l" defTabSz="914400">
              <a:spcBef>
                <a:spcPts val="0"/>
              </a:spcBef>
              <a:buFont typeface="Arial"/>
              <a:buChar char="•"/>
              <a:defRPr sz="3200">
                <a:solidFill>
                  <a:schemeClr val="tx1"/>
                </a:solidFill>
                <a:latin typeface="+mn-lt"/>
                <a:ea typeface="+mn-ea"/>
                <a:cs typeface="+mn-cs"/>
              </a:defRPr>
            </a:lvl1pPr>
            <a:lvl2pPr marL="742950" indent="-285750" algn="l" defTabSz="914400">
              <a:spcBef>
                <a:spcPts val="0"/>
              </a:spcBef>
              <a:buFont typeface="Arial"/>
              <a:buChar char="–"/>
              <a:defRPr sz="2800">
                <a:solidFill>
                  <a:schemeClr val="tx1"/>
                </a:solidFill>
                <a:latin typeface="+mn-lt"/>
                <a:ea typeface="+mn-ea"/>
                <a:cs typeface="+mn-cs"/>
              </a:defRPr>
            </a:lvl2pPr>
            <a:lvl3pPr marL="1143000" indent="-228600" algn="l" defTabSz="914400">
              <a:spcBef>
                <a:spcPts val="0"/>
              </a:spcBef>
              <a:buFont typeface="Arial"/>
              <a:buChar char="•"/>
              <a:defRPr sz="2400">
                <a:solidFill>
                  <a:schemeClr val="tx1"/>
                </a:solidFill>
                <a:latin typeface="+mn-lt"/>
                <a:ea typeface="+mn-ea"/>
                <a:cs typeface="+mn-cs"/>
              </a:defRPr>
            </a:lvl3pPr>
            <a:lvl4pPr marL="1600200" indent="-228600" algn="l" defTabSz="914400">
              <a:spcBef>
                <a:spcPts val="0"/>
              </a:spcBef>
              <a:buFont typeface="Arial"/>
              <a:buChar char="–"/>
              <a:defRPr sz="2000">
                <a:solidFill>
                  <a:schemeClr val="tx1"/>
                </a:solidFill>
                <a:latin typeface="+mn-lt"/>
                <a:ea typeface="+mn-ea"/>
                <a:cs typeface="+mn-cs"/>
              </a:defRPr>
            </a:lvl4pPr>
            <a:lvl5pPr marL="2057400" indent="-228600" algn="l" defTabSz="914400">
              <a:spcBef>
                <a:spcPts val="0"/>
              </a:spcBef>
              <a:buFont typeface="Arial"/>
              <a:buChar char="»"/>
              <a:defRPr sz="2000">
                <a:solidFill>
                  <a:schemeClr val="tx1"/>
                </a:solidFill>
                <a:latin typeface="+mn-lt"/>
                <a:ea typeface="+mn-ea"/>
                <a:cs typeface="+mn-cs"/>
              </a:defRPr>
            </a:lvl5pPr>
            <a:lvl6pPr marL="2514600"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a:lstStyle>
          <a:p>
            <a:pPr>
              <a:defRPr/>
            </a:pPr>
            <a:r>
              <a:rPr lang="fr-FR">
                <a:latin typeface="Now"/>
              </a:rPr>
              <a:t>Journal of Economic Surveys (Wiley)</a:t>
            </a:r>
            <a:endParaRPr/>
          </a:p>
        </p:txBody>
      </p:sp>
      <p:pic>
        <p:nvPicPr>
          <p:cNvPr id="1824352134" name="Image 1028"/>
          <p:cNvPicPr>
            <a:picLocks noChangeAspect="1"/>
          </p:cNvPicPr>
          <p:nvPr/>
        </p:nvPicPr>
        <p:blipFill>
          <a:blip r:embed="rId9"/>
          <a:stretch/>
        </p:blipFill>
        <p:spPr bwMode="auto">
          <a:xfrm>
            <a:off x="11496249" y="8233561"/>
            <a:ext cx="6173061" cy="1105054"/>
          </a:xfrm>
          <a:prstGeom prst="rect">
            <a:avLst/>
          </a:prstGeom>
        </p:spPr>
      </p:pic>
      <p:pic>
        <p:nvPicPr>
          <p:cNvPr id="1018026233" name="Image 1030"/>
          <p:cNvPicPr>
            <a:picLocks noChangeAspect="1"/>
          </p:cNvPicPr>
          <p:nvPr/>
        </p:nvPicPr>
        <p:blipFill>
          <a:blip r:embed="rId10"/>
          <a:stretch/>
        </p:blipFill>
        <p:spPr bwMode="auto">
          <a:xfrm>
            <a:off x="10793625" y="7023509"/>
            <a:ext cx="1405248" cy="934558"/>
          </a:xfrm>
          <a:prstGeom prst="rect">
            <a:avLst/>
          </a:prstGeom>
        </p:spPr>
      </p:pic>
      <p:pic>
        <p:nvPicPr>
          <p:cNvPr id="1124845032" name="Image 1032"/>
          <p:cNvPicPr>
            <a:picLocks noChangeAspect="1"/>
          </p:cNvPicPr>
          <p:nvPr/>
        </p:nvPicPr>
        <p:blipFill>
          <a:blip r:embed="rId11"/>
          <a:stretch/>
        </p:blipFill>
        <p:spPr bwMode="auto">
          <a:xfrm>
            <a:off x="15992474" y="7283187"/>
            <a:ext cx="1119301" cy="72656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567207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1303508625"/>
                                        </p:tgtEl>
                                        <p:attrNameLst>
                                          <p:attrName>style.visibility</p:attrName>
                                        </p:attrNameLst>
                                      </p:cBhvr>
                                      <p:to>
                                        <p:strVal val="visible"/>
                                      </p:to>
                                    </p:set>
                                    <p:animEffect transition="in" filter="fade">
                                      <p:cBhvr>
                                        <p:cTn id="11" dur="500"/>
                                        <p:tgtEl>
                                          <p:spTgt spid="1303508625"/>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702917569"/>
                                        </p:tgtEl>
                                        <p:attrNameLst>
                                          <p:attrName>style.visibility</p:attrName>
                                        </p:attrNameLst>
                                      </p:cBhvr>
                                      <p:to>
                                        <p:strVal val="visible"/>
                                      </p:to>
                                    </p:set>
                                    <p:animEffect transition="in" filter="fade">
                                      <p:cBhvr>
                                        <p:cTn id="16" dur="500"/>
                                        <p:tgtEl>
                                          <p:spTgt spid="170291756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83633984"/>
                                        </p:tgtEl>
                                        <p:attrNameLst>
                                          <p:attrName>style.visibility</p:attrName>
                                        </p:attrNameLst>
                                      </p:cBhvr>
                                      <p:to>
                                        <p:strVal val="visible"/>
                                      </p:to>
                                    </p:set>
                                    <p:animEffect transition="in" filter="fade">
                                      <p:cBhvr>
                                        <p:cTn id="21" dur="500"/>
                                        <p:tgtEl>
                                          <p:spTgt spid="183633984"/>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417609596"/>
                                        </p:tgtEl>
                                        <p:attrNameLst>
                                          <p:attrName>style.visibility</p:attrName>
                                        </p:attrNameLst>
                                      </p:cBhvr>
                                      <p:to>
                                        <p:strVal val="visible"/>
                                      </p:to>
                                    </p:set>
                                    <p:animEffect transition="in" filter="fade">
                                      <p:cBhvr>
                                        <p:cTn id="26" dur="500"/>
                                        <p:tgtEl>
                                          <p:spTgt spid="1417609596"/>
                                        </p:tgtEl>
                                      </p:cBhvr>
                                    </p:animEffect>
                                  </p:childTnLst>
                                </p:cTn>
                              </p:par>
                              <p:par>
                                <p:cTn id="27" presetID="10" presetClass="entr" presetSubtype="0" fill="hold" nodeType="withEffect">
                                  <p:stCondLst>
                                    <p:cond delay="0"/>
                                  </p:stCondLst>
                                  <p:childTnLst>
                                    <p:set>
                                      <p:cBhvr>
                                        <p:cTn id="28" dur="1" fill="hold">
                                          <p:stCondLst>
                                            <p:cond delay="0"/>
                                          </p:stCondLst>
                                        </p:cTn>
                                        <p:tgtEl>
                                          <p:spTgt spid="777611472"/>
                                        </p:tgtEl>
                                        <p:attrNameLst>
                                          <p:attrName>style.visibility</p:attrName>
                                        </p:attrNameLst>
                                      </p:cBhvr>
                                      <p:to>
                                        <p:strVal val="visible"/>
                                      </p:to>
                                    </p:set>
                                    <p:animEffect transition="in" filter="fade">
                                      <p:cBhvr>
                                        <p:cTn id="29" dur="500"/>
                                        <p:tgtEl>
                                          <p:spTgt spid="777611472"/>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12128654"/>
                                        </p:tgtEl>
                                        <p:attrNameLst>
                                          <p:attrName>style.visibility</p:attrName>
                                        </p:attrNameLst>
                                      </p:cBhvr>
                                      <p:to>
                                        <p:strVal val="visible"/>
                                      </p:to>
                                    </p:set>
                                    <p:animEffect transition="in" filter="fade">
                                      <p:cBhvr>
                                        <p:cTn id="34" dur="500"/>
                                        <p:tgtEl>
                                          <p:spTgt spid="212128654"/>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040749003"/>
                                        </p:tgtEl>
                                        <p:attrNameLst>
                                          <p:attrName>style.visibility</p:attrName>
                                        </p:attrNameLst>
                                      </p:cBhvr>
                                      <p:to>
                                        <p:strVal val="visible"/>
                                      </p:to>
                                    </p:set>
                                    <p:animEffect transition="in" filter="fade">
                                      <p:cBhvr>
                                        <p:cTn id="39" dur="500"/>
                                        <p:tgtEl>
                                          <p:spTgt spid="2040749003"/>
                                        </p:tgtEl>
                                      </p:cBhvr>
                                    </p:animEffect>
                                  </p:childTnLst>
                                </p:cTn>
                              </p:par>
                              <p:par>
                                <p:cTn id="40" presetID="10" presetClass="entr" presetSubtype="0" fill="hold" nodeType="withEffect">
                                  <p:stCondLst>
                                    <p:cond delay="0"/>
                                  </p:stCondLst>
                                  <p:childTnLst>
                                    <p:set>
                                      <p:cBhvr>
                                        <p:cTn id="41" dur="1" fill="hold">
                                          <p:stCondLst>
                                            <p:cond delay="0"/>
                                          </p:stCondLst>
                                        </p:cTn>
                                        <p:tgtEl>
                                          <p:spTgt spid="1006214659"/>
                                        </p:tgtEl>
                                        <p:attrNameLst>
                                          <p:attrName>style.visibility</p:attrName>
                                        </p:attrNameLst>
                                      </p:cBhvr>
                                      <p:to>
                                        <p:strVal val="visible"/>
                                      </p:to>
                                    </p:set>
                                    <p:animEffect transition="in" filter="fade">
                                      <p:cBhvr>
                                        <p:cTn id="42" dur="500"/>
                                        <p:tgtEl>
                                          <p:spTgt spid="100621465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794683270"/>
                                        </p:tgtEl>
                                        <p:attrNameLst>
                                          <p:attrName>style.visibility</p:attrName>
                                        </p:attrNameLst>
                                      </p:cBhvr>
                                      <p:to>
                                        <p:strVal val="visible"/>
                                      </p:to>
                                    </p:set>
                                    <p:animEffect transition="in" filter="fade">
                                      <p:cBhvr>
                                        <p:cTn id="47" dur="500"/>
                                        <p:tgtEl>
                                          <p:spTgt spid="794683270"/>
                                        </p:tgtEl>
                                      </p:cBhvr>
                                    </p:animEffect>
                                  </p:childTnLst>
                                </p:cTn>
                              </p:par>
                              <p:par>
                                <p:cTn id="48" presetID="10" presetClass="entr" presetSubtype="0" fill="hold" nodeType="withEffect">
                                  <p:stCondLst>
                                    <p:cond delay="0"/>
                                  </p:stCondLst>
                                  <p:childTnLst>
                                    <p:set>
                                      <p:cBhvr>
                                        <p:cTn id="49" dur="1" fill="hold">
                                          <p:stCondLst>
                                            <p:cond delay="0"/>
                                          </p:stCondLst>
                                        </p:cTn>
                                        <p:tgtEl>
                                          <p:spTgt spid="678219653"/>
                                        </p:tgtEl>
                                        <p:attrNameLst>
                                          <p:attrName>style.visibility</p:attrName>
                                        </p:attrNameLst>
                                      </p:cBhvr>
                                      <p:to>
                                        <p:strVal val="visible"/>
                                      </p:to>
                                    </p:set>
                                    <p:animEffect transition="in" filter="fade">
                                      <p:cBhvr>
                                        <p:cTn id="50" dur="500"/>
                                        <p:tgtEl>
                                          <p:spTgt spid="678219653"/>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297717730"/>
                                        </p:tgtEl>
                                        <p:attrNameLst>
                                          <p:attrName>style.visibility</p:attrName>
                                        </p:attrNameLst>
                                      </p:cBhvr>
                                      <p:to>
                                        <p:strVal val="visible"/>
                                      </p:to>
                                    </p:set>
                                    <p:animEffect transition="in" filter="fade">
                                      <p:cBhvr>
                                        <p:cTn id="55" dur="500"/>
                                        <p:tgtEl>
                                          <p:spTgt spid="297717730"/>
                                        </p:tgtEl>
                                      </p:cBhvr>
                                    </p:animEffect>
                                  </p:childTnLst>
                                </p:cTn>
                              </p:par>
                              <p:par>
                                <p:cTn id="56" presetID="10" presetClass="entr" presetSubtype="0" fill="hold" nodeType="withEffect">
                                  <p:stCondLst>
                                    <p:cond delay="0"/>
                                  </p:stCondLst>
                                  <p:childTnLst>
                                    <p:set>
                                      <p:cBhvr>
                                        <p:cTn id="57" dur="1" fill="hold">
                                          <p:stCondLst>
                                            <p:cond delay="0"/>
                                          </p:stCondLst>
                                        </p:cTn>
                                        <p:tgtEl>
                                          <p:spTgt spid="1824352134"/>
                                        </p:tgtEl>
                                        <p:attrNameLst>
                                          <p:attrName>style.visibility</p:attrName>
                                        </p:attrNameLst>
                                      </p:cBhvr>
                                      <p:to>
                                        <p:strVal val="visible"/>
                                      </p:to>
                                    </p:set>
                                    <p:animEffect transition="in" filter="fade">
                                      <p:cBhvr>
                                        <p:cTn id="58" dur="500"/>
                                        <p:tgtEl>
                                          <p:spTgt spid="1824352134"/>
                                        </p:tgtEl>
                                      </p:cBhvr>
                                    </p:animEffect>
                                  </p:childTnLst>
                                </p:cTn>
                              </p:par>
                              <p:par>
                                <p:cTn id="59" presetID="10" presetClass="entr" presetSubtype="0" fill="hold" nodeType="withEffect">
                                  <p:stCondLst>
                                    <p:cond delay="0"/>
                                  </p:stCondLst>
                                  <p:childTnLst>
                                    <p:set>
                                      <p:cBhvr>
                                        <p:cTn id="60" dur="1" fill="hold">
                                          <p:stCondLst>
                                            <p:cond delay="0"/>
                                          </p:stCondLst>
                                        </p:cTn>
                                        <p:tgtEl>
                                          <p:spTgt spid="1018026233"/>
                                        </p:tgtEl>
                                        <p:attrNameLst>
                                          <p:attrName>style.visibility</p:attrName>
                                        </p:attrNameLst>
                                      </p:cBhvr>
                                      <p:to>
                                        <p:strVal val="visible"/>
                                      </p:to>
                                    </p:set>
                                    <p:animEffect transition="in" filter="fade">
                                      <p:cBhvr>
                                        <p:cTn id="61" dur="500"/>
                                        <p:tgtEl>
                                          <p:spTgt spid="1018026233"/>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1124845032"/>
                                        </p:tgtEl>
                                        <p:attrNameLst>
                                          <p:attrName>style.visibility</p:attrName>
                                        </p:attrNameLst>
                                      </p:cBhvr>
                                      <p:to>
                                        <p:strVal val="visible"/>
                                      </p:to>
                                    </p:set>
                                    <p:animEffect transition="in" filter="fade">
                                      <p:cBhvr>
                                        <p:cTn id="66" dur="500"/>
                                        <p:tgtEl>
                                          <p:spTgt spid="11248450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75279008" name="Titre 1"/>
          <p:cNvSpPr>
            <a:spLocks noGrp="1"/>
          </p:cNvSpPr>
          <p:nvPr>
            <p:ph type="title"/>
          </p:nvPr>
        </p:nvSpPr>
        <p:spPr bwMode="auto">
          <a:xfrm>
            <a:off x="457200" y="274638"/>
            <a:ext cx="17297400" cy="1143000"/>
          </a:xfrm>
        </p:spPr>
        <p:txBody>
          <a:bodyPr/>
          <a:lstStyle/>
          <a:p>
            <a:pPr>
              <a:defRPr/>
            </a:pPr>
            <a:r>
              <a:rPr lang="fr-FR" b="1">
                <a:latin typeface="Now"/>
              </a:rPr>
              <a:t>Psychology</a:t>
            </a:r>
            <a:endParaRPr/>
          </a:p>
        </p:txBody>
      </p:sp>
      <p:sp>
        <p:nvSpPr>
          <p:cNvPr id="1937059315" name="Titre 1"/>
          <p:cNvSpPr txBox="1"/>
          <p:nvPr/>
        </p:nvSpPr>
        <p:spPr bwMode="auto">
          <a:xfrm>
            <a:off x="838200" y="1638300"/>
            <a:ext cx="5322710" cy="1143000"/>
          </a:xfrm>
          <a:prstGeom prst="rect">
            <a:avLst/>
          </a:prstGeom>
        </p:spPr>
        <p:txBody>
          <a:bodyPr vert="horz" lIns="91440" tIns="45720" rIns="91440" bIns="45720" rtlCol="0" anchor="ctr">
            <a:normAutofit fontScale="92500" lnSpcReduction="20000"/>
          </a:bodyPr>
          <a:lstStyle>
            <a:lvl1pPr algn="ctr" defTabSz="914400">
              <a:spcBef>
                <a:spcPts val="0"/>
              </a:spcBef>
              <a:buNone/>
              <a:defRPr sz="4400">
                <a:solidFill>
                  <a:schemeClr val="tx1"/>
                </a:solidFill>
                <a:latin typeface="+mj-lt"/>
                <a:ea typeface="+mj-ea"/>
                <a:cs typeface="+mj-cs"/>
              </a:defRPr>
            </a:lvl1pPr>
          </a:lstStyle>
          <a:p>
            <a:pPr>
              <a:defRPr/>
            </a:pPr>
            <a:r>
              <a:rPr lang="fr-FR" b="1">
                <a:latin typeface="Now"/>
              </a:rPr>
              <a:t>Researchers association</a:t>
            </a:r>
            <a:endParaRPr/>
          </a:p>
        </p:txBody>
      </p:sp>
      <p:sp>
        <p:nvSpPr>
          <p:cNvPr id="1216969448" name="Titre 1"/>
          <p:cNvSpPr txBox="1"/>
          <p:nvPr/>
        </p:nvSpPr>
        <p:spPr bwMode="auto">
          <a:xfrm>
            <a:off x="10741301" y="3939930"/>
            <a:ext cx="5322710" cy="1143000"/>
          </a:xfrm>
          <a:prstGeom prst="rect">
            <a:avLst/>
          </a:prstGeom>
        </p:spPr>
        <p:txBody>
          <a:bodyPr vert="horz" lIns="91440" tIns="45720" rIns="91440" bIns="45720" rtlCol="0" anchor="ctr">
            <a:normAutofit fontScale="92500" lnSpcReduction="20000"/>
          </a:bodyPr>
          <a:lstStyle>
            <a:lvl1pPr algn="ctr" defTabSz="914400">
              <a:spcBef>
                <a:spcPts val="0"/>
              </a:spcBef>
              <a:buNone/>
              <a:defRPr sz="4400">
                <a:solidFill>
                  <a:schemeClr val="tx1"/>
                </a:solidFill>
                <a:latin typeface="+mj-lt"/>
                <a:ea typeface="+mj-ea"/>
                <a:cs typeface="+mj-cs"/>
              </a:defRPr>
            </a:lvl1pPr>
          </a:lstStyle>
          <a:p>
            <a:pPr>
              <a:defRPr/>
            </a:pPr>
            <a:r>
              <a:rPr lang="fr-FR" b="1">
                <a:latin typeface="Now"/>
              </a:rPr>
              <a:t>American Psychological Association</a:t>
            </a:r>
            <a:endParaRPr/>
          </a:p>
        </p:txBody>
      </p:sp>
      <p:sp>
        <p:nvSpPr>
          <p:cNvPr id="1559662192" name="Espace réservé du contenu 2"/>
          <p:cNvSpPr txBox="1"/>
          <p:nvPr/>
        </p:nvSpPr>
        <p:spPr bwMode="auto">
          <a:xfrm>
            <a:off x="1295401" y="5616200"/>
            <a:ext cx="4267199" cy="678566"/>
          </a:xfrm>
          <a:prstGeom prst="rect">
            <a:avLst/>
          </a:prstGeom>
        </p:spPr>
        <p:txBody>
          <a:bodyPr vert="horz" lIns="91440" tIns="45720" rIns="91440" bIns="45720" rtlCol="0">
            <a:normAutofit/>
          </a:bodyPr>
          <a:lstStyle>
            <a:lvl1pPr marL="342900" indent="-342900" algn="l" defTabSz="914400">
              <a:spcBef>
                <a:spcPts val="0"/>
              </a:spcBef>
              <a:buFont typeface="Arial"/>
              <a:buChar char="•"/>
              <a:defRPr sz="3200">
                <a:solidFill>
                  <a:schemeClr val="tx1"/>
                </a:solidFill>
                <a:latin typeface="+mn-lt"/>
                <a:ea typeface="+mn-ea"/>
                <a:cs typeface="+mn-cs"/>
              </a:defRPr>
            </a:lvl1pPr>
            <a:lvl2pPr marL="742950" indent="-285750" algn="l" defTabSz="914400">
              <a:spcBef>
                <a:spcPts val="0"/>
              </a:spcBef>
              <a:buFont typeface="Arial"/>
              <a:buChar char="–"/>
              <a:defRPr sz="2800">
                <a:solidFill>
                  <a:schemeClr val="tx1"/>
                </a:solidFill>
                <a:latin typeface="+mn-lt"/>
                <a:ea typeface="+mn-ea"/>
                <a:cs typeface="+mn-cs"/>
              </a:defRPr>
            </a:lvl2pPr>
            <a:lvl3pPr marL="1143000" indent="-228600" algn="l" defTabSz="914400">
              <a:spcBef>
                <a:spcPts val="0"/>
              </a:spcBef>
              <a:buFont typeface="Arial"/>
              <a:buChar char="•"/>
              <a:defRPr sz="2400">
                <a:solidFill>
                  <a:schemeClr val="tx1"/>
                </a:solidFill>
                <a:latin typeface="+mn-lt"/>
                <a:ea typeface="+mn-ea"/>
                <a:cs typeface="+mn-cs"/>
              </a:defRPr>
            </a:lvl3pPr>
            <a:lvl4pPr marL="1600200" indent="-228600" algn="l" defTabSz="914400">
              <a:spcBef>
                <a:spcPts val="0"/>
              </a:spcBef>
              <a:buFont typeface="Arial"/>
              <a:buChar char="–"/>
              <a:defRPr sz="2000">
                <a:solidFill>
                  <a:schemeClr val="tx1"/>
                </a:solidFill>
                <a:latin typeface="+mn-lt"/>
                <a:ea typeface="+mn-ea"/>
                <a:cs typeface="+mn-cs"/>
              </a:defRPr>
            </a:lvl4pPr>
            <a:lvl5pPr marL="2057400" indent="-228600" algn="l" defTabSz="914400">
              <a:spcBef>
                <a:spcPts val="0"/>
              </a:spcBef>
              <a:buFont typeface="Arial"/>
              <a:buChar char="»"/>
              <a:defRPr sz="2000">
                <a:solidFill>
                  <a:schemeClr val="tx1"/>
                </a:solidFill>
                <a:latin typeface="+mn-lt"/>
                <a:ea typeface="+mn-ea"/>
                <a:cs typeface="+mn-cs"/>
              </a:defRPr>
            </a:lvl5pPr>
            <a:lvl6pPr marL="2514600"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a:lstStyle>
          <a:p>
            <a:pPr>
              <a:defRPr/>
            </a:pPr>
            <a:r>
              <a:rPr lang="fr-FR"/>
              <a:t>Meta-psychology</a:t>
            </a:r>
            <a:endParaRPr lang="fr-FR">
              <a:latin typeface="Now"/>
            </a:endParaRPr>
          </a:p>
        </p:txBody>
      </p:sp>
      <p:sp>
        <p:nvSpPr>
          <p:cNvPr id="17660251" name="Espace réservé du contenu 2"/>
          <p:cNvSpPr txBox="1"/>
          <p:nvPr/>
        </p:nvSpPr>
        <p:spPr bwMode="auto">
          <a:xfrm>
            <a:off x="1518355" y="2956560"/>
            <a:ext cx="6330245" cy="678566"/>
          </a:xfrm>
          <a:prstGeom prst="rect">
            <a:avLst/>
          </a:prstGeom>
        </p:spPr>
        <p:txBody>
          <a:bodyPr vert="horz" lIns="91440" tIns="45720" rIns="91440" bIns="45720" rtlCol="0">
            <a:normAutofit fontScale="85000" lnSpcReduction="10000"/>
          </a:bodyPr>
          <a:lstStyle>
            <a:lvl1pPr marL="342900" indent="-342900" algn="l" defTabSz="914400">
              <a:spcBef>
                <a:spcPts val="0"/>
              </a:spcBef>
              <a:buFont typeface="Arial"/>
              <a:buChar char="•"/>
              <a:defRPr sz="3200">
                <a:solidFill>
                  <a:schemeClr val="tx1"/>
                </a:solidFill>
                <a:latin typeface="+mn-lt"/>
                <a:ea typeface="+mn-ea"/>
                <a:cs typeface="+mn-cs"/>
              </a:defRPr>
            </a:lvl1pPr>
            <a:lvl2pPr marL="742950" indent="-285750" algn="l" defTabSz="914400">
              <a:spcBef>
                <a:spcPts val="0"/>
              </a:spcBef>
              <a:buFont typeface="Arial"/>
              <a:buChar char="–"/>
              <a:defRPr sz="2800">
                <a:solidFill>
                  <a:schemeClr val="tx1"/>
                </a:solidFill>
                <a:latin typeface="+mn-lt"/>
                <a:ea typeface="+mn-ea"/>
                <a:cs typeface="+mn-cs"/>
              </a:defRPr>
            </a:lvl2pPr>
            <a:lvl3pPr marL="1143000" indent="-228600" algn="l" defTabSz="914400">
              <a:spcBef>
                <a:spcPts val="0"/>
              </a:spcBef>
              <a:buFont typeface="Arial"/>
              <a:buChar char="•"/>
              <a:defRPr sz="2400">
                <a:solidFill>
                  <a:schemeClr val="tx1"/>
                </a:solidFill>
                <a:latin typeface="+mn-lt"/>
                <a:ea typeface="+mn-ea"/>
                <a:cs typeface="+mn-cs"/>
              </a:defRPr>
            </a:lvl3pPr>
            <a:lvl4pPr marL="1600200" indent="-228600" algn="l" defTabSz="914400">
              <a:spcBef>
                <a:spcPts val="0"/>
              </a:spcBef>
              <a:buFont typeface="Arial"/>
              <a:buChar char="–"/>
              <a:defRPr sz="2000">
                <a:solidFill>
                  <a:schemeClr val="tx1"/>
                </a:solidFill>
                <a:latin typeface="+mn-lt"/>
                <a:ea typeface="+mn-ea"/>
                <a:cs typeface="+mn-cs"/>
              </a:defRPr>
            </a:lvl4pPr>
            <a:lvl5pPr marL="2057400" indent="-228600" algn="l" defTabSz="914400">
              <a:spcBef>
                <a:spcPts val="0"/>
              </a:spcBef>
              <a:buFont typeface="Arial"/>
              <a:buChar char="»"/>
              <a:defRPr sz="2000">
                <a:solidFill>
                  <a:schemeClr val="tx1"/>
                </a:solidFill>
                <a:latin typeface="+mn-lt"/>
                <a:ea typeface="+mn-ea"/>
                <a:cs typeface="+mn-cs"/>
              </a:defRPr>
            </a:lvl5pPr>
            <a:lvl6pPr marL="2514600"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a:lstStyle>
          <a:p>
            <a:pPr>
              <a:defRPr/>
            </a:pPr>
            <a:r>
              <a:rPr lang="fr-FR">
                <a:latin typeface="Now"/>
              </a:rPr>
              <a:t>French association in social psychology</a:t>
            </a:r>
          </a:p>
        </p:txBody>
      </p:sp>
      <p:pic>
        <p:nvPicPr>
          <p:cNvPr id="905033584" name="Image 5"/>
          <p:cNvPicPr>
            <a:picLocks noChangeAspect="1"/>
          </p:cNvPicPr>
          <p:nvPr/>
        </p:nvPicPr>
        <p:blipFill>
          <a:blip r:embed="rId3"/>
          <a:stretch/>
        </p:blipFill>
        <p:spPr bwMode="auto">
          <a:xfrm>
            <a:off x="1295400" y="3230001"/>
            <a:ext cx="6106376" cy="2181529"/>
          </a:xfrm>
          <a:prstGeom prst="rect">
            <a:avLst/>
          </a:prstGeom>
        </p:spPr>
      </p:pic>
      <p:pic>
        <p:nvPicPr>
          <p:cNvPr id="1776202285" name="Image 9"/>
          <p:cNvPicPr>
            <a:picLocks noChangeAspect="1"/>
          </p:cNvPicPr>
          <p:nvPr/>
        </p:nvPicPr>
        <p:blipFill>
          <a:blip r:embed="rId4"/>
          <a:stretch/>
        </p:blipFill>
        <p:spPr bwMode="auto">
          <a:xfrm>
            <a:off x="585689" y="6208388"/>
            <a:ext cx="7525800" cy="800212"/>
          </a:xfrm>
          <a:prstGeom prst="rect">
            <a:avLst/>
          </a:prstGeom>
        </p:spPr>
      </p:pic>
      <p:sp>
        <p:nvSpPr>
          <p:cNvPr id="271197744" name="Espace réservé du contenu 2"/>
          <p:cNvSpPr txBox="1"/>
          <p:nvPr/>
        </p:nvSpPr>
        <p:spPr bwMode="auto">
          <a:xfrm>
            <a:off x="10960423" y="1078355"/>
            <a:ext cx="4267199" cy="678566"/>
          </a:xfrm>
          <a:prstGeom prst="rect">
            <a:avLst/>
          </a:prstGeom>
        </p:spPr>
        <p:txBody>
          <a:bodyPr vert="horz" lIns="91440" tIns="45720" rIns="91440" bIns="45720" rtlCol="0">
            <a:normAutofit/>
          </a:bodyPr>
          <a:lstStyle>
            <a:lvl1pPr marL="342900" indent="-342900" algn="l" defTabSz="914400">
              <a:spcBef>
                <a:spcPts val="0"/>
              </a:spcBef>
              <a:buFont typeface="Arial"/>
              <a:buChar char="•"/>
              <a:defRPr sz="3200">
                <a:solidFill>
                  <a:schemeClr val="tx1"/>
                </a:solidFill>
                <a:latin typeface="+mn-lt"/>
                <a:ea typeface="+mn-ea"/>
                <a:cs typeface="+mn-cs"/>
              </a:defRPr>
            </a:lvl1pPr>
            <a:lvl2pPr marL="742950" indent="-285750" algn="l" defTabSz="914400">
              <a:spcBef>
                <a:spcPts val="0"/>
              </a:spcBef>
              <a:buFont typeface="Arial"/>
              <a:buChar char="–"/>
              <a:defRPr sz="2800">
                <a:solidFill>
                  <a:schemeClr val="tx1"/>
                </a:solidFill>
                <a:latin typeface="+mn-lt"/>
                <a:ea typeface="+mn-ea"/>
                <a:cs typeface="+mn-cs"/>
              </a:defRPr>
            </a:lvl2pPr>
            <a:lvl3pPr marL="1143000" indent="-228600" algn="l" defTabSz="914400">
              <a:spcBef>
                <a:spcPts val="0"/>
              </a:spcBef>
              <a:buFont typeface="Arial"/>
              <a:buChar char="•"/>
              <a:defRPr sz="2400">
                <a:solidFill>
                  <a:schemeClr val="tx1"/>
                </a:solidFill>
                <a:latin typeface="+mn-lt"/>
                <a:ea typeface="+mn-ea"/>
                <a:cs typeface="+mn-cs"/>
              </a:defRPr>
            </a:lvl3pPr>
            <a:lvl4pPr marL="1600200" indent="-228600" algn="l" defTabSz="914400">
              <a:spcBef>
                <a:spcPts val="0"/>
              </a:spcBef>
              <a:buFont typeface="Arial"/>
              <a:buChar char="–"/>
              <a:defRPr sz="2000">
                <a:solidFill>
                  <a:schemeClr val="tx1"/>
                </a:solidFill>
                <a:latin typeface="+mn-lt"/>
                <a:ea typeface="+mn-ea"/>
                <a:cs typeface="+mn-cs"/>
              </a:defRPr>
            </a:lvl4pPr>
            <a:lvl5pPr marL="2057400" indent="-228600" algn="l" defTabSz="914400">
              <a:spcBef>
                <a:spcPts val="0"/>
              </a:spcBef>
              <a:buFont typeface="Arial"/>
              <a:buChar char="»"/>
              <a:defRPr sz="2000">
                <a:solidFill>
                  <a:schemeClr val="tx1"/>
                </a:solidFill>
                <a:latin typeface="+mn-lt"/>
                <a:ea typeface="+mn-ea"/>
                <a:cs typeface="+mn-cs"/>
              </a:defRPr>
            </a:lvl5pPr>
            <a:lvl6pPr marL="2514600"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a:lstStyle>
          <a:p>
            <a:pPr>
              <a:defRPr/>
            </a:pPr>
            <a:r>
              <a:rPr lang="fr-FR"/>
              <a:t>Collabra: Psychology</a:t>
            </a:r>
            <a:endParaRPr lang="fr-FR">
              <a:latin typeface="Now"/>
            </a:endParaRPr>
          </a:p>
        </p:txBody>
      </p:sp>
      <p:pic>
        <p:nvPicPr>
          <p:cNvPr id="703860947" name="Image 14"/>
          <p:cNvPicPr>
            <a:picLocks noChangeAspect="1"/>
          </p:cNvPicPr>
          <p:nvPr/>
        </p:nvPicPr>
        <p:blipFill>
          <a:blip r:embed="rId5"/>
          <a:stretch/>
        </p:blipFill>
        <p:spPr bwMode="auto">
          <a:xfrm>
            <a:off x="10166574" y="1778866"/>
            <a:ext cx="7626502" cy="2066592"/>
          </a:xfrm>
          <a:prstGeom prst="rect">
            <a:avLst/>
          </a:prstGeom>
        </p:spPr>
      </p:pic>
      <p:pic>
        <p:nvPicPr>
          <p:cNvPr id="2124244430" name="Image 19"/>
          <p:cNvPicPr>
            <a:picLocks noChangeAspect="1"/>
          </p:cNvPicPr>
          <p:nvPr/>
        </p:nvPicPr>
        <p:blipFill>
          <a:blip r:embed="rId6"/>
          <a:stretch/>
        </p:blipFill>
        <p:spPr bwMode="auto">
          <a:xfrm>
            <a:off x="10566678" y="5280708"/>
            <a:ext cx="7125693" cy="752580"/>
          </a:xfrm>
          <a:prstGeom prst="rect">
            <a:avLst/>
          </a:prstGeom>
        </p:spPr>
      </p:pic>
      <p:sp>
        <p:nvSpPr>
          <p:cNvPr id="2063502957" name="Espace réservé du contenu 2"/>
          <p:cNvSpPr txBox="1"/>
          <p:nvPr/>
        </p:nvSpPr>
        <p:spPr bwMode="auto">
          <a:xfrm>
            <a:off x="1219200" y="7204330"/>
            <a:ext cx="4267199" cy="678566"/>
          </a:xfrm>
          <a:prstGeom prst="rect">
            <a:avLst/>
          </a:prstGeom>
        </p:spPr>
        <p:txBody>
          <a:bodyPr vert="horz" lIns="91440" tIns="45720" rIns="91440" bIns="45720" rtlCol="0">
            <a:normAutofit fontScale="70000" lnSpcReduction="20000"/>
          </a:bodyPr>
          <a:lstStyle>
            <a:lvl1pPr marL="342900" indent="-342900" algn="l" defTabSz="914400">
              <a:spcBef>
                <a:spcPts val="0"/>
              </a:spcBef>
              <a:buFont typeface="Arial"/>
              <a:buChar char="•"/>
              <a:defRPr sz="3200">
                <a:solidFill>
                  <a:schemeClr val="tx1"/>
                </a:solidFill>
                <a:latin typeface="+mn-lt"/>
                <a:ea typeface="+mn-ea"/>
                <a:cs typeface="+mn-cs"/>
              </a:defRPr>
            </a:lvl1pPr>
            <a:lvl2pPr marL="742950" indent="-285750" algn="l" defTabSz="914400">
              <a:spcBef>
                <a:spcPts val="0"/>
              </a:spcBef>
              <a:buFont typeface="Arial"/>
              <a:buChar char="–"/>
              <a:defRPr sz="2800">
                <a:solidFill>
                  <a:schemeClr val="tx1"/>
                </a:solidFill>
                <a:latin typeface="+mn-lt"/>
                <a:ea typeface="+mn-ea"/>
                <a:cs typeface="+mn-cs"/>
              </a:defRPr>
            </a:lvl2pPr>
            <a:lvl3pPr marL="1143000" indent="-228600" algn="l" defTabSz="914400">
              <a:spcBef>
                <a:spcPts val="0"/>
              </a:spcBef>
              <a:buFont typeface="Arial"/>
              <a:buChar char="•"/>
              <a:defRPr sz="2400">
                <a:solidFill>
                  <a:schemeClr val="tx1"/>
                </a:solidFill>
                <a:latin typeface="+mn-lt"/>
                <a:ea typeface="+mn-ea"/>
                <a:cs typeface="+mn-cs"/>
              </a:defRPr>
            </a:lvl3pPr>
            <a:lvl4pPr marL="1600200" indent="-228600" algn="l" defTabSz="914400">
              <a:spcBef>
                <a:spcPts val="0"/>
              </a:spcBef>
              <a:buFont typeface="Arial"/>
              <a:buChar char="–"/>
              <a:defRPr sz="2000">
                <a:solidFill>
                  <a:schemeClr val="tx1"/>
                </a:solidFill>
                <a:latin typeface="+mn-lt"/>
                <a:ea typeface="+mn-ea"/>
                <a:cs typeface="+mn-cs"/>
              </a:defRPr>
            </a:lvl4pPr>
            <a:lvl5pPr marL="2057400" indent="-228600" algn="l" defTabSz="914400">
              <a:spcBef>
                <a:spcPts val="0"/>
              </a:spcBef>
              <a:buFont typeface="Arial"/>
              <a:buChar char="»"/>
              <a:defRPr sz="2000">
                <a:solidFill>
                  <a:schemeClr val="tx1"/>
                </a:solidFill>
                <a:latin typeface="+mn-lt"/>
                <a:ea typeface="+mn-ea"/>
                <a:cs typeface="+mn-cs"/>
              </a:defRPr>
            </a:lvl5pPr>
            <a:lvl6pPr marL="2514600"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a:lstStyle>
          <a:p>
            <a:pPr>
              <a:defRPr/>
            </a:pPr>
            <a:r>
              <a:rPr lang="fr-FR">
                <a:latin typeface="Now"/>
              </a:rPr>
              <a:t>Association for Psychological science</a:t>
            </a:r>
            <a:endParaRPr/>
          </a:p>
        </p:txBody>
      </p:sp>
      <p:pic>
        <p:nvPicPr>
          <p:cNvPr id="1239979158" name="Image 24"/>
          <p:cNvPicPr>
            <a:picLocks noChangeAspect="1"/>
          </p:cNvPicPr>
          <p:nvPr/>
        </p:nvPicPr>
        <p:blipFill>
          <a:blip r:embed="rId7"/>
          <a:stretch/>
        </p:blipFill>
        <p:spPr bwMode="auto">
          <a:xfrm>
            <a:off x="152400" y="7915287"/>
            <a:ext cx="4341345" cy="2376702"/>
          </a:xfrm>
          <a:prstGeom prst="rect">
            <a:avLst/>
          </a:prstGeom>
        </p:spPr>
      </p:pic>
      <p:pic>
        <p:nvPicPr>
          <p:cNvPr id="112383304" name="Image 28"/>
          <p:cNvPicPr>
            <a:picLocks noChangeAspect="1"/>
          </p:cNvPicPr>
          <p:nvPr/>
        </p:nvPicPr>
        <p:blipFill>
          <a:blip r:embed="rId8"/>
          <a:stretch/>
        </p:blipFill>
        <p:spPr bwMode="auto">
          <a:xfrm>
            <a:off x="4663599" y="9227240"/>
            <a:ext cx="11089996" cy="697197"/>
          </a:xfrm>
          <a:prstGeom prst="rect">
            <a:avLst/>
          </a:prstGeom>
        </p:spPr>
      </p:pic>
      <p:sp>
        <p:nvSpPr>
          <p:cNvPr id="1705914785" name="Titre 1"/>
          <p:cNvSpPr txBox="1"/>
          <p:nvPr/>
        </p:nvSpPr>
        <p:spPr bwMode="auto">
          <a:xfrm>
            <a:off x="11125200" y="6772287"/>
            <a:ext cx="5322710" cy="1143000"/>
          </a:xfrm>
          <a:prstGeom prst="rect">
            <a:avLst/>
          </a:prstGeom>
        </p:spPr>
        <p:txBody>
          <a:bodyPr vert="horz" lIns="91440" tIns="45720" rIns="91440" bIns="45720" rtlCol="0" anchor="ctr">
            <a:normAutofit fontScale="77500" lnSpcReduction="20000"/>
          </a:bodyPr>
          <a:lstStyle>
            <a:lvl1pPr algn="ctr" defTabSz="914400">
              <a:spcBef>
                <a:spcPts val="0"/>
              </a:spcBef>
              <a:buNone/>
              <a:defRPr sz="4400">
                <a:solidFill>
                  <a:schemeClr val="tx1"/>
                </a:solidFill>
                <a:latin typeface="+mj-lt"/>
                <a:ea typeface="+mj-ea"/>
                <a:cs typeface="+mj-cs"/>
              </a:defRPr>
            </a:lvl1pPr>
          </a:lstStyle>
          <a:p>
            <a:pPr>
              <a:defRPr/>
            </a:pPr>
            <a:r>
              <a:rPr lang="fr-FR" b="1">
                <a:latin typeface="Now"/>
              </a:rPr>
              <a:t>Proceeding of the National Academy of Sciences </a:t>
            </a:r>
            <a:endParaRPr/>
          </a:p>
        </p:txBody>
      </p:sp>
      <p:pic>
        <p:nvPicPr>
          <p:cNvPr id="1381063171" name="Image 1027"/>
          <p:cNvPicPr>
            <a:picLocks noChangeAspect="1"/>
          </p:cNvPicPr>
          <p:nvPr/>
        </p:nvPicPr>
        <p:blipFill>
          <a:blip r:embed="rId9"/>
          <a:stretch/>
        </p:blipFill>
        <p:spPr bwMode="auto">
          <a:xfrm>
            <a:off x="10774431" y="7641483"/>
            <a:ext cx="5815592" cy="173330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37059315"/>
                                        </p:tgtEl>
                                        <p:attrNameLst>
                                          <p:attrName>style.visibility</p:attrName>
                                        </p:attrNameLst>
                                      </p:cBhvr>
                                      <p:to>
                                        <p:strVal val="visible"/>
                                      </p:to>
                                    </p:set>
                                    <p:animEffect transition="in" filter="fade">
                                      <p:cBhvr>
                                        <p:cTn id="7" dur="500"/>
                                        <p:tgtEl>
                                          <p:spTgt spid="19370593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660251"/>
                                        </p:tgtEl>
                                        <p:attrNameLst>
                                          <p:attrName>style.visibility</p:attrName>
                                        </p:attrNameLst>
                                      </p:cBhvr>
                                      <p:to>
                                        <p:strVal val="visible"/>
                                      </p:to>
                                    </p:set>
                                    <p:animEffect transition="in" filter="fade">
                                      <p:cBhvr>
                                        <p:cTn id="12" dur="500"/>
                                        <p:tgtEl>
                                          <p:spTgt spid="1766025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05033584"/>
                                        </p:tgtEl>
                                        <p:attrNameLst>
                                          <p:attrName>style.visibility</p:attrName>
                                        </p:attrNameLst>
                                      </p:cBhvr>
                                      <p:to>
                                        <p:strVal val="visible"/>
                                      </p:to>
                                    </p:set>
                                    <p:animEffect transition="in" filter="fade">
                                      <p:cBhvr>
                                        <p:cTn id="17" dur="500"/>
                                        <p:tgtEl>
                                          <p:spTgt spid="90503358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59662192"/>
                                        </p:tgtEl>
                                        <p:attrNameLst>
                                          <p:attrName>style.visibility</p:attrName>
                                        </p:attrNameLst>
                                      </p:cBhvr>
                                      <p:to>
                                        <p:strVal val="visible"/>
                                      </p:to>
                                    </p:set>
                                    <p:animEffect transition="in" filter="fade">
                                      <p:cBhvr>
                                        <p:cTn id="22" dur="500"/>
                                        <p:tgtEl>
                                          <p:spTgt spid="1559662192"/>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7620228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063502957"/>
                                        </p:tgtEl>
                                        <p:attrNameLst>
                                          <p:attrName>style.visibility</p:attrName>
                                        </p:attrNameLst>
                                      </p:cBhvr>
                                      <p:to>
                                        <p:strVal val="visible"/>
                                      </p:to>
                                    </p:set>
                                    <p:animEffect transition="in" filter="fade">
                                      <p:cBhvr>
                                        <p:cTn id="31" dur="500"/>
                                        <p:tgtEl>
                                          <p:spTgt spid="2063502957"/>
                                        </p:tgtEl>
                                      </p:cBhvr>
                                    </p:animEffect>
                                  </p:childTnLst>
                                </p:cTn>
                              </p:par>
                              <p:par>
                                <p:cTn id="32" presetID="10" presetClass="entr" presetSubtype="0" fill="hold" nodeType="withEffect">
                                  <p:stCondLst>
                                    <p:cond delay="0"/>
                                  </p:stCondLst>
                                  <p:childTnLst>
                                    <p:set>
                                      <p:cBhvr>
                                        <p:cTn id="33" dur="1" fill="hold">
                                          <p:stCondLst>
                                            <p:cond delay="0"/>
                                          </p:stCondLst>
                                        </p:cTn>
                                        <p:tgtEl>
                                          <p:spTgt spid="1239979158"/>
                                        </p:tgtEl>
                                        <p:attrNameLst>
                                          <p:attrName>style.visibility</p:attrName>
                                        </p:attrNameLst>
                                      </p:cBhvr>
                                      <p:to>
                                        <p:strVal val="visible"/>
                                      </p:to>
                                    </p:set>
                                    <p:animEffect transition="in" filter="fade">
                                      <p:cBhvr>
                                        <p:cTn id="34" dur="500"/>
                                        <p:tgtEl>
                                          <p:spTgt spid="1239979158"/>
                                        </p:tgtEl>
                                      </p:cBhvr>
                                    </p:animEffect>
                                  </p:childTnLst>
                                </p:cTn>
                              </p:par>
                              <p:par>
                                <p:cTn id="35" presetID="10" presetClass="entr" presetSubtype="0" fill="hold" nodeType="withEffect">
                                  <p:stCondLst>
                                    <p:cond delay="0"/>
                                  </p:stCondLst>
                                  <p:childTnLst>
                                    <p:set>
                                      <p:cBhvr>
                                        <p:cTn id="36" dur="1" fill="hold">
                                          <p:stCondLst>
                                            <p:cond delay="0"/>
                                          </p:stCondLst>
                                        </p:cTn>
                                        <p:tgtEl>
                                          <p:spTgt spid="112383304"/>
                                        </p:tgtEl>
                                        <p:attrNameLst>
                                          <p:attrName>style.visibility</p:attrName>
                                        </p:attrNameLst>
                                      </p:cBhvr>
                                      <p:to>
                                        <p:strVal val="visible"/>
                                      </p:to>
                                    </p:set>
                                    <p:animEffect transition="in" filter="fade">
                                      <p:cBhvr>
                                        <p:cTn id="37" dur="500"/>
                                        <p:tgtEl>
                                          <p:spTgt spid="11238330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71197744"/>
                                        </p:tgtEl>
                                        <p:attrNameLst>
                                          <p:attrName>style.visibility</p:attrName>
                                        </p:attrNameLst>
                                      </p:cBhvr>
                                      <p:to>
                                        <p:strVal val="visible"/>
                                      </p:to>
                                    </p:set>
                                    <p:animEffect transition="in" filter="fade">
                                      <p:cBhvr>
                                        <p:cTn id="42" dur="500"/>
                                        <p:tgtEl>
                                          <p:spTgt spid="271197744"/>
                                        </p:tgtEl>
                                      </p:cBhvr>
                                    </p:animEffect>
                                  </p:childTnLst>
                                </p:cTn>
                              </p:par>
                              <p:par>
                                <p:cTn id="43" presetID="10" presetClass="entr" presetSubtype="0" fill="hold" nodeType="withEffect">
                                  <p:stCondLst>
                                    <p:cond delay="0"/>
                                  </p:stCondLst>
                                  <p:childTnLst>
                                    <p:set>
                                      <p:cBhvr>
                                        <p:cTn id="44" dur="1" fill="hold">
                                          <p:stCondLst>
                                            <p:cond delay="0"/>
                                          </p:stCondLst>
                                        </p:cTn>
                                        <p:tgtEl>
                                          <p:spTgt spid="703860947"/>
                                        </p:tgtEl>
                                        <p:attrNameLst>
                                          <p:attrName>style.visibility</p:attrName>
                                        </p:attrNameLst>
                                      </p:cBhvr>
                                      <p:to>
                                        <p:strVal val="visible"/>
                                      </p:to>
                                    </p:set>
                                    <p:animEffect transition="in" filter="fade">
                                      <p:cBhvr>
                                        <p:cTn id="45" dur="500"/>
                                        <p:tgtEl>
                                          <p:spTgt spid="703860947"/>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216969448"/>
                                        </p:tgtEl>
                                        <p:attrNameLst>
                                          <p:attrName>style.visibility</p:attrName>
                                        </p:attrNameLst>
                                      </p:cBhvr>
                                      <p:to>
                                        <p:strVal val="visible"/>
                                      </p:to>
                                    </p:set>
                                    <p:animEffect transition="in" filter="fade">
                                      <p:cBhvr>
                                        <p:cTn id="50" dur="500"/>
                                        <p:tgtEl>
                                          <p:spTgt spid="1216969448"/>
                                        </p:tgtEl>
                                      </p:cBhvr>
                                    </p:animEffect>
                                  </p:childTnLst>
                                </p:cTn>
                              </p:par>
                              <p:par>
                                <p:cTn id="51" presetID="10" presetClass="entr" presetSubtype="0" fill="hold" nodeType="withEffect">
                                  <p:stCondLst>
                                    <p:cond delay="0"/>
                                  </p:stCondLst>
                                  <p:childTnLst>
                                    <p:set>
                                      <p:cBhvr>
                                        <p:cTn id="52" dur="1" fill="hold">
                                          <p:stCondLst>
                                            <p:cond delay="0"/>
                                          </p:stCondLst>
                                        </p:cTn>
                                        <p:tgtEl>
                                          <p:spTgt spid="2124244430"/>
                                        </p:tgtEl>
                                        <p:attrNameLst>
                                          <p:attrName>style.visibility</p:attrName>
                                        </p:attrNameLst>
                                      </p:cBhvr>
                                      <p:to>
                                        <p:strVal val="visible"/>
                                      </p:to>
                                    </p:set>
                                    <p:animEffect transition="in" filter="fade">
                                      <p:cBhvr>
                                        <p:cTn id="53" dur="500"/>
                                        <p:tgtEl>
                                          <p:spTgt spid="2124244430"/>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1705914785"/>
                                        </p:tgtEl>
                                        <p:attrNameLst>
                                          <p:attrName>style.visibility</p:attrName>
                                        </p:attrNameLst>
                                      </p:cBhvr>
                                      <p:to>
                                        <p:strVal val="visible"/>
                                      </p:to>
                                    </p:set>
                                    <p:animEffect transition="in" filter="fade">
                                      <p:cBhvr>
                                        <p:cTn id="58" dur="500"/>
                                        <p:tgtEl>
                                          <p:spTgt spid="1705914785"/>
                                        </p:tgtEl>
                                      </p:cBhvr>
                                    </p:animEffect>
                                  </p:childTnLst>
                                </p:cTn>
                              </p:par>
                              <p:par>
                                <p:cTn id="59" presetID="10" presetClass="entr" presetSubtype="0" fill="hold" nodeType="withEffect">
                                  <p:stCondLst>
                                    <p:cond delay="0"/>
                                  </p:stCondLst>
                                  <p:childTnLst>
                                    <p:set>
                                      <p:cBhvr>
                                        <p:cTn id="60" dur="1" fill="hold">
                                          <p:stCondLst>
                                            <p:cond delay="0"/>
                                          </p:stCondLst>
                                        </p:cTn>
                                        <p:tgtEl>
                                          <p:spTgt spid="1381063171"/>
                                        </p:tgtEl>
                                        <p:attrNameLst>
                                          <p:attrName>style.visibility</p:attrName>
                                        </p:attrNameLst>
                                      </p:cBhvr>
                                      <p:to>
                                        <p:strVal val="visible"/>
                                      </p:to>
                                    </p:set>
                                    <p:animEffect transition="in" filter="fade">
                                      <p:cBhvr>
                                        <p:cTn id="61" dur="500"/>
                                        <p:tgtEl>
                                          <p:spTgt spid="1381063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3FE94CDF-0792-F24A-045A-ED3A3A276FD2}"/>
            </a:ext>
          </a:extLst>
        </p:cNvPr>
        <p:cNvGrpSpPr/>
        <p:nvPr/>
      </p:nvGrpSpPr>
      <p:grpSpPr bwMode="auto">
        <a:xfrm>
          <a:off x="0" y="0"/>
          <a:ext cx="0" cy="0"/>
          <a:chOff x="0" y="0"/>
          <a:chExt cx="0" cy="0"/>
        </a:xfrm>
      </p:grpSpPr>
      <p:sp>
        <p:nvSpPr>
          <p:cNvPr id="1390951347" name="Titre 1">
            <a:extLst>
              <a:ext uri="{FF2B5EF4-FFF2-40B4-BE49-F238E27FC236}">
                <a16:creationId xmlns:a16="http://schemas.microsoft.com/office/drawing/2014/main" id="{9928037F-5FF9-C2F6-ED3E-5F166C7810E9}"/>
              </a:ext>
            </a:extLst>
          </p:cNvPr>
          <p:cNvSpPr>
            <a:spLocks noGrp="1"/>
          </p:cNvSpPr>
          <p:nvPr>
            <p:ph type="title"/>
          </p:nvPr>
        </p:nvSpPr>
        <p:spPr bwMode="auto">
          <a:xfrm>
            <a:off x="457200" y="274638"/>
            <a:ext cx="17297400" cy="1143000"/>
          </a:xfrm>
        </p:spPr>
        <p:txBody>
          <a:bodyPr/>
          <a:lstStyle/>
          <a:p>
            <a:pPr>
              <a:defRPr/>
            </a:pPr>
            <a:r>
              <a:rPr lang="fr-FR" b="1" dirty="0">
                <a:latin typeface="Now"/>
              </a:rPr>
              <a:t>Biomédical</a:t>
            </a:r>
            <a:endParaRPr dirty="0"/>
          </a:p>
        </p:txBody>
      </p:sp>
      <p:cxnSp>
        <p:nvCxnSpPr>
          <p:cNvPr id="1368846111" name="Connecteur droit avec flèche 12">
            <a:extLst>
              <a:ext uri="{FF2B5EF4-FFF2-40B4-BE49-F238E27FC236}">
                <a16:creationId xmlns:a16="http://schemas.microsoft.com/office/drawing/2014/main" id="{7E6C5F64-ADBA-B8D8-D856-47614BBE5711}"/>
              </a:ext>
            </a:extLst>
          </p:cNvPr>
          <p:cNvCxnSpPr>
            <a:cxnSpLocks/>
          </p:cNvCxnSpPr>
          <p:nvPr/>
        </p:nvCxnSpPr>
        <p:spPr bwMode="auto">
          <a:xfrm flipH="1">
            <a:off x="3114674" y="2928213"/>
            <a:ext cx="1" cy="61508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493427902" name="Espace réservé du contenu 2">
            <a:extLst>
              <a:ext uri="{FF2B5EF4-FFF2-40B4-BE49-F238E27FC236}">
                <a16:creationId xmlns:a16="http://schemas.microsoft.com/office/drawing/2014/main" id="{103070A0-406C-5CBB-B9A8-1EB4141D5B1B}"/>
              </a:ext>
            </a:extLst>
          </p:cNvPr>
          <p:cNvSpPr>
            <a:spLocks noGrp="1"/>
          </p:cNvSpPr>
          <p:nvPr>
            <p:ph idx="1"/>
          </p:nvPr>
        </p:nvSpPr>
        <p:spPr bwMode="auto">
          <a:xfrm>
            <a:off x="1219200" y="3621592"/>
            <a:ext cx="4267199" cy="678566"/>
          </a:xfrm>
        </p:spPr>
        <p:txBody>
          <a:bodyPr/>
          <a:lstStyle/>
          <a:p>
            <a:pPr marL="0" indent="0">
              <a:buNone/>
              <a:defRPr/>
            </a:pPr>
            <a:r>
              <a:rPr lang="fr-FR" dirty="0">
                <a:latin typeface="Now"/>
              </a:rPr>
              <a:t>BMJ Company</a:t>
            </a:r>
            <a:endParaRPr dirty="0"/>
          </a:p>
        </p:txBody>
      </p:sp>
      <p:cxnSp>
        <p:nvCxnSpPr>
          <p:cNvPr id="927458008" name="Connecteur droit avec flèche 14">
            <a:extLst>
              <a:ext uri="{FF2B5EF4-FFF2-40B4-BE49-F238E27FC236}">
                <a16:creationId xmlns:a16="http://schemas.microsoft.com/office/drawing/2014/main" id="{6C2AC0AD-2CBB-16FE-46DF-704463785188}"/>
              </a:ext>
            </a:extLst>
          </p:cNvPr>
          <p:cNvCxnSpPr/>
          <p:nvPr/>
        </p:nvCxnSpPr>
        <p:spPr bwMode="auto">
          <a:xfrm flipH="1">
            <a:off x="15225891" y="2620669"/>
            <a:ext cx="1" cy="61508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389226596" name="Espace réservé du contenu 2">
            <a:extLst>
              <a:ext uri="{FF2B5EF4-FFF2-40B4-BE49-F238E27FC236}">
                <a16:creationId xmlns:a16="http://schemas.microsoft.com/office/drawing/2014/main" id="{FDC652E5-F9C5-4E29-1257-3E44F2FB96C4}"/>
              </a:ext>
            </a:extLst>
          </p:cNvPr>
          <p:cNvSpPr txBox="1"/>
          <p:nvPr/>
        </p:nvSpPr>
        <p:spPr bwMode="auto">
          <a:xfrm>
            <a:off x="13092291" y="3426609"/>
            <a:ext cx="4267199" cy="678566"/>
          </a:xfrm>
          <a:prstGeom prst="rect">
            <a:avLst/>
          </a:prstGeom>
        </p:spPr>
        <p:txBody>
          <a:bodyPr vert="horz" lIns="91440" tIns="45720" rIns="91440" bIns="45720" rtlCol="0">
            <a:normAutofit/>
          </a:bodyPr>
          <a:lstStyle>
            <a:lvl1pPr marL="342900" indent="-342900" algn="l" defTabSz="914400">
              <a:spcBef>
                <a:spcPts val="0"/>
              </a:spcBef>
              <a:buFont typeface="Arial"/>
              <a:buChar char="•"/>
              <a:defRPr sz="3200">
                <a:solidFill>
                  <a:schemeClr val="tx1"/>
                </a:solidFill>
                <a:latin typeface="+mn-lt"/>
                <a:ea typeface="+mn-ea"/>
                <a:cs typeface="+mn-cs"/>
              </a:defRPr>
            </a:lvl1pPr>
            <a:lvl2pPr marL="742950" indent="-285750" algn="l" defTabSz="914400">
              <a:spcBef>
                <a:spcPts val="0"/>
              </a:spcBef>
              <a:buFont typeface="Arial"/>
              <a:buChar char="–"/>
              <a:defRPr sz="2800">
                <a:solidFill>
                  <a:schemeClr val="tx1"/>
                </a:solidFill>
                <a:latin typeface="+mn-lt"/>
                <a:ea typeface="+mn-ea"/>
                <a:cs typeface="+mn-cs"/>
              </a:defRPr>
            </a:lvl2pPr>
            <a:lvl3pPr marL="1143000" indent="-228600" algn="l" defTabSz="914400">
              <a:spcBef>
                <a:spcPts val="0"/>
              </a:spcBef>
              <a:buFont typeface="Arial"/>
              <a:buChar char="•"/>
              <a:defRPr sz="2400">
                <a:solidFill>
                  <a:schemeClr val="tx1"/>
                </a:solidFill>
                <a:latin typeface="+mn-lt"/>
                <a:ea typeface="+mn-ea"/>
                <a:cs typeface="+mn-cs"/>
              </a:defRPr>
            </a:lvl3pPr>
            <a:lvl4pPr marL="1600200" indent="-228600" algn="l" defTabSz="914400">
              <a:spcBef>
                <a:spcPts val="0"/>
              </a:spcBef>
              <a:buFont typeface="Arial"/>
              <a:buChar char="–"/>
              <a:defRPr sz="2000">
                <a:solidFill>
                  <a:schemeClr val="tx1"/>
                </a:solidFill>
                <a:latin typeface="+mn-lt"/>
                <a:ea typeface="+mn-ea"/>
                <a:cs typeface="+mn-cs"/>
              </a:defRPr>
            </a:lvl4pPr>
            <a:lvl5pPr marL="2057400" indent="-228600" algn="l" defTabSz="914400">
              <a:spcBef>
                <a:spcPts val="0"/>
              </a:spcBef>
              <a:buFont typeface="Arial"/>
              <a:buChar char="»"/>
              <a:defRPr sz="2000">
                <a:solidFill>
                  <a:schemeClr val="tx1"/>
                </a:solidFill>
                <a:latin typeface="+mn-lt"/>
                <a:ea typeface="+mn-ea"/>
                <a:cs typeface="+mn-cs"/>
              </a:defRPr>
            </a:lvl5pPr>
            <a:lvl6pPr marL="2514600"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a:lstStyle>
          <a:p>
            <a:pPr marL="0" indent="0">
              <a:buNone/>
              <a:defRPr/>
            </a:pPr>
            <a:endParaRPr lang="fr-FR">
              <a:latin typeface="Now"/>
            </a:endParaRPr>
          </a:p>
        </p:txBody>
      </p:sp>
      <p:sp>
        <p:nvSpPr>
          <p:cNvPr id="1899896584" name="ZoneTexte 17">
            <a:extLst>
              <a:ext uri="{FF2B5EF4-FFF2-40B4-BE49-F238E27FC236}">
                <a16:creationId xmlns:a16="http://schemas.microsoft.com/office/drawing/2014/main" id="{48D12F94-0E67-0F4C-9462-13649AB2AE24}"/>
              </a:ext>
            </a:extLst>
          </p:cNvPr>
          <p:cNvSpPr txBox="1"/>
          <p:nvPr/>
        </p:nvSpPr>
        <p:spPr bwMode="auto">
          <a:xfrm>
            <a:off x="13356518" y="3426609"/>
            <a:ext cx="4648200" cy="1077218"/>
          </a:xfrm>
          <a:prstGeom prst="rect">
            <a:avLst/>
          </a:prstGeom>
          <a:noFill/>
        </p:spPr>
        <p:txBody>
          <a:bodyPr wrap="square">
            <a:spAutoFit/>
          </a:bodyPr>
          <a:lstStyle/>
          <a:p>
            <a:pPr marL="457200" indent="-457200">
              <a:buFont typeface="Arial"/>
              <a:buChar char="•"/>
              <a:defRPr/>
            </a:pPr>
            <a:r>
              <a:rPr lang="fr-FR" sz="3200" dirty="0">
                <a:latin typeface="Now"/>
              </a:rPr>
              <a:t>American Medical Association</a:t>
            </a:r>
          </a:p>
        </p:txBody>
      </p:sp>
      <p:cxnSp>
        <p:nvCxnSpPr>
          <p:cNvPr id="566827497" name="Connecteur droit avec flèche 18">
            <a:extLst>
              <a:ext uri="{FF2B5EF4-FFF2-40B4-BE49-F238E27FC236}">
                <a16:creationId xmlns:a16="http://schemas.microsoft.com/office/drawing/2014/main" id="{43B1214B-EAEC-06A0-2685-7B578C330E97}"/>
              </a:ext>
            </a:extLst>
          </p:cNvPr>
          <p:cNvCxnSpPr/>
          <p:nvPr/>
        </p:nvCxnSpPr>
        <p:spPr bwMode="auto">
          <a:xfrm>
            <a:off x="15175992" y="4766922"/>
            <a:ext cx="49898" cy="95561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505014206" name="Connecteur droit avec flèche 20">
            <a:extLst>
              <a:ext uri="{FF2B5EF4-FFF2-40B4-BE49-F238E27FC236}">
                <a16:creationId xmlns:a16="http://schemas.microsoft.com/office/drawing/2014/main" id="{04EE0404-9A7D-2B02-305A-510F03843E39}"/>
              </a:ext>
            </a:extLst>
          </p:cNvPr>
          <p:cNvCxnSpPr/>
          <p:nvPr/>
        </p:nvCxnSpPr>
        <p:spPr bwMode="auto">
          <a:xfrm flipH="1">
            <a:off x="3067019" y="4396672"/>
            <a:ext cx="1" cy="61508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pic>
        <p:nvPicPr>
          <p:cNvPr id="3" name="Image 2">
            <a:extLst>
              <a:ext uri="{FF2B5EF4-FFF2-40B4-BE49-F238E27FC236}">
                <a16:creationId xmlns:a16="http://schemas.microsoft.com/office/drawing/2014/main" id="{BED0A590-425B-3E22-3597-0761BD1F41DF}"/>
              </a:ext>
            </a:extLst>
          </p:cNvPr>
          <p:cNvPicPr>
            <a:picLocks noChangeAspect="1"/>
          </p:cNvPicPr>
          <p:nvPr/>
        </p:nvPicPr>
        <p:blipFill>
          <a:blip r:embed="rId3"/>
          <a:stretch>
            <a:fillRect/>
          </a:stretch>
        </p:blipFill>
        <p:spPr>
          <a:xfrm>
            <a:off x="1992850" y="2017122"/>
            <a:ext cx="2405158" cy="801719"/>
          </a:xfrm>
          <a:prstGeom prst="rect">
            <a:avLst/>
          </a:prstGeom>
        </p:spPr>
      </p:pic>
      <p:pic>
        <p:nvPicPr>
          <p:cNvPr id="5" name="Image 4">
            <a:extLst>
              <a:ext uri="{FF2B5EF4-FFF2-40B4-BE49-F238E27FC236}">
                <a16:creationId xmlns:a16="http://schemas.microsoft.com/office/drawing/2014/main" id="{32C4259C-C1E6-4454-A198-9088DF04DD33}"/>
              </a:ext>
            </a:extLst>
          </p:cNvPr>
          <p:cNvPicPr>
            <a:picLocks noChangeAspect="1"/>
          </p:cNvPicPr>
          <p:nvPr/>
        </p:nvPicPr>
        <p:blipFill>
          <a:blip r:embed="rId4"/>
          <a:stretch>
            <a:fillRect/>
          </a:stretch>
        </p:blipFill>
        <p:spPr>
          <a:xfrm>
            <a:off x="838200" y="5275242"/>
            <a:ext cx="6944694" cy="1209844"/>
          </a:xfrm>
          <a:prstGeom prst="rect">
            <a:avLst/>
          </a:prstGeom>
        </p:spPr>
      </p:pic>
      <p:pic>
        <p:nvPicPr>
          <p:cNvPr id="7" name="Image 6">
            <a:extLst>
              <a:ext uri="{FF2B5EF4-FFF2-40B4-BE49-F238E27FC236}">
                <a16:creationId xmlns:a16="http://schemas.microsoft.com/office/drawing/2014/main" id="{A51D632E-40DA-FD84-823B-7A55CCB84B27}"/>
              </a:ext>
            </a:extLst>
          </p:cNvPr>
          <p:cNvPicPr>
            <a:picLocks noChangeAspect="1"/>
          </p:cNvPicPr>
          <p:nvPr/>
        </p:nvPicPr>
        <p:blipFill>
          <a:blip r:embed="rId5"/>
          <a:stretch>
            <a:fillRect/>
          </a:stretch>
        </p:blipFill>
        <p:spPr>
          <a:xfrm>
            <a:off x="12873214" y="1493708"/>
            <a:ext cx="3791479" cy="771633"/>
          </a:xfrm>
          <a:prstGeom prst="rect">
            <a:avLst/>
          </a:prstGeom>
        </p:spPr>
      </p:pic>
      <p:pic>
        <p:nvPicPr>
          <p:cNvPr id="9" name="Image 8">
            <a:extLst>
              <a:ext uri="{FF2B5EF4-FFF2-40B4-BE49-F238E27FC236}">
                <a16:creationId xmlns:a16="http://schemas.microsoft.com/office/drawing/2014/main" id="{0B8E9A56-9285-C11E-DDF4-E4C349F8CABA}"/>
              </a:ext>
            </a:extLst>
          </p:cNvPr>
          <p:cNvPicPr>
            <a:picLocks noChangeAspect="1"/>
          </p:cNvPicPr>
          <p:nvPr/>
        </p:nvPicPr>
        <p:blipFill>
          <a:blip r:embed="rId6"/>
          <a:stretch>
            <a:fillRect/>
          </a:stretch>
        </p:blipFill>
        <p:spPr>
          <a:xfrm>
            <a:off x="11722692" y="5889689"/>
            <a:ext cx="6092522" cy="1676708"/>
          </a:xfrm>
          <a:prstGeom prst="rect">
            <a:avLst/>
          </a:prstGeom>
        </p:spPr>
      </p:pic>
    </p:spTree>
    <p:extLst>
      <p:ext uri="{BB962C8B-B14F-4D97-AF65-F5344CB8AC3E}">
        <p14:creationId xmlns:p14="http://schemas.microsoft.com/office/powerpoint/2010/main" val="2783359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688461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9342790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505014206"/>
                                        </p:tgtEl>
                                        <p:attrNameLst>
                                          <p:attrName>style.visibility</p:attrName>
                                        </p:attrNameLst>
                                      </p:cBhvr>
                                      <p:to>
                                        <p:strVal val="visible"/>
                                      </p:to>
                                    </p:set>
                                  </p:childTnLst>
                                </p:cTn>
                              </p:par>
                              <p:par>
                                <p:cTn id="13" presetID="10"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2745800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89989658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6682749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911827194" name="Espace réservé du contenu 2"/>
          <p:cNvSpPr txBox="1"/>
          <p:nvPr/>
        </p:nvSpPr>
        <p:spPr bwMode="auto">
          <a:xfrm>
            <a:off x="990600" y="1028700"/>
            <a:ext cx="16840200" cy="3558540"/>
          </a:xfrm>
          <a:prstGeom prst="rect">
            <a:avLst/>
          </a:prstGeom>
        </p:spPr>
        <p:txBody>
          <a:bodyPr vert="horz" lIns="91440" tIns="45720" rIns="91440" bIns="45720" rtlCol="0">
            <a:normAutofit/>
          </a:bodyPr>
          <a:lstStyle>
            <a:lvl1pPr marL="342900" indent="-342900" algn="l" defTabSz="914400">
              <a:spcBef>
                <a:spcPts val="0"/>
              </a:spcBef>
              <a:buFont typeface="Arial"/>
              <a:buChar char="•"/>
              <a:defRPr sz="3200">
                <a:solidFill>
                  <a:schemeClr val="tx1"/>
                </a:solidFill>
                <a:latin typeface="+mn-lt"/>
                <a:ea typeface="+mn-ea"/>
                <a:cs typeface="+mn-cs"/>
              </a:defRPr>
            </a:lvl1pPr>
            <a:lvl2pPr marL="742950" indent="-285750" algn="l" defTabSz="914400">
              <a:spcBef>
                <a:spcPts val="0"/>
              </a:spcBef>
              <a:buFont typeface="Arial"/>
              <a:buChar char="–"/>
              <a:defRPr sz="2800">
                <a:solidFill>
                  <a:schemeClr val="tx1"/>
                </a:solidFill>
                <a:latin typeface="+mn-lt"/>
                <a:ea typeface="+mn-ea"/>
                <a:cs typeface="+mn-cs"/>
              </a:defRPr>
            </a:lvl2pPr>
            <a:lvl3pPr marL="1143000" indent="-228600" algn="l" defTabSz="914400">
              <a:spcBef>
                <a:spcPts val="0"/>
              </a:spcBef>
              <a:buFont typeface="Arial"/>
              <a:buChar char="•"/>
              <a:defRPr sz="2400">
                <a:solidFill>
                  <a:schemeClr val="tx1"/>
                </a:solidFill>
                <a:latin typeface="+mn-lt"/>
                <a:ea typeface="+mn-ea"/>
                <a:cs typeface="+mn-cs"/>
              </a:defRPr>
            </a:lvl3pPr>
            <a:lvl4pPr marL="1600200" indent="-228600" algn="l" defTabSz="914400">
              <a:spcBef>
                <a:spcPts val="0"/>
              </a:spcBef>
              <a:buFont typeface="Arial"/>
              <a:buChar char="–"/>
              <a:defRPr sz="2000">
                <a:solidFill>
                  <a:schemeClr val="tx1"/>
                </a:solidFill>
                <a:latin typeface="+mn-lt"/>
                <a:ea typeface="+mn-ea"/>
                <a:cs typeface="+mn-cs"/>
              </a:defRPr>
            </a:lvl4pPr>
            <a:lvl5pPr marL="2057400" indent="-228600" algn="l" defTabSz="914400">
              <a:spcBef>
                <a:spcPts val="0"/>
              </a:spcBef>
              <a:buFont typeface="Arial"/>
              <a:buChar char="»"/>
              <a:defRPr sz="2000">
                <a:solidFill>
                  <a:schemeClr val="tx1"/>
                </a:solidFill>
                <a:latin typeface="+mn-lt"/>
                <a:ea typeface="+mn-ea"/>
                <a:cs typeface="+mn-cs"/>
              </a:defRPr>
            </a:lvl5pPr>
            <a:lvl6pPr marL="2514600"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a:lstStyle>
          <a:p>
            <a:pPr>
              <a:defRPr/>
            </a:pPr>
            <a:r>
              <a:rPr lang="fr-FR" dirty="0">
                <a:latin typeface="Now"/>
              </a:rPr>
              <a:t>Une conclusion de l’examen de la revue d’économie aurait pu être : créer plus d’associations de chercheurs qui dirigent leurs propres revues pour moins d’argent
Cependant, l’examen de la psychologie et de BMJ/JAMA indique que le problème peut persister
Mais aussi que les APC peuvent complètement disparaître s’ils sont compensés par des financements extérieurs
(tout comme l’exemple sud-américain)</a:t>
            </a:r>
            <a:endParaRPr dirty="0"/>
          </a:p>
        </p:txBody>
      </p:sp>
      <p:sp>
        <p:nvSpPr>
          <p:cNvPr id="555593827" name="Titre 1"/>
          <p:cNvSpPr>
            <a:spLocks noGrp="1"/>
          </p:cNvSpPr>
          <p:nvPr>
            <p:ph type="title"/>
          </p:nvPr>
        </p:nvSpPr>
        <p:spPr bwMode="auto">
          <a:xfrm>
            <a:off x="495300" y="4013200"/>
            <a:ext cx="17297400" cy="1143000"/>
          </a:xfrm>
        </p:spPr>
        <p:txBody>
          <a:bodyPr/>
          <a:lstStyle/>
          <a:p>
            <a:pPr>
              <a:defRPr/>
            </a:pPr>
            <a:r>
              <a:rPr lang="fr-FR" b="1" dirty="0">
                <a:latin typeface="Now"/>
              </a:rPr>
              <a:t>Ajout de complexité</a:t>
            </a:r>
          </a:p>
        </p:txBody>
      </p:sp>
      <p:sp>
        <p:nvSpPr>
          <p:cNvPr id="691253061" name="Espace réservé du contenu 2"/>
          <p:cNvSpPr txBox="1"/>
          <p:nvPr/>
        </p:nvSpPr>
        <p:spPr bwMode="auto">
          <a:xfrm>
            <a:off x="838200" y="5189220"/>
            <a:ext cx="16840200" cy="3558540"/>
          </a:xfrm>
          <a:prstGeom prst="rect">
            <a:avLst/>
          </a:prstGeom>
        </p:spPr>
        <p:txBody>
          <a:bodyPr vert="horz" lIns="91440" tIns="45720" rIns="91440" bIns="45720" rtlCol="0">
            <a:normAutofit/>
          </a:bodyPr>
          <a:lstStyle>
            <a:lvl1pPr marL="342900" indent="-342900" algn="l" defTabSz="914400">
              <a:spcBef>
                <a:spcPts val="0"/>
              </a:spcBef>
              <a:buFont typeface="Arial"/>
              <a:buChar char="•"/>
              <a:defRPr sz="3200">
                <a:solidFill>
                  <a:schemeClr val="tx1"/>
                </a:solidFill>
                <a:latin typeface="+mn-lt"/>
                <a:ea typeface="+mn-ea"/>
                <a:cs typeface="+mn-cs"/>
              </a:defRPr>
            </a:lvl1pPr>
            <a:lvl2pPr marL="742950" indent="-285750" algn="l" defTabSz="914400">
              <a:spcBef>
                <a:spcPts val="0"/>
              </a:spcBef>
              <a:buFont typeface="Arial"/>
              <a:buChar char="–"/>
              <a:defRPr sz="2800">
                <a:solidFill>
                  <a:schemeClr val="tx1"/>
                </a:solidFill>
                <a:latin typeface="+mn-lt"/>
                <a:ea typeface="+mn-ea"/>
                <a:cs typeface="+mn-cs"/>
              </a:defRPr>
            </a:lvl2pPr>
            <a:lvl3pPr marL="1143000" indent="-228600" algn="l" defTabSz="914400">
              <a:spcBef>
                <a:spcPts val="0"/>
              </a:spcBef>
              <a:buFont typeface="Arial"/>
              <a:buChar char="•"/>
              <a:defRPr sz="2400">
                <a:solidFill>
                  <a:schemeClr val="tx1"/>
                </a:solidFill>
                <a:latin typeface="+mn-lt"/>
                <a:ea typeface="+mn-ea"/>
                <a:cs typeface="+mn-cs"/>
              </a:defRPr>
            </a:lvl3pPr>
            <a:lvl4pPr marL="1600200" indent="-228600" algn="l" defTabSz="914400">
              <a:spcBef>
                <a:spcPts val="0"/>
              </a:spcBef>
              <a:buFont typeface="Arial"/>
              <a:buChar char="–"/>
              <a:defRPr sz="2000">
                <a:solidFill>
                  <a:schemeClr val="tx1"/>
                </a:solidFill>
                <a:latin typeface="+mn-lt"/>
                <a:ea typeface="+mn-ea"/>
                <a:cs typeface="+mn-cs"/>
              </a:defRPr>
            </a:lvl4pPr>
            <a:lvl5pPr marL="2057400" indent="-228600" algn="l" defTabSz="914400">
              <a:spcBef>
                <a:spcPts val="0"/>
              </a:spcBef>
              <a:buFont typeface="Arial"/>
              <a:buChar char="»"/>
              <a:defRPr sz="2000">
                <a:solidFill>
                  <a:schemeClr val="tx1"/>
                </a:solidFill>
                <a:latin typeface="+mn-lt"/>
                <a:ea typeface="+mn-ea"/>
                <a:cs typeface="+mn-cs"/>
              </a:defRPr>
            </a:lvl5pPr>
            <a:lvl6pPr marL="2514600"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a:lstStyle>
          <a:p>
            <a:pPr>
              <a:defRPr/>
            </a:pPr>
            <a:endParaRPr lang="fr-FR">
              <a:latin typeface="Now"/>
            </a:endParaRPr>
          </a:p>
        </p:txBody>
      </p:sp>
      <p:sp>
        <p:nvSpPr>
          <p:cNvPr id="1939630675" name="Espace réservé du contenu 2"/>
          <p:cNvSpPr txBox="1"/>
          <p:nvPr/>
        </p:nvSpPr>
        <p:spPr bwMode="auto">
          <a:xfrm>
            <a:off x="985519" y="5189220"/>
            <a:ext cx="16840200" cy="4297680"/>
          </a:xfrm>
          <a:prstGeom prst="rect">
            <a:avLst/>
          </a:prstGeom>
        </p:spPr>
        <p:txBody>
          <a:bodyPr vert="horz" lIns="91440" tIns="45720" rIns="91440" bIns="45720" rtlCol="0">
            <a:normAutofit fontScale="85000" lnSpcReduction="20000"/>
          </a:bodyPr>
          <a:lstStyle>
            <a:lvl1pPr marL="342900" indent="-342900" algn="l" defTabSz="914400">
              <a:spcBef>
                <a:spcPts val="0"/>
              </a:spcBef>
              <a:buFont typeface="Arial"/>
              <a:buChar char="•"/>
              <a:defRPr sz="3200">
                <a:solidFill>
                  <a:schemeClr val="tx1"/>
                </a:solidFill>
                <a:latin typeface="+mn-lt"/>
                <a:ea typeface="+mn-ea"/>
                <a:cs typeface="+mn-cs"/>
              </a:defRPr>
            </a:lvl1pPr>
            <a:lvl2pPr marL="742950" indent="-285750" algn="l" defTabSz="914400">
              <a:spcBef>
                <a:spcPts val="0"/>
              </a:spcBef>
              <a:buFont typeface="Arial"/>
              <a:buChar char="–"/>
              <a:defRPr sz="2800">
                <a:solidFill>
                  <a:schemeClr val="tx1"/>
                </a:solidFill>
                <a:latin typeface="+mn-lt"/>
                <a:ea typeface="+mn-ea"/>
                <a:cs typeface="+mn-cs"/>
              </a:defRPr>
            </a:lvl2pPr>
            <a:lvl3pPr marL="1143000" indent="-228600" algn="l" defTabSz="914400">
              <a:spcBef>
                <a:spcPts val="0"/>
              </a:spcBef>
              <a:buFont typeface="Arial"/>
              <a:buChar char="•"/>
              <a:defRPr sz="2400">
                <a:solidFill>
                  <a:schemeClr val="tx1"/>
                </a:solidFill>
                <a:latin typeface="+mn-lt"/>
                <a:ea typeface="+mn-ea"/>
                <a:cs typeface="+mn-cs"/>
              </a:defRPr>
            </a:lvl3pPr>
            <a:lvl4pPr marL="1600200" indent="-228600" algn="l" defTabSz="914400">
              <a:spcBef>
                <a:spcPts val="0"/>
              </a:spcBef>
              <a:buFont typeface="Arial"/>
              <a:buChar char="–"/>
              <a:defRPr sz="2000">
                <a:solidFill>
                  <a:schemeClr val="tx1"/>
                </a:solidFill>
                <a:latin typeface="+mn-lt"/>
                <a:ea typeface="+mn-ea"/>
                <a:cs typeface="+mn-cs"/>
              </a:defRPr>
            </a:lvl4pPr>
            <a:lvl5pPr marL="2057400" indent="-228600" algn="l" defTabSz="914400">
              <a:spcBef>
                <a:spcPts val="0"/>
              </a:spcBef>
              <a:buFont typeface="Arial"/>
              <a:buChar char="»"/>
              <a:defRPr sz="2000">
                <a:solidFill>
                  <a:schemeClr val="tx1"/>
                </a:solidFill>
                <a:latin typeface="+mn-lt"/>
                <a:ea typeface="+mn-ea"/>
                <a:cs typeface="+mn-cs"/>
              </a:defRPr>
            </a:lvl5pPr>
            <a:lvl6pPr marL="2514600"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a:lstStyle>
          <a:p>
            <a:pPr>
              <a:defRPr/>
            </a:pPr>
            <a:r>
              <a:rPr lang="fr-FR" dirty="0">
                <a:latin typeface="Now"/>
              </a:rPr>
              <a:t>Pas le temps de lire la littérature publiée
Pas le temps de relire les articles
L’IA détruit le processus d’évaluation par les pairs (dans la rédaction des articles et dans la rédaction de l’évaluation)
Les coûts structurels – les systèmes de soumission – augmentent sans valeur ajoutée
Les éditeurs et les </a:t>
            </a:r>
            <a:r>
              <a:rPr lang="fr-FR" dirty="0" err="1">
                <a:latin typeface="Now"/>
              </a:rPr>
              <a:t>reviewers</a:t>
            </a:r>
            <a:r>
              <a:rPr lang="fr-FR" dirty="0">
                <a:latin typeface="Now"/>
              </a:rPr>
              <a:t> ne sont toujours pas payés pour faire leur travail
Tout cela est dit sans discuter d’autres aspects de la science ouverte : l’accès (et l’examen) des données, des scripts, des méthodes, la reproductibilité computationnelle, qui coûterait également plus cher à prendre en charge
Nous n’avons aucune preuve que le système d’évaluation par les pairs fonctionne comme prévu
Nous avons des indications que ce n’est pas le cas (problème de tiroir à dossiers - p-hacking – </a:t>
            </a:r>
            <a:r>
              <a:rPr lang="fr-FR" dirty="0" err="1">
                <a:latin typeface="Now"/>
              </a:rPr>
              <a:t>paper</a:t>
            </a:r>
            <a:r>
              <a:rPr lang="fr-FR" dirty="0">
                <a:latin typeface="Now"/>
              </a:rPr>
              <a:t> </a:t>
            </a:r>
            <a:r>
              <a:rPr lang="fr-FR" dirty="0" err="1">
                <a:latin typeface="Now"/>
              </a:rPr>
              <a:t>mills</a:t>
            </a:r>
            <a:r>
              <a:rPr lang="fr-FR" dirty="0">
                <a:latin typeface="Now"/>
              </a:rPr>
              <a:t> - manipulation de données et d’images - fausses revues - numéros « spéciaux » - comités de rédaction truqués - réseau non éthique de pairs examinateurs...)
Mais (pour autant que je sache) nous n’avons pas de meilleurs systèmes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55938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396306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D6EFF3-CD04-1264-5818-119573BCDCFA}"/>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E404BC78-F80F-E8E5-A631-0E8F1764B9C4}"/>
              </a:ext>
            </a:extLst>
          </p:cNvPr>
          <p:cNvSpPr>
            <a:spLocks noGrp="1"/>
          </p:cNvSpPr>
          <p:nvPr>
            <p:ph idx="1"/>
          </p:nvPr>
        </p:nvSpPr>
        <p:spPr/>
        <p:txBody>
          <a:bodyPr/>
          <a:lstStyle/>
          <a:p>
            <a:endParaRPr lang="fr-FR"/>
          </a:p>
        </p:txBody>
      </p:sp>
      <p:pic>
        <p:nvPicPr>
          <p:cNvPr id="5" name="Image 4">
            <a:extLst>
              <a:ext uri="{FF2B5EF4-FFF2-40B4-BE49-F238E27FC236}">
                <a16:creationId xmlns:a16="http://schemas.microsoft.com/office/drawing/2014/main" id="{D77A56E5-4ACE-466F-D689-CD3EE8387E21}"/>
              </a:ext>
            </a:extLst>
          </p:cNvPr>
          <p:cNvPicPr>
            <a:picLocks noChangeAspect="1"/>
          </p:cNvPicPr>
          <p:nvPr/>
        </p:nvPicPr>
        <p:blipFill>
          <a:blip r:embed="rId2"/>
          <a:stretch>
            <a:fillRect/>
          </a:stretch>
        </p:blipFill>
        <p:spPr>
          <a:xfrm>
            <a:off x="465856" y="274638"/>
            <a:ext cx="9135346" cy="3995842"/>
          </a:xfrm>
          <a:prstGeom prst="rect">
            <a:avLst/>
          </a:prstGeom>
        </p:spPr>
      </p:pic>
      <p:pic>
        <p:nvPicPr>
          <p:cNvPr id="7" name="Image 6">
            <a:extLst>
              <a:ext uri="{FF2B5EF4-FFF2-40B4-BE49-F238E27FC236}">
                <a16:creationId xmlns:a16="http://schemas.microsoft.com/office/drawing/2014/main" id="{C871D069-3286-5ACF-2CBA-B2839129465B}"/>
              </a:ext>
            </a:extLst>
          </p:cNvPr>
          <p:cNvPicPr>
            <a:picLocks noChangeAspect="1"/>
          </p:cNvPicPr>
          <p:nvPr/>
        </p:nvPicPr>
        <p:blipFill>
          <a:blip r:embed="rId3"/>
          <a:stretch>
            <a:fillRect/>
          </a:stretch>
        </p:blipFill>
        <p:spPr>
          <a:xfrm>
            <a:off x="609600" y="4152900"/>
            <a:ext cx="10521426" cy="5645163"/>
          </a:xfrm>
          <a:prstGeom prst="rect">
            <a:avLst/>
          </a:prstGeom>
        </p:spPr>
      </p:pic>
      <p:pic>
        <p:nvPicPr>
          <p:cNvPr id="9" name="Image 8">
            <a:extLst>
              <a:ext uri="{FF2B5EF4-FFF2-40B4-BE49-F238E27FC236}">
                <a16:creationId xmlns:a16="http://schemas.microsoft.com/office/drawing/2014/main" id="{11A9CD61-524B-096A-DE40-3DE45AFBB19E}"/>
              </a:ext>
            </a:extLst>
          </p:cNvPr>
          <p:cNvPicPr>
            <a:picLocks noChangeAspect="1"/>
          </p:cNvPicPr>
          <p:nvPr/>
        </p:nvPicPr>
        <p:blipFill>
          <a:blip r:embed="rId4"/>
          <a:stretch>
            <a:fillRect/>
          </a:stretch>
        </p:blipFill>
        <p:spPr>
          <a:xfrm>
            <a:off x="10591800" y="274638"/>
            <a:ext cx="7239000" cy="5281329"/>
          </a:xfrm>
          <a:prstGeom prst="rect">
            <a:avLst/>
          </a:prstGeom>
        </p:spPr>
      </p:pic>
      <p:pic>
        <p:nvPicPr>
          <p:cNvPr id="13" name="Image 12">
            <a:extLst>
              <a:ext uri="{FF2B5EF4-FFF2-40B4-BE49-F238E27FC236}">
                <a16:creationId xmlns:a16="http://schemas.microsoft.com/office/drawing/2014/main" id="{4FF1552A-16D5-B4F0-394C-695FFC6D734C}"/>
              </a:ext>
            </a:extLst>
          </p:cNvPr>
          <p:cNvPicPr>
            <a:picLocks noChangeAspect="1"/>
          </p:cNvPicPr>
          <p:nvPr/>
        </p:nvPicPr>
        <p:blipFill>
          <a:blip r:embed="rId5"/>
          <a:stretch>
            <a:fillRect/>
          </a:stretch>
        </p:blipFill>
        <p:spPr>
          <a:xfrm>
            <a:off x="783820" y="1480606"/>
            <a:ext cx="7059010" cy="7668695"/>
          </a:xfrm>
          <a:prstGeom prst="rect">
            <a:avLst/>
          </a:prstGeom>
        </p:spPr>
      </p:pic>
      <p:pic>
        <p:nvPicPr>
          <p:cNvPr id="11" name="Image 10">
            <a:extLst>
              <a:ext uri="{FF2B5EF4-FFF2-40B4-BE49-F238E27FC236}">
                <a16:creationId xmlns:a16="http://schemas.microsoft.com/office/drawing/2014/main" id="{59988711-B4C1-519F-07BA-4AA028163AB1}"/>
              </a:ext>
            </a:extLst>
          </p:cNvPr>
          <p:cNvPicPr>
            <a:picLocks noChangeAspect="1"/>
          </p:cNvPicPr>
          <p:nvPr/>
        </p:nvPicPr>
        <p:blipFill>
          <a:blip r:embed="rId6"/>
          <a:stretch>
            <a:fillRect/>
          </a:stretch>
        </p:blipFill>
        <p:spPr>
          <a:xfrm>
            <a:off x="10363200" y="5676900"/>
            <a:ext cx="7023652" cy="4807634"/>
          </a:xfrm>
          <a:prstGeom prst="rect">
            <a:avLst/>
          </a:prstGeom>
        </p:spPr>
      </p:pic>
      <p:pic>
        <p:nvPicPr>
          <p:cNvPr id="15" name="Image 14">
            <a:extLst>
              <a:ext uri="{FF2B5EF4-FFF2-40B4-BE49-F238E27FC236}">
                <a16:creationId xmlns:a16="http://schemas.microsoft.com/office/drawing/2014/main" id="{08069EF6-B9F5-641E-87BD-E9F3BF29E256}"/>
              </a:ext>
            </a:extLst>
          </p:cNvPr>
          <p:cNvPicPr>
            <a:picLocks noChangeAspect="1"/>
          </p:cNvPicPr>
          <p:nvPr/>
        </p:nvPicPr>
        <p:blipFill>
          <a:blip r:embed="rId7"/>
          <a:stretch>
            <a:fillRect/>
          </a:stretch>
        </p:blipFill>
        <p:spPr>
          <a:xfrm>
            <a:off x="8957024" y="3689094"/>
            <a:ext cx="8659262" cy="3134085"/>
          </a:xfrm>
          <a:prstGeom prst="rect">
            <a:avLst/>
          </a:prstGeom>
        </p:spPr>
      </p:pic>
      <p:pic>
        <p:nvPicPr>
          <p:cNvPr id="1026" name="Picture 2">
            <a:extLst>
              <a:ext uri="{FF2B5EF4-FFF2-40B4-BE49-F238E27FC236}">
                <a16:creationId xmlns:a16="http://schemas.microsoft.com/office/drawing/2014/main" id="{E8558331-00C8-65B6-316B-E1D5053AC1F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90711" y="0"/>
            <a:ext cx="10750550" cy="10287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1899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1026"/>
                                        </p:tgtEl>
                                        <p:attrNameLst>
                                          <p:attrName>style.visibility</p:attrName>
                                        </p:attrNameLst>
                                      </p:cBhvr>
                                      <p:to>
                                        <p:strVal val="visible"/>
                                      </p:to>
                                    </p:set>
                                    <p:animEffect transition="in" filter="fade">
                                      <p:cBhvr>
                                        <p:cTn id="31" dur="1000"/>
                                        <p:tgtEl>
                                          <p:spTgt spid="1026"/>
                                        </p:tgtEl>
                                      </p:cBhvr>
                                    </p:animEffect>
                                    <p:anim calcmode="lin" valueType="num">
                                      <p:cBhvr>
                                        <p:cTn id="32" dur="1000" fill="hold"/>
                                        <p:tgtEl>
                                          <p:spTgt spid="1026"/>
                                        </p:tgtEl>
                                        <p:attrNameLst>
                                          <p:attrName>ppt_x</p:attrName>
                                        </p:attrNameLst>
                                      </p:cBhvr>
                                      <p:tavLst>
                                        <p:tav tm="0">
                                          <p:val>
                                            <p:strVal val="#ppt_x"/>
                                          </p:val>
                                        </p:tav>
                                        <p:tav tm="100000">
                                          <p:val>
                                            <p:strVal val="#ppt_x"/>
                                          </p:val>
                                        </p:tav>
                                      </p:tavLst>
                                    </p:anim>
                                    <p:anim calcmode="lin" valueType="num">
                                      <p:cBhvr>
                                        <p:cTn id="33" dur="1000" fill="hold"/>
                                        <p:tgtEl>
                                          <p:spTgt spid="10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408056756" name="Titre 1"/>
          <p:cNvSpPr>
            <a:spLocks noGrp="1"/>
          </p:cNvSpPr>
          <p:nvPr>
            <p:ph type="title"/>
          </p:nvPr>
        </p:nvSpPr>
        <p:spPr bwMode="auto">
          <a:xfrm>
            <a:off x="1828800" y="342900"/>
            <a:ext cx="15087600" cy="2354262"/>
          </a:xfrm>
        </p:spPr>
        <p:txBody>
          <a:bodyPr>
            <a:normAutofit/>
          </a:bodyPr>
          <a:lstStyle/>
          <a:p>
            <a:pPr>
              <a:defRPr/>
            </a:pPr>
            <a:r>
              <a:rPr lang="fr-FR" b="1" dirty="0">
                <a:latin typeface="Now"/>
              </a:rPr>
              <a:t>Pourquoi tant de différence ?</a:t>
            </a:r>
            <a:endParaRPr dirty="0"/>
          </a:p>
        </p:txBody>
      </p:sp>
      <p:sp>
        <p:nvSpPr>
          <p:cNvPr id="1604624330" name="Espace réservé du contenu 2"/>
          <p:cNvSpPr>
            <a:spLocks noGrp="1"/>
          </p:cNvSpPr>
          <p:nvPr>
            <p:ph idx="1"/>
          </p:nvPr>
        </p:nvSpPr>
        <p:spPr bwMode="auto">
          <a:xfrm>
            <a:off x="821531" y="2781299"/>
            <a:ext cx="8229600" cy="1028699"/>
          </a:xfrm>
        </p:spPr>
        <p:txBody>
          <a:bodyPr vertOverflow="overflow" horzOverflow="overflow" vert="horz" wrap="square" lIns="91440" tIns="45720" rIns="91440" bIns="45720" numCol="1" spcCol="0" rtlCol="0" fromWordArt="0" anchor="t" anchorCtr="0" forceAA="0" compatLnSpc="0">
            <a:normAutofit/>
          </a:bodyPr>
          <a:lstStyle/>
          <a:p>
            <a:pPr>
              <a:defRPr/>
            </a:pPr>
            <a:r>
              <a:rPr lang="fr-FR" dirty="0"/>
              <a:t>Nous ne savons pas</a:t>
            </a:r>
            <a:endParaRPr dirty="0"/>
          </a:p>
        </p:txBody>
      </p:sp>
      <p:sp>
        <p:nvSpPr>
          <p:cNvPr id="835379832" name="Espace réservé du contenu 2"/>
          <p:cNvSpPr txBox="1"/>
          <p:nvPr/>
        </p:nvSpPr>
        <p:spPr bwMode="auto">
          <a:xfrm>
            <a:off x="9296402" y="3467100"/>
            <a:ext cx="4419600" cy="1862478"/>
          </a:xfrm>
          <a:prstGeom prst="rect">
            <a:avLst/>
          </a:prstGeom>
        </p:spPr>
        <p:txBody>
          <a:bodyPr vert="horz" lIns="91440" tIns="45720" rIns="91440" bIns="45720" rtlCol="0">
            <a:normAutofit/>
          </a:bodyPr>
          <a:lstStyle>
            <a:lvl1pPr marL="342900" indent="-342900" algn="l" defTabSz="914400">
              <a:spcBef>
                <a:spcPts val="0"/>
              </a:spcBef>
              <a:buFont typeface="Arial"/>
              <a:buChar char="•"/>
              <a:defRPr sz="3200">
                <a:solidFill>
                  <a:schemeClr val="tx1"/>
                </a:solidFill>
                <a:latin typeface="+mn-lt"/>
                <a:ea typeface="+mn-ea"/>
                <a:cs typeface="+mn-cs"/>
              </a:defRPr>
            </a:lvl1pPr>
            <a:lvl2pPr marL="742950" indent="-285750" algn="l" defTabSz="914400">
              <a:spcBef>
                <a:spcPts val="0"/>
              </a:spcBef>
              <a:buFont typeface="Arial"/>
              <a:buChar char="–"/>
              <a:defRPr sz="2800">
                <a:solidFill>
                  <a:schemeClr val="tx1"/>
                </a:solidFill>
                <a:latin typeface="+mn-lt"/>
                <a:ea typeface="+mn-ea"/>
                <a:cs typeface="+mn-cs"/>
              </a:defRPr>
            </a:lvl2pPr>
            <a:lvl3pPr marL="1143000" indent="-228600" algn="l" defTabSz="914400">
              <a:spcBef>
                <a:spcPts val="0"/>
              </a:spcBef>
              <a:buFont typeface="Arial"/>
              <a:buChar char="•"/>
              <a:defRPr sz="2400">
                <a:solidFill>
                  <a:schemeClr val="tx1"/>
                </a:solidFill>
                <a:latin typeface="+mn-lt"/>
                <a:ea typeface="+mn-ea"/>
                <a:cs typeface="+mn-cs"/>
              </a:defRPr>
            </a:lvl3pPr>
            <a:lvl4pPr marL="1600200" indent="-228600" algn="l" defTabSz="914400">
              <a:spcBef>
                <a:spcPts val="0"/>
              </a:spcBef>
              <a:buFont typeface="Arial"/>
              <a:buChar char="–"/>
              <a:defRPr sz="2000">
                <a:solidFill>
                  <a:schemeClr val="tx1"/>
                </a:solidFill>
                <a:latin typeface="+mn-lt"/>
                <a:ea typeface="+mn-ea"/>
                <a:cs typeface="+mn-cs"/>
              </a:defRPr>
            </a:lvl4pPr>
            <a:lvl5pPr marL="2057400" indent="-228600" algn="l" defTabSz="914400">
              <a:spcBef>
                <a:spcPts val="0"/>
              </a:spcBef>
              <a:buFont typeface="Arial"/>
              <a:buChar char="»"/>
              <a:defRPr sz="2000">
                <a:solidFill>
                  <a:schemeClr val="tx1"/>
                </a:solidFill>
                <a:latin typeface="+mn-lt"/>
                <a:ea typeface="+mn-ea"/>
                <a:cs typeface="+mn-cs"/>
              </a:defRPr>
            </a:lvl5pPr>
            <a:lvl6pPr marL="2514600"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a:lstStyle>
          <a:p>
            <a:pPr>
              <a:defRPr/>
            </a:pPr>
            <a:r>
              <a:rPr lang="fr-FR" sz="2600" dirty="0">
                <a:latin typeface="Now"/>
              </a:rPr>
              <a:t>Systèmes de soumission
Correcteurs
Serveurs sécurisés (et parfois impression)</a:t>
            </a:r>
            <a:endParaRPr dirty="0"/>
          </a:p>
        </p:txBody>
      </p:sp>
      <p:sp>
        <p:nvSpPr>
          <p:cNvPr id="1163506193" name="Espace réservé du contenu 2"/>
          <p:cNvSpPr txBox="1"/>
          <p:nvPr/>
        </p:nvSpPr>
        <p:spPr bwMode="auto">
          <a:xfrm>
            <a:off x="9296401" y="5329577"/>
            <a:ext cx="6205329" cy="1012677"/>
          </a:xfrm>
          <a:prstGeom prst="rect">
            <a:avLst/>
          </a:prstGeom>
        </p:spPr>
        <p:txBody>
          <a:bodyPr vertOverflow="overflow" horzOverflow="overflow" vert="horz" wrap="square" lIns="91440" tIns="45720" rIns="91440" bIns="45720" numCol="1" spcCol="0" rtlCol="0" fromWordArt="0" anchor="t" anchorCtr="0" forceAA="0" compatLnSpc="0">
            <a:normAutofit/>
          </a:bodyPr>
          <a:lstStyle>
            <a:lvl1pPr marL="342900" indent="-342900" algn="l" defTabSz="914400">
              <a:spcBef>
                <a:spcPts val="0"/>
              </a:spcBef>
              <a:buFont typeface="Arial"/>
              <a:buChar char="•"/>
              <a:defRPr sz="3200">
                <a:solidFill>
                  <a:schemeClr val="tx1"/>
                </a:solidFill>
                <a:latin typeface="+mn-lt"/>
                <a:ea typeface="+mn-ea"/>
                <a:cs typeface="+mn-cs"/>
              </a:defRPr>
            </a:lvl1pPr>
            <a:lvl2pPr marL="742950" indent="-285750" algn="l" defTabSz="914400">
              <a:spcBef>
                <a:spcPts val="0"/>
              </a:spcBef>
              <a:buFont typeface="Arial"/>
              <a:buChar char="–"/>
              <a:defRPr sz="2800">
                <a:solidFill>
                  <a:schemeClr val="tx1"/>
                </a:solidFill>
                <a:latin typeface="+mn-lt"/>
                <a:ea typeface="+mn-ea"/>
                <a:cs typeface="+mn-cs"/>
              </a:defRPr>
            </a:lvl2pPr>
            <a:lvl3pPr marL="1143000" indent="-228600" algn="l" defTabSz="914400">
              <a:spcBef>
                <a:spcPts val="0"/>
              </a:spcBef>
              <a:buFont typeface="Arial"/>
              <a:buChar char="•"/>
              <a:defRPr sz="2400">
                <a:solidFill>
                  <a:schemeClr val="tx1"/>
                </a:solidFill>
                <a:latin typeface="+mn-lt"/>
                <a:ea typeface="+mn-ea"/>
                <a:cs typeface="+mn-cs"/>
              </a:defRPr>
            </a:lvl3pPr>
            <a:lvl4pPr marL="1600200" indent="-228600" algn="l" defTabSz="914400">
              <a:spcBef>
                <a:spcPts val="0"/>
              </a:spcBef>
              <a:buFont typeface="Arial"/>
              <a:buChar char="–"/>
              <a:defRPr sz="2000">
                <a:solidFill>
                  <a:schemeClr val="tx1"/>
                </a:solidFill>
                <a:latin typeface="+mn-lt"/>
                <a:ea typeface="+mn-ea"/>
                <a:cs typeface="+mn-cs"/>
              </a:defRPr>
            </a:lvl4pPr>
            <a:lvl5pPr marL="2057400" indent="-228600" algn="l" defTabSz="914400">
              <a:spcBef>
                <a:spcPts val="0"/>
              </a:spcBef>
              <a:buFont typeface="Arial"/>
              <a:buChar char="»"/>
              <a:defRPr sz="2000">
                <a:solidFill>
                  <a:schemeClr val="tx1"/>
                </a:solidFill>
                <a:latin typeface="+mn-lt"/>
                <a:ea typeface="+mn-ea"/>
                <a:cs typeface="+mn-cs"/>
              </a:defRPr>
            </a:lvl5pPr>
            <a:lvl6pPr marL="2514600"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a:lstStyle>
          <a:p>
            <a:pPr>
              <a:defRPr/>
            </a:pPr>
            <a:r>
              <a:rPr lang="fr-FR" sz="2600" dirty="0">
                <a:latin typeface="Now"/>
                <a:ea typeface="Now"/>
                <a:cs typeface="Now"/>
              </a:rPr>
              <a:t>L’inflation (mais elle augmente à un rythme plus élevé que l’inflation)</a:t>
            </a:r>
            <a:endParaRPr sz="2600" dirty="0"/>
          </a:p>
        </p:txBody>
      </p:sp>
      <p:sp>
        <p:nvSpPr>
          <p:cNvPr id="836364141" name="Espace réservé du contenu 2"/>
          <p:cNvSpPr txBox="1"/>
          <p:nvPr/>
        </p:nvSpPr>
        <p:spPr bwMode="auto">
          <a:xfrm>
            <a:off x="9372600" y="6342256"/>
            <a:ext cx="6205330" cy="960579"/>
          </a:xfrm>
          <a:prstGeom prst="rect">
            <a:avLst/>
          </a:prstGeom>
        </p:spPr>
        <p:txBody>
          <a:bodyPr vert="horz" lIns="91440" tIns="45720" rIns="91440" bIns="45720" rtlCol="0">
            <a:normAutofit/>
          </a:bodyPr>
          <a:lstStyle>
            <a:lvl1pPr marL="342900" indent="-342900" algn="l" defTabSz="914400">
              <a:spcBef>
                <a:spcPts val="0"/>
              </a:spcBef>
              <a:buFont typeface="Arial"/>
              <a:buChar char="•"/>
              <a:defRPr sz="3200">
                <a:solidFill>
                  <a:schemeClr val="tx1"/>
                </a:solidFill>
                <a:latin typeface="+mn-lt"/>
                <a:ea typeface="+mn-ea"/>
                <a:cs typeface="+mn-cs"/>
              </a:defRPr>
            </a:lvl1pPr>
            <a:lvl2pPr marL="742950" indent="-285750" algn="l" defTabSz="914400">
              <a:spcBef>
                <a:spcPts val="0"/>
              </a:spcBef>
              <a:buFont typeface="Arial"/>
              <a:buChar char="–"/>
              <a:defRPr sz="2800">
                <a:solidFill>
                  <a:schemeClr val="tx1"/>
                </a:solidFill>
                <a:latin typeface="+mn-lt"/>
                <a:ea typeface="+mn-ea"/>
                <a:cs typeface="+mn-cs"/>
              </a:defRPr>
            </a:lvl2pPr>
            <a:lvl3pPr marL="1143000" indent="-228600" algn="l" defTabSz="914400">
              <a:spcBef>
                <a:spcPts val="0"/>
              </a:spcBef>
              <a:buFont typeface="Arial"/>
              <a:buChar char="•"/>
              <a:defRPr sz="2400">
                <a:solidFill>
                  <a:schemeClr val="tx1"/>
                </a:solidFill>
                <a:latin typeface="+mn-lt"/>
                <a:ea typeface="+mn-ea"/>
                <a:cs typeface="+mn-cs"/>
              </a:defRPr>
            </a:lvl3pPr>
            <a:lvl4pPr marL="1600200" indent="-228600" algn="l" defTabSz="914400">
              <a:spcBef>
                <a:spcPts val="0"/>
              </a:spcBef>
              <a:buFont typeface="Arial"/>
              <a:buChar char="–"/>
              <a:defRPr sz="2000">
                <a:solidFill>
                  <a:schemeClr val="tx1"/>
                </a:solidFill>
                <a:latin typeface="+mn-lt"/>
                <a:ea typeface="+mn-ea"/>
                <a:cs typeface="+mn-cs"/>
              </a:defRPr>
            </a:lvl4pPr>
            <a:lvl5pPr marL="2057400" indent="-228600" algn="l" defTabSz="914400">
              <a:spcBef>
                <a:spcPts val="0"/>
              </a:spcBef>
              <a:buFont typeface="Arial"/>
              <a:buChar char="»"/>
              <a:defRPr sz="2000">
                <a:solidFill>
                  <a:schemeClr val="tx1"/>
                </a:solidFill>
                <a:latin typeface="+mn-lt"/>
                <a:ea typeface="+mn-ea"/>
                <a:cs typeface="+mn-cs"/>
              </a:defRPr>
            </a:lvl5pPr>
            <a:lvl6pPr marL="2514600"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a:lstStyle>
          <a:p>
            <a:pPr>
              <a:defRPr/>
            </a:pPr>
            <a:r>
              <a:rPr lang="fr-FR" sz="2600" dirty="0">
                <a:latin typeface="Now"/>
              </a:rPr>
              <a:t>La « perte d’argent » faite en faisant payer l’accès aux bibliothèques</a:t>
            </a:r>
          </a:p>
        </p:txBody>
      </p:sp>
      <p:sp>
        <p:nvSpPr>
          <p:cNvPr id="851011106" name="Espace réservé du contenu 2"/>
          <p:cNvSpPr txBox="1"/>
          <p:nvPr/>
        </p:nvSpPr>
        <p:spPr bwMode="auto">
          <a:xfrm>
            <a:off x="1774135" y="7581899"/>
            <a:ext cx="6205330" cy="1594176"/>
          </a:xfrm>
          <a:prstGeom prst="rect">
            <a:avLst/>
          </a:prstGeom>
        </p:spPr>
        <p:txBody>
          <a:bodyPr vert="horz" lIns="91440" tIns="45720" rIns="91440" bIns="45720" rtlCol="0">
            <a:normAutofit lnSpcReduction="10000"/>
          </a:bodyPr>
          <a:lstStyle>
            <a:lvl1pPr marL="342900" indent="-342900" algn="l" defTabSz="914400">
              <a:spcBef>
                <a:spcPts val="0"/>
              </a:spcBef>
              <a:buFont typeface="Arial"/>
              <a:buChar char="•"/>
              <a:defRPr sz="3200">
                <a:solidFill>
                  <a:schemeClr val="tx1"/>
                </a:solidFill>
                <a:latin typeface="+mn-lt"/>
                <a:ea typeface="+mn-ea"/>
                <a:cs typeface="+mn-cs"/>
              </a:defRPr>
            </a:lvl1pPr>
            <a:lvl2pPr marL="742950" indent="-285750" algn="l" defTabSz="914400">
              <a:spcBef>
                <a:spcPts val="0"/>
              </a:spcBef>
              <a:buFont typeface="Arial"/>
              <a:buChar char="–"/>
              <a:defRPr sz="2800">
                <a:solidFill>
                  <a:schemeClr val="tx1"/>
                </a:solidFill>
                <a:latin typeface="+mn-lt"/>
                <a:ea typeface="+mn-ea"/>
                <a:cs typeface="+mn-cs"/>
              </a:defRPr>
            </a:lvl2pPr>
            <a:lvl3pPr marL="1143000" indent="-228600" algn="l" defTabSz="914400">
              <a:spcBef>
                <a:spcPts val="0"/>
              </a:spcBef>
              <a:buFont typeface="Arial"/>
              <a:buChar char="•"/>
              <a:defRPr sz="2400">
                <a:solidFill>
                  <a:schemeClr val="tx1"/>
                </a:solidFill>
                <a:latin typeface="+mn-lt"/>
                <a:ea typeface="+mn-ea"/>
                <a:cs typeface="+mn-cs"/>
              </a:defRPr>
            </a:lvl3pPr>
            <a:lvl4pPr marL="1600200" indent="-228600" algn="l" defTabSz="914400">
              <a:spcBef>
                <a:spcPts val="0"/>
              </a:spcBef>
              <a:buFont typeface="Arial"/>
              <a:buChar char="–"/>
              <a:defRPr sz="2000">
                <a:solidFill>
                  <a:schemeClr val="tx1"/>
                </a:solidFill>
                <a:latin typeface="+mn-lt"/>
                <a:ea typeface="+mn-ea"/>
                <a:cs typeface="+mn-cs"/>
              </a:defRPr>
            </a:lvl4pPr>
            <a:lvl5pPr marL="2057400" indent="-228600" algn="l" defTabSz="914400">
              <a:spcBef>
                <a:spcPts val="0"/>
              </a:spcBef>
              <a:buFont typeface="Arial"/>
              <a:buChar char="»"/>
              <a:defRPr sz="2000">
                <a:solidFill>
                  <a:schemeClr val="tx1"/>
                </a:solidFill>
                <a:latin typeface="+mn-lt"/>
                <a:ea typeface="+mn-ea"/>
                <a:cs typeface="+mn-cs"/>
              </a:defRPr>
            </a:lvl5pPr>
            <a:lvl6pPr marL="2514600"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a:lstStyle>
          <a:p>
            <a:pPr>
              <a:defRPr/>
            </a:pPr>
            <a:r>
              <a:rPr lang="fr-FR" sz="2600" dirty="0">
                <a:latin typeface="Now"/>
              </a:rPr>
              <a:t>PCI : 200-300€ par article</a:t>
            </a:r>
          </a:p>
          <a:p>
            <a:pPr>
              <a:defRPr/>
            </a:pPr>
            <a:r>
              <a:rPr lang="fr-FR" sz="2600" dirty="0">
                <a:latin typeface="Now"/>
              </a:rPr>
              <a:t>IRSP -&gt; 500 par article
AEA -&gt; environ 900e par article
Collabra -&gt; 1500e par article</a:t>
            </a:r>
            <a:endParaRPr dirty="0"/>
          </a:p>
        </p:txBody>
      </p:sp>
      <p:sp>
        <p:nvSpPr>
          <p:cNvPr id="1782290480" name="Espace réservé du contenu 2"/>
          <p:cNvSpPr txBox="1"/>
          <p:nvPr/>
        </p:nvSpPr>
        <p:spPr bwMode="auto">
          <a:xfrm>
            <a:off x="8839199" y="8077200"/>
            <a:ext cx="6205329" cy="1098874"/>
          </a:xfrm>
          <a:prstGeom prst="rect">
            <a:avLst/>
          </a:prstGeom>
        </p:spPr>
        <p:txBody>
          <a:bodyPr vertOverflow="overflow" horzOverflow="overflow" vert="horz" wrap="square" lIns="91440" tIns="45720" rIns="91440" bIns="45720" numCol="1" spcCol="0" rtlCol="0" fromWordArt="0" anchor="t" anchorCtr="0" forceAA="0" compatLnSpc="0">
            <a:normAutofit fontScale="92500"/>
          </a:bodyPr>
          <a:lstStyle>
            <a:lvl1pPr marL="342900" indent="-342900" algn="l" defTabSz="914400">
              <a:spcBef>
                <a:spcPts val="0"/>
              </a:spcBef>
              <a:buFont typeface="Arial"/>
              <a:buChar char="•"/>
              <a:defRPr sz="3200">
                <a:solidFill>
                  <a:schemeClr val="tx1"/>
                </a:solidFill>
                <a:latin typeface="+mn-lt"/>
                <a:ea typeface="+mn-ea"/>
                <a:cs typeface="+mn-cs"/>
              </a:defRPr>
            </a:lvl1pPr>
            <a:lvl2pPr marL="742950" indent="-285750" algn="l" defTabSz="914400">
              <a:spcBef>
                <a:spcPts val="0"/>
              </a:spcBef>
              <a:buFont typeface="Arial"/>
              <a:buChar char="–"/>
              <a:defRPr sz="2800">
                <a:solidFill>
                  <a:schemeClr val="tx1"/>
                </a:solidFill>
                <a:latin typeface="+mn-lt"/>
                <a:ea typeface="+mn-ea"/>
                <a:cs typeface="+mn-cs"/>
              </a:defRPr>
            </a:lvl2pPr>
            <a:lvl3pPr marL="1143000" indent="-228600" algn="l" defTabSz="914400">
              <a:spcBef>
                <a:spcPts val="0"/>
              </a:spcBef>
              <a:buFont typeface="Arial"/>
              <a:buChar char="•"/>
              <a:defRPr sz="2400">
                <a:solidFill>
                  <a:schemeClr val="tx1"/>
                </a:solidFill>
                <a:latin typeface="+mn-lt"/>
                <a:ea typeface="+mn-ea"/>
                <a:cs typeface="+mn-cs"/>
              </a:defRPr>
            </a:lvl3pPr>
            <a:lvl4pPr marL="1600200" indent="-228600" algn="l" defTabSz="914400">
              <a:spcBef>
                <a:spcPts val="0"/>
              </a:spcBef>
              <a:buFont typeface="Arial"/>
              <a:buChar char="–"/>
              <a:defRPr sz="2000">
                <a:solidFill>
                  <a:schemeClr val="tx1"/>
                </a:solidFill>
                <a:latin typeface="+mn-lt"/>
                <a:ea typeface="+mn-ea"/>
                <a:cs typeface="+mn-cs"/>
              </a:defRPr>
            </a:lvl4pPr>
            <a:lvl5pPr marL="2057400" indent="-228600" algn="l" defTabSz="914400">
              <a:spcBef>
                <a:spcPts val="0"/>
              </a:spcBef>
              <a:buFont typeface="Arial"/>
              <a:buChar char="»"/>
              <a:defRPr sz="2000">
                <a:solidFill>
                  <a:schemeClr val="tx1"/>
                </a:solidFill>
                <a:latin typeface="+mn-lt"/>
                <a:ea typeface="+mn-ea"/>
                <a:cs typeface="+mn-cs"/>
              </a:defRPr>
            </a:lvl5pPr>
            <a:lvl6pPr marL="2514600" indent="-228600" algn="l" defTabSz="914400">
              <a:spcBef>
                <a:spcPts val="0"/>
              </a:spcBef>
              <a:buFont typeface="Arial"/>
              <a:buChar char="•"/>
              <a:defRPr sz="2000">
                <a:solidFill>
                  <a:schemeClr val="tx1"/>
                </a:solidFill>
                <a:latin typeface="+mn-lt"/>
                <a:ea typeface="+mn-ea"/>
                <a:cs typeface="+mn-cs"/>
              </a:defRPr>
            </a:lvl6pPr>
            <a:lvl7pPr marL="2971800" indent="-228600" algn="l" defTabSz="914400">
              <a:spcBef>
                <a:spcPts val="0"/>
              </a:spcBef>
              <a:buFont typeface="Arial"/>
              <a:buChar char="•"/>
              <a:defRPr sz="2000">
                <a:solidFill>
                  <a:schemeClr val="tx1"/>
                </a:solidFill>
                <a:latin typeface="+mn-lt"/>
                <a:ea typeface="+mn-ea"/>
                <a:cs typeface="+mn-cs"/>
              </a:defRPr>
            </a:lvl7pPr>
            <a:lvl8pPr marL="3429000" indent="-228600" algn="l" defTabSz="914400">
              <a:spcBef>
                <a:spcPts val="0"/>
              </a:spcBef>
              <a:buFont typeface="Arial"/>
              <a:buChar char="•"/>
              <a:defRPr sz="2000">
                <a:solidFill>
                  <a:schemeClr val="tx1"/>
                </a:solidFill>
                <a:latin typeface="+mn-lt"/>
                <a:ea typeface="+mn-ea"/>
                <a:cs typeface="+mn-cs"/>
              </a:defRPr>
            </a:lvl8pPr>
            <a:lvl9pPr marL="3886200" indent="-228600" algn="l" defTabSz="914400">
              <a:spcBef>
                <a:spcPts val="0"/>
              </a:spcBef>
              <a:buFont typeface="Arial"/>
              <a:buChar char="•"/>
              <a:defRPr sz="2000">
                <a:solidFill>
                  <a:schemeClr val="tx1"/>
                </a:solidFill>
                <a:latin typeface="+mn-lt"/>
                <a:ea typeface="+mn-ea"/>
                <a:cs typeface="+mn-cs"/>
              </a:defRPr>
            </a:lvl9pPr>
          </a:lstStyle>
          <a:p>
            <a:pPr>
              <a:defRPr/>
            </a:pPr>
            <a:r>
              <a:rPr lang="fr-FR" sz="2600" dirty="0">
                <a:latin typeface="Now"/>
              </a:rPr>
              <a:t>Plus de 1500e par article ?
Existe-t-il des moyens de réduire les coûts ?</a:t>
            </a:r>
            <a:endParaRPr dirty="0"/>
          </a:p>
        </p:txBody>
      </p:sp>
      <p:sp>
        <p:nvSpPr>
          <p:cNvPr id="749428380" name="ZoneTexte 749428379"/>
          <p:cNvSpPr txBox="1"/>
          <p:nvPr/>
        </p:nvSpPr>
        <p:spPr bwMode="auto">
          <a:xfrm>
            <a:off x="761999" y="3429000"/>
            <a:ext cx="5472230" cy="1094274"/>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482137" indent="-482137">
              <a:buFont typeface="Arial"/>
              <a:buChar char="•"/>
              <a:defRPr/>
            </a:pPr>
            <a:r>
              <a:rPr lang="fr-FR" sz="3200" dirty="0"/>
              <a:t>Même les éditeurs en chef de revue ne le savent pas.</a:t>
            </a:r>
            <a:endParaRPr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04624330"/>
                                        </p:tgtEl>
                                        <p:attrNameLst>
                                          <p:attrName>style.visibility</p:attrName>
                                        </p:attrNameLst>
                                      </p:cBhvr>
                                      <p:to>
                                        <p:strVal val="visible"/>
                                      </p:to>
                                    </p:set>
                                    <p:animEffect transition="in" filter="fade">
                                      <p:cBhvr>
                                        <p:cTn id="7" dur="500"/>
                                        <p:tgtEl>
                                          <p:spTgt spid="160462433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749428380"/>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83537983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16350619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836364141"/>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851011106"/>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17822904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52464006" name="Titre 1"/>
          <p:cNvSpPr>
            <a:spLocks noGrp="1"/>
          </p:cNvSpPr>
          <p:nvPr>
            <p:ph type="title"/>
          </p:nvPr>
        </p:nvSpPr>
        <p:spPr bwMode="auto">
          <a:xfrm>
            <a:off x="2133599" y="571499"/>
            <a:ext cx="14325599" cy="3778249"/>
          </a:xfrm>
        </p:spPr>
        <p:txBody>
          <a:bodyPr vertOverflow="overflow" horzOverflow="overflow" vert="horz" wrap="square" lIns="91440" tIns="45720" rIns="91440" bIns="45720" numCol="1" spcCol="0" rtlCol="0" fromWordArt="0" anchor="ctr" anchorCtr="0" forceAA="0" compatLnSpc="0">
            <a:normAutofit/>
          </a:bodyPr>
          <a:lstStyle/>
          <a:p>
            <a:pPr>
              <a:defRPr/>
            </a:pPr>
            <a:r>
              <a:rPr lang="fr-FR" dirty="0"/>
              <a:t>Les </a:t>
            </a:r>
            <a:r>
              <a:rPr lang="fr-FR" dirty="0" err="1"/>
              <a:t>APCs</a:t>
            </a:r>
            <a:r>
              <a:rPr lang="fr-FR" dirty="0"/>
              <a:t> sont une décision (récente) d’éditeurs à but lucratif de faire payer les auteurs pour publier le travail qu’ils ont écrit dans des revues qu’ils paient (encore) pour lire</a:t>
            </a:r>
            <a:endParaRPr dirty="0"/>
          </a:p>
        </p:txBody>
      </p:sp>
      <p:sp>
        <p:nvSpPr>
          <p:cNvPr id="1605558434" name="ZoneTexte 1605558433"/>
          <p:cNvSpPr txBox="1"/>
          <p:nvPr/>
        </p:nvSpPr>
        <p:spPr bwMode="auto">
          <a:xfrm>
            <a:off x="2580301" y="3628603"/>
            <a:ext cx="13607437" cy="781111"/>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ctr">
              <a:defRPr/>
            </a:pPr>
            <a:r>
              <a:rPr lang="fr-FR" sz="4400" dirty="0"/>
              <a:t>Dans un écosystème où tout est essentiellement un PDF</a:t>
            </a:r>
            <a:endParaRPr sz="4400" dirty="0"/>
          </a:p>
        </p:txBody>
      </p:sp>
      <p:sp>
        <p:nvSpPr>
          <p:cNvPr id="793149419" name="ZoneTexte 793149418"/>
          <p:cNvSpPr txBox="1"/>
          <p:nvPr/>
        </p:nvSpPr>
        <p:spPr bwMode="auto">
          <a:xfrm>
            <a:off x="2616744" y="6023053"/>
            <a:ext cx="14078137" cy="146989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lang="fr-FR" sz="4400" dirty="0"/>
              <a:t>Nous avons au moins besoin de comprendre ce que sont les APC et pour quoi exactement nous payons.</a:t>
            </a:r>
            <a:endParaRPr sz="4400" dirty="0"/>
          </a:p>
        </p:txBody>
      </p:sp>
      <p:sp>
        <p:nvSpPr>
          <p:cNvPr id="380800415" name="ZoneTexte 380800414"/>
          <p:cNvSpPr txBox="1"/>
          <p:nvPr/>
        </p:nvSpPr>
        <p:spPr bwMode="auto">
          <a:xfrm>
            <a:off x="767811" y="7319100"/>
            <a:ext cx="4349128" cy="781111"/>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lang="fr-FR" sz="4400" dirty="0"/>
              <a:t>Transparence</a:t>
            </a:r>
            <a:endParaRPr sz="4400" dirty="0"/>
          </a:p>
        </p:txBody>
      </p:sp>
      <p:sp>
        <p:nvSpPr>
          <p:cNvPr id="826442147" name="ZoneTexte 826442146"/>
          <p:cNvSpPr txBox="1"/>
          <p:nvPr/>
        </p:nvSpPr>
        <p:spPr bwMode="auto">
          <a:xfrm>
            <a:off x="4909755" y="7752657"/>
            <a:ext cx="7333009" cy="146989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defRPr/>
            </a:pPr>
            <a:r>
              <a:rPr lang="fr-FR" sz="4400" dirty="0"/>
              <a:t>Confiance dans le processus éditorial</a:t>
            </a:r>
            <a:endParaRPr sz="4400" dirty="0"/>
          </a:p>
        </p:txBody>
      </p:sp>
      <p:sp>
        <p:nvSpPr>
          <p:cNvPr id="52387263" name="ZoneTexte 52387262"/>
          <p:cNvSpPr txBox="1"/>
          <p:nvPr/>
        </p:nvSpPr>
        <p:spPr bwMode="auto">
          <a:xfrm>
            <a:off x="11734800" y="7752657"/>
            <a:ext cx="5785389" cy="2158668"/>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r">
              <a:defRPr/>
            </a:pPr>
            <a:r>
              <a:rPr lang="fr-FR" sz="4400" dirty="0"/>
              <a:t>Rationalisation et efficacité de la production scientifique</a:t>
            </a:r>
          </a:p>
        </p:txBody>
      </p:sp>
      <p:sp>
        <p:nvSpPr>
          <p:cNvPr id="2" name="ZoneTexte 1">
            <a:extLst>
              <a:ext uri="{FF2B5EF4-FFF2-40B4-BE49-F238E27FC236}">
                <a16:creationId xmlns:a16="http://schemas.microsoft.com/office/drawing/2014/main" id="{D7598042-0B54-A9B1-549F-35A4799296A6}"/>
              </a:ext>
            </a:extLst>
          </p:cNvPr>
          <p:cNvSpPr txBox="1"/>
          <p:nvPr/>
        </p:nvSpPr>
        <p:spPr bwMode="auto">
          <a:xfrm>
            <a:off x="2583614" y="4677310"/>
            <a:ext cx="13607437" cy="146989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ctr">
              <a:defRPr/>
            </a:pPr>
            <a:r>
              <a:rPr lang="fr-FR" sz="4400" dirty="0"/>
              <a:t>Sans aucune garanti que le prix payé correspond à une rigueur éthique</a:t>
            </a:r>
            <a:endParaRPr sz="4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246400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055584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793149419"/>
                                        </p:tgtEl>
                                        <p:attrNameLst>
                                          <p:attrName>style.visibility</p:attrName>
                                        </p:attrNameLst>
                                      </p:cBhvr>
                                      <p:to>
                                        <p:strVal val="visible"/>
                                      </p:to>
                                    </p:set>
                                    <p:animEffect transition="in" filter="fade">
                                      <p:cBhvr>
                                        <p:cTn id="15" dur="500"/>
                                        <p:tgtEl>
                                          <p:spTgt spid="793149419"/>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380800415"/>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826442147"/>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52387263"/>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White Modern Clean Minimalism Presentation (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Arial"/>
        <a:cs typeface="Arial"/>
      </a:majorFont>
      <a:minorFont>
        <a:latin typeface="Aptos"/>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White Modern Clean Minimalism Presentation (1)</Template>
  <TotalTime>4622</TotalTime>
  <Words>1846</Words>
  <Application>Microsoft Office PowerPoint</Application>
  <DocSecurity>0</DocSecurity>
  <PresentationFormat>Personnalisé</PresentationFormat>
  <Paragraphs>150</Paragraphs>
  <Slides>38</Slides>
  <Notes>27</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38</vt:i4>
      </vt:variant>
    </vt:vector>
  </HeadingPairs>
  <TitlesOfParts>
    <vt:vector size="48" baseType="lpstr">
      <vt:lpstr>Avenir LT Std 45 Book</vt:lpstr>
      <vt:lpstr>Calibri</vt:lpstr>
      <vt:lpstr>Harding</vt:lpstr>
      <vt:lpstr>Arial</vt:lpstr>
      <vt:lpstr>Aptos</vt:lpstr>
      <vt:lpstr>Now</vt:lpstr>
      <vt:lpstr>Now Bold</vt:lpstr>
      <vt:lpstr>Caladea</vt:lpstr>
      <vt:lpstr>Times New Roman</vt:lpstr>
      <vt:lpstr>White Modern Clean Minimalism Presentation (1)</vt:lpstr>
      <vt:lpstr>Présentation PowerPoint</vt:lpstr>
      <vt:lpstr>Présentation PowerPoint</vt:lpstr>
      <vt:lpstr>Présentation PowerPoint</vt:lpstr>
      <vt:lpstr>La PISS</vt:lpstr>
      <vt:lpstr>Présentation PowerPoint</vt:lpstr>
      <vt:lpstr>Présentation PowerPoint</vt:lpstr>
      <vt:lpstr>Présentation PowerPoint</vt:lpstr>
      <vt:lpstr>Présentation PowerPoint</vt:lpstr>
      <vt:lpstr>BMJ et JAMA</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Springer</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Exemple de l’Amérique du Sud</vt:lpstr>
      <vt:lpstr>Exemple historique</vt:lpstr>
      <vt:lpstr>Economics</vt:lpstr>
      <vt:lpstr>Psychology</vt:lpstr>
      <vt:lpstr>Biomédical</vt:lpstr>
      <vt:lpstr>Ajout de complexité</vt:lpstr>
      <vt:lpstr>Présentation PowerPoint</vt:lpstr>
      <vt:lpstr>Pourquoi tant de différence ?</vt:lpstr>
      <vt:lpstr>Les APCs sont une décision (récente) d’éditeurs à but lucratif de faire payer les auteurs pour publier le travail qu’ils ont écrit dans des revues qu’ils paient (encore) pour lire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Modern Clean Minimalism Presentation</dc:title>
  <dc:subject/>
  <dc:creator>adrien</dc:creator>
  <cp:keywords/>
  <dc:description/>
  <cp:lastModifiedBy>adrien fillon</cp:lastModifiedBy>
  <cp:revision>15</cp:revision>
  <dcterms:created xsi:type="dcterms:W3CDTF">2006-08-16T00:00:00Z</dcterms:created>
  <dcterms:modified xsi:type="dcterms:W3CDTF">2026-01-19T15:47:47Z</dcterms:modified>
  <cp:category/>
  <dc:identifier>DAGBQvl9viA</dc:identifier>
  <cp:contentStatus/>
  <dc:language/>
  <cp:version/>
</cp:coreProperties>
</file>