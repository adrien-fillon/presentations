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notesSlides/notesSlide4.xml" ContentType="application/vnd.openxmlformats-officedocument.presentationml.notesSlide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</p:sldIdLst>
  <p:sldSz cx="12192000" cy="6858000"/>
  <p:notesSz cx="6858000" cy="9144000"/>
  <p:defaultTextStyle>
    <a:defPPr>
      <a:defRPr lang="fr-F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677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14B932F7-FC3D-4F25-8AFC-76F2682AA511}" v="3" dt="2025-05-14T15:59:01.947"/>
    <p1510:client id="{46302961-1474-489D-AED3-904F3E99E4A5}" v="3" dt="2025-05-14T14:31:32.62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8959" autoAdjust="0"/>
    <p:restoredTop sz="94660"/>
  </p:normalViewPr>
  <p:slideViewPr>
    <p:cSldViewPr snapToGrid="0">
      <p:cViewPr varScale="1">
        <p:scale>
          <a:sx n="74" d="100"/>
          <a:sy n="74" d="100"/>
        </p:scale>
        <p:origin x="859" y="28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28" Type="http://schemas.microsoft.com/office/2015/10/relationships/revisionInfo" Target="revisionInfo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en fillon" userId="66f96a88708f0a3f" providerId="Windows Live" clId="Web-{FA9152B1-E5BF-433C-B5ED-1DF6C07F7F42}"/>
    <pc:docChg chg="modSld">
      <pc:chgData name="adrien fillon" userId="66f96a88708f0a3f" providerId="Windows Live" clId="Web-{FA9152B1-E5BF-433C-B5ED-1DF6C07F7F42}" dt="2025-05-13T14:36:08.242" v="44"/>
      <pc:docMkLst>
        <pc:docMk/>
      </pc:docMkLst>
      <pc:sldChg chg="modAnim">
        <pc:chgData name="adrien fillon" userId="66f96a88708f0a3f" providerId="Windows Live" clId="Web-{FA9152B1-E5BF-433C-B5ED-1DF6C07F7F42}" dt="2025-05-13T14:36:08.242" v="44"/>
        <pc:sldMkLst>
          <pc:docMk/>
          <pc:sldMk cId="1497445152" sldId="257"/>
        </pc:sldMkLst>
      </pc:sldChg>
      <pc:sldChg chg="addSp modSp addAnim modAnim">
        <pc:chgData name="adrien fillon" userId="66f96a88708f0a3f" providerId="Windows Live" clId="Web-{FA9152B1-E5BF-433C-B5ED-1DF6C07F7F42}" dt="2025-05-13T14:35:13.975" v="42"/>
        <pc:sldMkLst>
          <pc:docMk/>
          <pc:sldMk cId="3659711658" sldId="258"/>
        </pc:sldMkLst>
        <pc:spChg chg="add mod">
          <ac:chgData name="adrien fillon" userId="66f96a88708f0a3f" providerId="Windows Live" clId="Web-{FA9152B1-E5BF-433C-B5ED-1DF6C07F7F42}" dt="2025-05-13T14:35:02.255" v="41" actId="14100"/>
          <ac:spMkLst>
            <pc:docMk/>
            <pc:sldMk cId="3659711658" sldId="258"/>
            <ac:spMk id="15" creationId="{A0FB26C3-92CD-789A-3CD3-32A155C0E823}"/>
          </ac:spMkLst>
        </pc:spChg>
      </pc:sldChg>
      <pc:sldChg chg="modSp">
        <pc:chgData name="adrien fillon" userId="66f96a88708f0a3f" providerId="Windows Live" clId="Web-{FA9152B1-E5BF-433C-B5ED-1DF6C07F7F42}" dt="2025-05-13T14:33:47.721" v="34" actId="20577"/>
        <pc:sldMkLst>
          <pc:docMk/>
          <pc:sldMk cId="1160347229" sldId="264"/>
        </pc:sldMkLst>
        <pc:spChg chg="mod">
          <ac:chgData name="adrien fillon" userId="66f96a88708f0a3f" providerId="Windows Live" clId="Web-{FA9152B1-E5BF-433C-B5ED-1DF6C07F7F42}" dt="2025-05-13T14:33:47.721" v="34" actId="20577"/>
          <ac:spMkLst>
            <pc:docMk/>
            <pc:sldMk cId="1160347229" sldId="264"/>
            <ac:spMk id="5" creationId="{6138C76C-74A6-2DE5-2662-DA76C64E7917}"/>
          </ac:spMkLst>
        </pc:spChg>
      </pc:sldChg>
      <pc:sldChg chg="modAnim">
        <pc:chgData name="adrien fillon" userId="66f96a88708f0a3f" providerId="Windows Live" clId="Web-{FA9152B1-E5BF-433C-B5ED-1DF6C07F7F42}" dt="2025-05-13T14:33:04.641" v="25"/>
        <pc:sldMkLst>
          <pc:docMk/>
          <pc:sldMk cId="2762901036" sldId="272"/>
        </pc:sldMkLst>
      </pc:sldChg>
      <pc:sldChg chg="modSp">
        <pc:chgData name="adrien fillon" userId="66f96a88708f0a3f" providerId="Windows Live" clId="Web-{FA9152B1-E5BF-433C-B5ED-1DF6C07F7F42}" dt="2025-05-13T14:32:29.561" v="24" actId="20577"/>
        <pc:sldMkLst>
          <pc:docMk/>
          <pc:sldMk cId="783669972" sldId="275"/>
        </pc:sldMkLst>
        <pc:spChg chg="mod">
          <ac:chgData name="adrien fillon" userId="66f96a88708f0a3f" providerId="Windows Live" clId="Web-{FA9152B1-E5BF-433C-B5ED-1DF6C07F7F42}" dt="2025-05-13T14:32:29.561" v="24" actId="20577"/>
          <ac:spMkLst>
            <pc:docMk/>
            <pc:sldMk cId="783669972" sldId="275"/>
            <ac:spMk id="3" creationId="{4AA1221B-80FA-E108-0C49-F3DCE7191C39}"/>
          </ac:spMkLst>
        </pc:spChg>
      </pc:sldChg>
    </pc:docChg>
  </pc:docChgLst>
  <pc:docChgLst>
    <pc:chgData name="adrien fillon" userId="66f96a88708f0a3f" providerId="Windows Live" clId="Web-{C3C75846-0AE4-4586-99FB-DCD91F10E927}"/>
    <pc:docChg chg="addSld delSld modSld sldOrd modMainMaster">
      <pc:chgData name="adrien fillon" userId="66f96a88708f0a3f" providerId="Windows Live" clId="Web-{C3C75846-0AE4-4586-99FB-DCD91F10E927}" dt="2025-04-25T15:10:48.777" v="4754"/>
      <pc:docMkLst>
        <pc:docMk/>
      </pc:docMkLst>
      <pc:sldChg chg="addSp delSp modSp mod setBg">
        <pc:chgData name="adrien fillon" userId="66f96a88708f0a3f" providerId="Windows Live" clId="Web-{C3C75846-0AE4-4586-99FB-DCD91F10E927}" dt="2025-04-25T12:04:11.828" v="102"/>
        <pc:sldMkLst>
          <pc:docMk/>
          <pc:sldMk cId="3784089036" sldId="256"/>
        </pc:sldMkLst>
        <pc:spChg chg="mod">
          <ac:chgData name="adrien fillon" userId="66f96a88708f0a3f" providerId="Windows Live" clId="Web-{C3C75846-0AE4-4586-99FB-DCD91F10E927}" dt="2025-04-25T10:15:14.265" v="57" actId="1076"/>
          <ac:spMkLst>
            <pc:docMk/>
            <pc:sldMk cId="3784089036" sldId="256"/>
            <ac:spMk id="2" creationId="{00000000-0000-0000-0000-000000000000}"/>
          </ac:spMkLst>
        </pc:spChg>
        <pc:spChg chg="mod">
          <ac:chgData name="adrien fillon" userId="66f96a88708f0a3f" providerId="Windows Live" clId="Web-{C3C75846-0AE4-4586-99FB-DCD91F10E927}" dt="2025-04-25T10:15:25.578" v="58" actId="20577"/>
          <ac:spMkLst>
            <pc:docMk/>
            <pc:sldMk cId="3784089036" sldId="256"/>
            <ac:spMk id="3" creationId="{00000000-0000-0000-0000-000000000000}"/>
          </ac:spMkLst>
        </pc:spChg>
        <pc:picChg chg="add mod">
          <ac:chgData name="adrien fillon" userId="66f96a88708f0a3f" providerId="Windows Live" clId="Web-{C3C75846-0AE4-4586-99FB-DCD91F10E927}" dt="2025-04-25T10:13:23.188" v="41" actId="1076"/>
          <ac:picMkLst>
            <pc:docMk/>
            <pc:sldMk cId="3784089036" sldId="256"/>
            <ac:picMk id="4" creationId="{CADD9C90-551E-6E65-9115-C5DEE742AAC4}"/>
          </ac:picMkLst>
        </pc:picChg>
        <pc:picChg chg="add mod">
          <ac:chgData name="adrien fillon" userId="66f96a88708f0a3f" providerId="Windows Live" clId="Web-{C3C75846-0AE4-4586-99FB-DCD91F10E927}" dt="2025-04-25T10:15:11.640" v="55" actId="1076"/>
          <ac:picMkLst>
            <pc:docMk/>
            <pc:sldMk cId="3784089036" sldId="256"/>
            <ac:picMk id="6" creationId="{595C95C8-5907-BC5F-119D-FE425D30E4E3}"/>
          </ac:picMkLst>
        </pc:picChg>
        <pc:picChg chg="add mod">
          <ac:chgData name="adrien fillon" userId="66f96a88708f0a3f" providerId="Windows Live" clId="Web-{C3C75846-0AE4-4586-99FB-DCD91F10E927}" dt="2025-04-25T10:15:12.781" v="56" actId="1076"/>
          <ac:picMkLst>
            <pc:docMk/>
            <pc:sldMk cId="3784089036" sldId="256"/>
            <ac:picMk id="7" creationId="{EF88F81F-0F87-7C10-F549-03AB9C9C0982}"/>
          </ac:picMkLst>
        </pc:picChg>
      </pc:sldChg>
      <pc:sldChg chg="addSp delSp modSp new mod addAnim modNotes">
        <pc:chgData name="adrien fillon" userId="66f96a88708f0a3f" providerId="Windows Live" clId="Web-{C3C75846-0AE4-4586-99FB-DCD91F10E927}" dt="2025-04-25T12:19:10.430" v="404"/>
        <pc:sldMkLst>
          <pc:docMk/>
          <pc:sldMk cId="1497445152" sldId="257"/>
        </pc:sldMkLst>
        <pc:spChg chg="add mod">
          <ac:chgData name="adrien fillon" userId="66f96a88708f0a3f" providerId="Windows Live" clId="Web-{C3C75846-0AE4-4586-99FB-DCD91F10E927}" dt="2025-04-25T12:04:56.406" v="112" actId="1076"/>
          <ac:spMkLst>
            <pc:docMk/>
            <pc:sldMk cId="1497445152" sldId="257"/>
            <ac:spMk id="8" creationId="{64EADA79-B789-E135-1E6D-056D05C13287}"/>
          </ac:spMkLst>
        </pc:spChg>
        <pc:spChg chg="add mod">
          <ac:chgData name="adrien fillon" userId="66f96a88708f0a3f" providerId="Windows Live" clId="Web-{C3C75846-0AE4-4586-99FB-DCD91F10E927}" dt="2025-04-25T12:10:34.981" v="247" actId="1076"/>
          <ac:spMkLst>
            <pc:docMk/>
            <pc:sldMk cId="1497445152" sldId="257"/>
            <ac:spMk id="10" creationId="{5A8FBD14-0174-65E2-F198-CA5C71B09E54}"/>
          </ac:spMkLst>
        </pc:spChg>
        <pc:spChg chg="add mod">
          <ac:chgData name="adrien fillon" userId="66f96a88708f0a3f" providerId="Windows Live" clId="Web-{C3C75846-0AE4-4586-99FB-DCD91F10E927}" dt="2025-04-25T12:06:59.873" v="166" actId="20577"/>
          <ac:spMkLst>
            <pc:docMk/>
            <pc:sldMk cId="1497445152" sldId="257"/>
            <ac:spMk id="12" creationId="{97B16FB3-48D4-E0DD-FE54-C72FA213DA45}"/>
          </ac:spMkLst>
        </pc:spChg>
        <pc:spChg chg="add mod">
          <ac:chgData name="adrien fillon" userId="66f96a88708f0a3f" providerId="Windows Live" clId="Web-{C3C75846-0AE4-4586-99FB-DCD91F10E927}" dt="2025-04-25T12:08:28.826" v="226" actId="1076"/>
          <ac:spMkLst>
            <pc:docMk/>
            <pc:sldMk cId="1497445152" sldId="257"/>
            <ac:spMk id="14" creationId="{9077CE1F-C656-0405-768A-0E063F8EEFAC}"/>
          </ac:spMkLst>
        </pc:spChg>
        <pc:spChg chg="add mod">
          <ac:chgData name="adrien fillon" userId="66f96a88708f0a3f" providerId="Windows Live" clId="Web-{C3C75846-0AE4-4586-99FB-DCD91F10E927}" dt="2025-04-25T12:10:41.700" v="251" actId="20577"/>
          <ac:spMkLst>
            <pc:docMk/>
            <pc:sldMk cId="1497445152" sldId="257"/>
            <ac:spMk id="16" creationId="{C2124B26-B0C6-846D-1054-9D5117A57B51}"/>
          </ac:spMkLst>
        </pc:spChg>
        <pc:spChg chg="add mod">
          <ac:chgData name="adrien fillon" userId="66f96a88708f0a3f" providerId="Windows Live" clId="Web-{C3C75846-0AE4-4586-99FB-DCD91F10E927}" dt="2025-04-25T12:14:12.792" v="310" actId="20577"/>
          <ac:spMkLst>
            <pc:docMk/>
            <pc:sldMk cId="1497445152" sldId="257"/>
            <ac:spMk id="18" creationId="{12519A85-34A3-CD20-6CAD-309A3CA8C8A0}"/>
          </ac:spMkLst>
        </pc:spChg>
        <pc:spChg chg="add mod">
          <ac:chgData name="adrien fillon" userId="66f96a88708f0a3f" providerId="Windows Live" clId="Web-{C3C75846-0AE4-4586-99FB-DCD91F10E927}" dt="2025-04-25T12:17:00.072" v="346" actId="20577"/>
          <ac:spMkLst>
            <pc:docMk/>
            <pc:sldMk cId="1497445152" sldId="257"/>
            <ac:spMk id="20" creationId="{1CD23DBC-26BA-87C8-EF11-385773AEF4DA}"/>
          </ac:spMkLst>
        </pc:spChg>
        <pc:spChg chg="add mod">
          <ac:chgData name="adrien fillon" userId="66f96a88708f0a3f" providerId="Windows Live" clId="Web-{C3C75846-0AE4-4586-99FB-DCD91F10E927}" dt="2025-04-25T12:18:21.555" v="394" actId="1076"/>
          <ac:spMkLst>
            <pc:docMk/>
            <pc:sldMk cId="1497445152" sldId="257"/>
            <ac:spMk id="22" creationId="{51DD5921-150F-2381-8201-E6F1D07E7095}"/>
          </ac:spMkLst>
        </pc:spChg>
        <pc:picChg chg="add mod">
          <ac:chgData name="adrien fillon" userId="66f96a88708f0a3f" providerId="Windows Live" clId="Web-{C3C75846-0AE4-4586-99FB-DCD91F10E927}" dt="2025-04-25T12:03:35.297" v="93" actId="1076"/>
          <ac:picMkLst>
            <pc:docMk/>
            <pc:sldMk cId="1497445152" sldId="257"/>
            <ac:picMk id="4" creationId="{0A94B0F4-AC70-20C4-AEDE-C044B9099866}"/>
          </ac:picMkLst>
        </pc:picChg>
        <pc:cxnChg chg="add mod">
          <ac:chgData name="adrien fillon" userId="66f96a88708f0a3f" providerId="Windows Live" clId="Web-{C3C75846-0AE4-4586-99FB-DCD91F10E927}" dt="2025-04-25T12:05:00.249" v="113" actId="14100"/>
          <ac:cxnSpMkLst>
            <pc:docMk/>
            <pc:sldMk cId="1497445152" sldId="257"/>
            <ac:cxnSpMk id="9" creationId="{56892B66-8F3B-5ACF-7DFE-D4F4F372F423}"/>
          </ac:cxnSpMkLst>
        </pc:cxnChg>
        <pc:cxnChg chg="add mod">
          <ac:chgData name="adrien fillon" userId="66f96a88708f0a3f" providerId="Windows Live" clId="Web-{C3C75846-0AE4-4586-99FB-DCD91F10E927}" dt="2025-04-25T12:05:12.718" v="119" actId="14100"/>
          <ac:cxnSpMkLst>
            <pc:docMk/>
            <pc:sldMk cId="1497445152" sldId="257"/>
            <ac:cxnSpMk id="11" creationId="{716B113A-C4E0-5B00-10CB-44B56199DC4B}"/>
          </ac:cxnSpMkLst>
        </pc:cxnChg>
        <pc:cxnChg chg="add mod">
          <ac:chgData name="adrien fillon" userId="66f96a88708f0a3f" providerId="Windows Live" clId="Web-{C3C75846-0AE4-4586-99FB-DCD91F10E927}" dt="2025-04-25T12:06:36.905" v="133" actId="14100"/>
          <ac:cxnSpMkLst>
            <pc:docMk/>
            <pc:sldMk cId="1497445152" sldId="257"/>
            <ac:cxnSpMk id="13" creationId="{A1119DAB-478A-3FDC-2F60-BBB9C51B329F}"/>
          </ac:cxnSpMkLst>
        </pc:cxnChg>
        <pc:cxnChg chg="add mod">
          <ac:chgData name="adrien fillon" userId="66f96a88708f0a3f" providerId="Windows Live" clId="Web-{C3C75846-0AE4-4586-99FB-DCD91F10E927}" dt="2025-04-25T12:18:42.477" v="399" actId="1076"/>
          <ac:cxnSpMkLst>
            <pc:docMk/>
            <pc:sldMk cId="1497445152" sldId="257"/>
            <ac:cxnSpMk id="15" creationId="{36CB4AAF-401F-D003-5282-E19E49E89ED7}"/>
          </ac:cxnSpMkLst>
        </pc:cxnChg>
        <pc:cxnChg chg="add mod">
          <ac:chgData name="adrien fillon" userId="66f96a88708f0a3f" providerId="Windows Live" clId="Web-{C3C75846-0AE4-4586-99FB-DCD91F10E927}" dt="2025-04-25T12:08:38.701" v="231" actId="14100"/>
          <ac:cxnSpMkLst>
            <pc:docMk/>
            <pc:sldMk cId="1497445152" sldId="257"/>
            <ac:cxnSpMk id="17" creationId="{5F491F21-2AC3-C1BD-08BE-AD00BB1460CC}"/>
          </ac:cxnSpMkLst>
        </pc:cxnChg>
        <pc:cxnChg chg="add mod">
          <ac:chgData name="adrien fillon" userId="66f96a88708f0a3f" providerId="Windows Live" clId="Web-{C3C75846-0AE4-4586-99FB-DCD91F10E927}" dt="2025-04-25T12:14:21.417" v="313" actId="14100"/>
          <ac:cxnSpMkLst>
            <pc:docMk/>
            <pc:sldMk cId="1497445152" sldId="257"/>
            <ac:cxnSpMk id="19" creationId="{8450C4A1-E366-7FA1-9FAE-E669C913F266}"/>
          </ac:cxnSpMkLst>
        </pc:cxnChg>
        <pc:cxnChg chg="add mod">
          <ac:chgData name="adrien fillon" userId="66f96a88708f0a3f" providerId="Windows Live" clId="Web-{C3C75846-0AE4-4586-99FB-DCD91F10E927}" dt="2025-04-25T12:14:39.104" v="317" actId="14100"/>
          <ac:cxnSpMkLst>
            <pc:docMk/>
            <pc:sldMk cId="1497445152" sldId="257"/>
            <ac:cxnSpMk id="21" creationId="{26EDE910-A78B-79C1-B99C-A7094540815B}"/>
          </ac:cxnSpMkLst>
        </pc:cxnChg>
        <pc:cxnChg chg="add mod">
          <ac:chgData name="adrien fillon" userId="66f96a88708f0a3f" providerId="Windows Live" clId="Web-{C3C75846-0AE4-4586-99FB-DCD91F10E927}" dt="2025-04-25T12:17:52.649" v="351" actId="14100"/>
          <ac:cxnSpMkLst>
            <pc:docMk/>
            <pc:sldMk cId="1497445152" sldId="257"/>
            <ac:cxnSpMk id="23" creationId="{91300354-B886-3459-0482-6A708EBCF6E0}"/>
          </ac:cxnSpMkLst>
        </pc:cxnChg>
      </pc:sldChg>
      <pc:sldChg chg="addSp delSp modSp new modNotes">
        <pc:chgData name="adrien fillon" userId="66f96a88708f0a3f" providerId="Windows Live" clId="Web-{C3C75846-0AE4-4586-99FB-DCD91F10E927}" dt="2025-04-25T12:40:30.265" v="1051"/>
        <pc:sldMkLst>
          <pc:docMk/>
          <pc:sldMk cId="3659711658" sldId="258"/>
        </pc:sldMkLst>
        <pc:spChg chg="mod">
          <ac:chgData name="adrien fillon" userId="66f96a88708f0a3f" providerId="Windows Live" clId="Web-{C3C75846-0AE4-4586-99FB-DCD91F10E927}" dt="2025-04-25T12:23:45.602" v="457"/>
          <ac:spMkLst>
            <pc:docMk/>
            <pc:sldMk cId="3659711658" sldId="258"/>
            <ac:spMk id="2" creationId="{27CACDE1-7007-4130-246A-34E152B71256}"/>
          </ac:spMkLst>
        </pc:spChg>
        <pc:spChg chg="mod">
          <ac:chgData name="adrien fillon" userId="66f96a88708f0a3f" providerId="Windows Live" clId="Web-{C3C75846-0AE4-4586-99FB-DCD91F10E927}" dt="2025-04-25T12:27:48.897" v="526" actId="14100"/>
          <ac:spMkLst>
            <pc:docMk/>
            <pc:sldMk cId="3659711658" sldId="258"/>
            <ac:spMk id="3" creationId="{FE16043B-8245-BEA1-1CCC-D11DA0302894}"/>
          </ac:spMkLst>
        </pc:spChg>
        <pc:spChg chg="add del mod">
          <ac:chgData name="adrien fillon" userId="66f96a88708f0a3f" providerId="Windows Live" clId="Web-{C3C75846-0AE4-4586-99FB-DCD91F10E927}" dt="2025-04-25T12:24:49.695" v="480"/>
          <ac:spMkLst>
            <pc:docMk/>
            <pc:sldMk cId="3659711658" sldId="258"/>
            <ac:spMk id="6" creationId="{3BFBE698-7CB3-8CC2-01A8-3B3525F73D2F}"/>
          </ac:spMkLst>
        </pc:spChg>
        <pc:spChg chg="add mod">
          <ac:chgData name="adrien fillon" userId="66f96a88708f0a3f" providerId="Windows Live" clId="Web-{C3C75846-0AE4-4586-99FB-DCD91F10E927}" dt="2025-04-25T12:27:25.225" v="513" actId="1076"/>
          <ac:spMkLst>
            <pc:docMk/>
            <pc:sldMk cId="3659711658" sldId="258"/>
            <ac:spMk id="7" creationId="{148C8FFA-1D18-217E-F615-D950F1CF5F8B}"/>
          </ac:spMkLst>
        </pc:spChg>
        <pc:spChg chg="add mod">
          <ac:chgData name="adrien fillon" userId="66f96a88708f0a3f" providerId="Windows Live" clId="Web-{C3C75846-0AE4-4586-99FB-DCD91F10E927}" dt="2025-04-25T12:29:20.974" v="547"/>
          <ac:spMkLst>
            <pc:docMk/>
            <pc:sldMk cId="3659711658" sldId="258"/>
            <ac:spMk id="13" creationId="{901E088F-6DA6-D2B3-7C5B-84B9AC81C11B}"/>
          </ac:spMkLst>
        </pc:spChg>
        <pc:spChg chg="add mod">
          <ac:chgData name="adrien fillon" userId="66f96a88708f0a3f" providerId="Windows Live" clId="Web-{C3C75846-0AE4-4586-99FB-DCD91F10E927}" dt="2025-04-25T12:34:22.190" v="807" actId="14100"/>
          <ac:spMkLst>
            <pc:docMk/>
            <pc:sldMk cId="3659711658" sldId="258"/>
            <ac:spMk id="16" creationId="{895DD541-1797-BA94-7FE5-3AE15A7B2BA9}"/>
          </ac:spMkLst>
        </pc:spChg>
        <pc:spChg chg="add mod">
          <ac:chgData name="adrien fillon" userId="66f96a88708f0a3f" providerId="Windows Live" clId="Web-{C3C75846-0AE4-4586-99FB-DCD91F10E927}" dt="2025-04-25T12:34:56.112" v="817"/>
          <ac:spMkLst>
            <pc:docMk/>
            <pc:sldMk cId="3659711658" sldId="258"/>
            <ac:spMk id="17" creationId="{56010F0E-9B9B-9FD4-C613-943EBB92E1FB}"/>
          </ac:spMkLst>
        </pc:spChg>
        <pc:picChg chg="add mod">
          <ac:chgData name="adrien fillon" userId="66f96a88708f0a3f" providerId="Windows Live" clId="Web-{C3C75846-0AE4-4586-99FB-DCD91F10E927}" dt="2025-04-25T12:26:36.788" v="498" actId="1076"/>
          <ac:picMkLst>
            <pc:docMk/>
            <pc:sldMk cId="3659711658" sldId="258"/>
            <ac:picMk id="8" creationId="{E14E111E-34B2-95F3-8467-9ADB88C7269C}"/>
          </ac:picMkLst>
        </pc:picChg>
        <pc:picChg chg="add mod">
          <ac:chgData name="adrien fillon" userId="66f96a88708f0a3f" providerId="Windows Live" clId="Web-{C3C75846-0AE4-4586-99FB-DCD91F10E927}" dt="2025-04-25T12:28:20.646" v="535" actId="1076"/>
          <ac:picMkLst>
            <pc:docMk/>
            <pc:sldMk cId="3659711658" sldId="258"/>
            <ac:picMk id="12" creationId="{9723C2BB-A222-86AB-EFD5-8C459EC935E6}"/>
          </ac:picMkLst>
        </pc:picChg>
        <pc:picChg chg="add mod">
          <ac:chgData name="adrien fillon" userId="66f96a88708f0a3f" providerId="Windows Live" clId="Web-{C3C75846-0AE4-4586-99FB-DCD91F10E927}" dt="2025-04-25T12:39:01.704" v="863" actId="1076"/>
          <ac:picMkLst>
            <pc:docMk/>
            <pc:sldMk cId="3659711658" sldId="258"/>
            <ac:picMk id="18" creationId="{30F48727-3FCD-35FB-2D2C-1470079F0FC7}"/>
          </ac:picMkLst>
        </pc:picChg>
        <pc:cxnChg chg="add mod">
          <ac:chgData name="adrien fillon" userId="66f96a88708f0a3f" providerId="Windows Live" clId="Web-{C3C75846-0AE4-4586-99FB-DCD91F10E927}" dt="2025-04-25T12:27:54.084" v="527" actId="1076"/>
          <ac:cxnSpMkLst>
            <pc:docMk/>
            <pc:sldMk cId="3659711658" sldId="258"/>
            <ac:cxnSpMk id="4" creationId="{33987BE3-A58E-FE6E-10B0-7608B429A2F6}"/>
          </ac:cxnSpMkLst>
        </pc:cxnChg>
        <pc:cxnChg chg="add mod">
          <ac:chgData name="adrien fillon" userId="66f96a88708f0a3f" providerId="Windows Live" clId="Web-{C3C75846-0AE4-4586-99FB-DCD91F10E927}" dt="2025-04-25T12:28:28.537" v="536" actId="14100"/>
          <ac:cxnSpMkLst>
            <pc:docMk/>
            <pc:sldMk cId="3659711658" sldId="258"/>
            <ac:cxnSpMk id="10" creationId="{08ECAD5F-454E-2A48-4DB9-B32BCA6AE7FF}"/>
          </ac:cxnSpMkLst>
        </pc:cxnChg>
        <pc:cxnChg chg="add mod">
          <ac:chgData name="adrien fillon" userId="66f96a88708f0a3f" providerId="Windows Live" clId="Web-{C3C75846-0AE4-4586-99FB-DCD91F10E927}" dt="2025-04-25T12:35:18.205" v="859" actId="14100"/>
          <ac:cxnSpMkLst>
            <pc:docMk/>
            <pc:sldMk cId="3659711658" sldId="258"/>
            <ac:cxnSpMk id="11" creationId="{AFAC8CF1-5035-7B77-7E2B-2F0650885C8A}"/>
          </ac:cxnSpMkLst>
        </pc:cxnChg>
      </pc:sldChg>
      <pc:sldChg chg="addSp delSp modSp new modNotes">
        <pc:chgData name="adrien fillon" userId="66f96a88708f0a3f" providerId="Windows Live" clId="Web-{C3C75846-0AE4-4586-99FB-DCD91F10E927}" dt="2025-04-25T12:54:04.153" v="1171"/>
        <pc:sldMkLst>
          <pc:docMk/>
          <pc:sldMk cId="3104971179" sldId="259"/>
        </pc:sldMkLst>
        <pc:picChg chg="add mod ord">
          <ac:chgData name="adrien fillon" userId="66f96a88708f0a3f" providerId="Windows Live" clId="Web-{C3C75846-0AE4-4586-99FB-DCD91F10E927}" dt="2025-04-25T12:41:01.515" v="1055" actId="1076"/>
          <ac:picMkLst>
            <pc:docMk/>
            <pc:sldMk cId="3104971179" sldId="259"/>
            <ac:picMk id="4" creationId="{CAB573A4-4CBE-158C-C073-3D7EBC3AA1FF}"/>
          </ac:picMkLst>
        </pc:picChg>
      </pc:sldChg>
      <pc:sldChg chg="modSp new addAnim">
        <pc:chgData name="adrien fillon" userId="66f96a88708f0a3f" providerId="Windows Live" clId="Web-{C3C75846-0AE4-4586-99FB-DCD91F10E927}" dt="2025-04-25T12:56:37.981" v="1412"/>
        <pc:sldMkLst>
          <pc:docMk/>
          <pc:sldMk cId="101984652" sldId="260"/>
        </pc:sldMkLst>
        <pc:spChg chg="mod">
          <ac:chgData name="adrien fillon" userId="66f96a88708f0a3f" providerId="Windows Live" clId="Web-{C3C75846-0AE4-4586-99FB-DCD91F10E927}" dt="2025-04-25T12:55:21.778" v="1304" actId="20577"/>
          <ac:spMkLst>
            <pc:docMk/>
            <pc:sldMk cId="101984652" sldId="260"/>
            <ac:spMk id="2" creationId="{DCBFCD3A-ABD2-8546-01A3-89AED2369456}"/>
          </ac:spMkLst>
        </pc:spChg>
        <pc:spChg chg="mod">
          <ac:chgData name="adrien fillon" userId="66f96a88708f0a3f" providerId="Windows Live" clId="Web-{C3C75846-0AE4-4586-99FB-DCD91F10E927}" dt="2025-04-25T12:56:37.824" v="1411" actId="20577"/>
          <ac:spMkLst>
            <pc:docMk/>
            <pc:sldMk cId="101984652" sldId="260"/>
            <ac:spMk id="3" creationId="{3BEA404F-E17A-6AC4-981C-3DEED8F150F9}"/>
          </ac:spMkLst>
        </pc:spChg>
      </pc:sldChg>
      <pc:sldChg chg="addSp delSp modSp new ord addAnim delAnim">
        <pc:chgData name="adrien fillon" userId="66f96a88708f0a3f" providerId="Windows Live" clId="Web-{C3C75846-0AE4-4586-99FB-DCD91F10E927}" dt="2025-04-25T13:30:49.235" v="1527"/>
        <pc:sldMkLst>
          <pc:docMk/>
          <pc:sldMk cId="483087020" sldId="261"/>
        </pc:sldMkLst>
        <pc:picChg chg="add mod ord">
          <ac:chgData name="adrien fillon" userId="66f96a88708f0a3f" providerId="Windows Live" clId="Web-{C3C75846-0AE4-4586-99FB-DCD91F10E927}" dt="2025-04-25T13:08:20.147" v="1421" actId="1076"/>
          <ac:picMkLst>
            <pc:docMk/>
            <pc:sldMk cId="483087020" sldId="261"/>
            <ac:picMk id="4" creationId="{97D4FE7A-27BE-06FA-3BD5-CED4E66BEA0E}"/>
          </ac:picMkLst>
        </pc:picChg>
        <pc:picChg chg="add mod">
          <ac:chgData name="adrien fillon" userId="66f96a88708f0a3f" providerId="Windows Live" clId="Web-{C3C75846-0AE4-4586-99FB-DCD91F10E927}" dt="2025-04-25T13:08:42.397" v="1425" actId="1076"/>
          <ac:picMkLst>
            <pc:docMk/>
            <pc:sldMk cId="483087020" sldId="261"/>
            <ac:picMk id="5" creationId="{50F160F9-B8C3-7C4D-E7BB-69AE306E8819}"/>
          </ac:picMkLst>
        </pc:picChg>
        <pc:picChg chg="add mod">
          <ac:chgData name="adrien fillon" userId="66f96a88708f0a3f" providerId="Windows Live" clId="Web-{C3C75846-0AE4-4586-99FB-DCD91F10E927}" dt="2025-04-25T13:11:56.848" v="1436" actId="14100"/>
          <ac:picMkLst>
            <pc:docMk/>
            <pc:sldMk cId="483087020" sldId="261"/>
            <ac:picMk id="6" creationId="{4A1A7924-31CE-4F47-D8AA-C071872FE817}"/>
          </ac:picMkLst>
        </pc:picChg>
        <pc:picChg chg="add mod">
          <ac:chgData name="adrien fillon" userId="66f96a88708f0a3f" providerId="Windows Live" clId="Web-{C3C75846-0AE4-4586-99FB-DCD91F10E927}" dt="2025-04-25T13:11:59.348" v="1437" actId="1076"/>
          <ac:picMkLst>
            <pc:docMk/>
            <pc:sldMk cId="483087020" sldId="261"/>
            <ac:picMk id="7" creationId="{F8367E05-E079-5FDB-2B4F-F86EEDFBC490}"/>
          </ac:picMkLst>
        </pc:picChg>
        <pc:picChg chg="add mod">
          <ac:chgData name="adrien fillon" userId="66f96a88708f0a3f" providerId="Windows Live" clId="Web-{C3C75846-0AE4-4586-99FB-DCD91F10E927}" dt="2025-04-25T13:13:16.113" v="1441" actId="1076"/>
          <ac:picMkLst>
            <pc:docMk/>
            <pc:sldMk cId="483087020" sldId="261"/>
            <ac:picMk id="8" creationId="{DF283E41-947E-9246-A9E5-0B7467A3B2FC}"/>
          </ac:picMkLst>
        </pc:picChg>
        <pc:picChg chg="add mod">
          <ac:chgData name="adrien fillon" userId="66f96a88708f0a3f" providerId="Windows Live" clId="Web-{C3C75846-0AE4-4586-99FB-DCD91F10E927}" dt="2025-04-25T13:14:01.332" v="1448" actId="14100"/>
          <ac:picMkLst>
            <pc:docMk/>
            <pc:sldMk cId="483087020" sldId="261"/>
            <ac:picMk id="9" creationId="{A50CD5D0-6616-18C1-AF46-08F0A970FE21}"/>
          </ac:picMkLst>
        </pc:picChg>
        <pc:picChg chg="add mod">
          <ac:chgData name="adrien fillon" userId="66f96a88708f0a3f" providerId="Windows Live" clId="Web-{C3C75846-0AE4-4586-99FB-DCD91F10E927}" dt="2025-04-25T13:21:59.328" v="1478" actId="1076"/>
          <ac:picMkLst>
            <pc:docMk/>
            <pc:sldMk cId="483087020" sldId="261"/>
            <ac:picMk id="10" creationId="{538ECEB9-5D76-CC22-93FB-14E42006CD87}"/>
          </ac:picMkLst>
        </pc:picChg>
        <pc:picChg chg="add mod">
          <ac:chgData name="adrien fillon" userId="66f96a88708f0a3f" providerId="Windows Live" clId="Web-{C3C75846-0AE4-4586-99FB-DCD91F10E927}" dt="2025-04-25T13:22:04.453" v="1481" actId="1076"/>
          <ac:picMkLst>
            <pc:docMk/>
            <pc:sldMk cId="483087020" sldId="261"/>
            <ac:picMk id="11" creationId="{D8F5B34C-AC1E-59B0-CE6C-4FDCD79472F3}"/>
          </ac:picMkLst>
        </pc:picChg>
        <pc:picChg chg="add mod">
          <ac:chgData name="adrien fillon" userId="66f96a88708f0a3f" providerId="Windows Live" clId="Web-{C3C75846-0AE4-4586-99FB-DCD91F10E927}" dt="2025-04-25T13:22:08.656" v="1483" actId="1076"/>
          <ac:picMkLst>
            <pc:docMk/>
            <pc:sldMk cId="483087020" sldId="261"/>
            <ac:picMk id="12" creationId="{428BBC25-F006-8AE1-17A4-FB4E30C36984}"/>
          </ac:picMkLst>
        </pc:picChg>
        <pc:picChg chg="add mod">
          <ac:chgData name="adrien fillon" userId="66f96a88708f0a3f" providerId="Windows Live" clId="Web-{C3C75846-0AE4-4586-99FB-DCD91F10E927}" dt="2025-04-25T13:24:58.816" v="1493"/>
          <ac:picMkLst>
            <pc:docMk/>
            <pc:sldMk cId="483087020" sldId="261"/>
            <ac:picMk id="13" creationId="{59E90DFE-B55D-447C-F092-F3B800603E3D}"/>
          </ac:picMkLst>
        </pc:picChg>
        <pc:picChg chg="add mod">
          <ac:chgData name="adrien fillon" userId="66f96a88708f0a3f" providerId="Windows Live" clId="Web-{C3C75846-0AE4-4586-99FB-DCD91F10E927}" dt="2025-04-25T13:29:57.236" v="1497"/>
          <ac:picMkLst>
            <pc:docMk/>
            <pc:sldMk cId="483087020" sldId="261"/>
            <ac:picMk id="14" creationId="{6AA9CD65-571D-114C-1C1D-C3D19CB11B31}"/>
          </ac:picMkLst>
        </pc:picChg>
      </pc:sldChg>
      <pc:sldChg chg="modSp add replId">
        <pc:chgData name="adrien fillon" userId="66f96a88708f0a3f" providerId="Windows Live" clId="Web-{C3C75846-0AE4-4586-99FB-DCD91F10E927}" dt="2025-04-25T13:31:18.313" v="1606" actId="20577"/>
        <pc:sldMkLst>
          <pc:docMk/>
          <pc:sldMk cId="1596715765" sldId="262"/>
        </pc:sldMkLst>
        <pc:spChg chg="mod">
          <ac:chgData name="adrien fillon" userId="66f96a88708f0a3f" providerId="Windows Live" clId="Web-{C3C75846-0AE4-4586-99FB-DCD91F10E927}" dt="2025-04-25T13:31:02.126" v="1561" actId="20577"/>
          <ac:spMkLst>
            <pc:docMk/>
            <pc:sldMk cId="1596715765" sldId="262"/>
            <ac:spMk id="2" creationId="{1F1FF9A8-1D88-260F-F73B-98A3AE7D48F6}"/>
          </ac:spMkLst>
        </pc:spChg>
        <pc:spChg chg="mod">
          <ac:chgData name="adrien fillon" userId="66f96a88708f0a3f" providerId="Windows Live" clId="Web-{C3C75846-0AE4-4586-99FB-DCD91F10E927}" dt="2025-04-25T13:31:18.313" v="1606" actId="20577"/>
          <ac:spMkLst>
            <pc:docMk/>
            <pc:sldMk cId="1596715765" sldId="262"/>
            <ac:spMk id="3" creationId="{F1951F0A-B0E7-ECC2-EC5B-B544E8E66DF2}"/>
          </ac:spMkLst>
        </pc:spChg>
      </pc:sldChg>
      <pc:sldChg chg="addSp delSp modSp new addAnim delAnim">
        <pc:chgData name="adrien fillon" userId="66f96a88708f0a3f" providerId="Windows Live" clId="Web-{C3C75846-0AE4-4586-99FB-DCD91F10E927}" dt="2025-04-25T13:49:24.904" v="1871"/>
        <pc:sldMkLst>
          <pc:docMk/>
          <pc:sldMk cId="3610801602" sldId="263"/>
        </pc:sldMkLst>
        <pc:picChg chg="add mod ord">
          <ac:chgData name="adrien fillon" userId="66f96a88708f0a3f" providerId="Windows Live" clId="Web-{C3C75846-0AE4-4586-99FB-DCD91F10E927}" dt="2025-04-25T13:41:10.017" v="1617" actId="1076"/>
          <ac:picMkLst>
            <pc:docMk/>
            <pc:sldMk cId="3610801602" sldId="263"/>
            <ac:picMk id="4" creationId="{83C07ED9-58B3-CD0B-A2D1-1DECC55088BE}"/>
          </ac:picMkLst>
        </pc:picChg>
        <pc:picChg chg="add mod">
          <ac:chgData name="adrien fillon" userId="66f96a88708f0a3f" providerId="Windows Live" clId="Web-{C3C75846-0AE4-4586-99FB-DCD91F10E927}" dt="2025-04-25T13:46:07.843" v="1799"/>
          <ac:picMkLst>
            <pc:docMk/>
            <pc:sldMk cId="3610801602" sldId="263"/>
            <ac:picMk id="7" creationId="{5EB31C3D-E1E0-3378-EBE0-201BA28A6D6B}"/>
          </ac:picMkLst>
        </pc:picChg>
        <pc:picChg chg="add mod">
          <ac:chgData name="adrien fillon" userId="66f96a88708f0a3f" providerId="Windows Live" clId="Web-{C3C75846-0AE4-4586-99FB-DCD91F10E927}" dt="2025-04-25T13:46:07.843" v="1800"/>
          <ac:picMkLst>
            <pc:docMk/>
            <pc:sldMk cId="3610801602" sldId="263"/>
            <ac:picMk id="8" creationId="{625CCC67-94C2-EDAB-43C8-700A2144A3E2}"/>
          </ac:picMkLst>
        </pc:picChg>
        <pc:picChg chg="add mod">
          <ac:chgData name="adrien fillon" userId="66f96a88708f0a3f" providerId="Windows Live" clId="Web-{C3C75846-0AE4-4586-99FB-DCD91F10E927}" dt="2025-04-25T13:46:07.843" v="1801"/>
          <ac:picMkLst>
            <pc:docMk/>
            <pc:sldMk cId="3610801602" sldId="263"/>
            <ac:picMk id="9" creationId="{9AC03A15-2054-1DDD-06D1-81071CDE0917}"/>
          </ac:picMkLst>
        </pc:picChg>
        <pc:picChg chg="add mod">
          <ac:chgData name="adrien fillon" userId="66f96a88708f0a3f" providerId="Windows Live" clId="Web-{C3C75846-0AE4-4586-99FB-DCD91F10E927}" dt="2025-04-25T13:46:07.843" v="1802"/>
          <ac:picMkLst>
            <pc:docMk/>
            <pc:sldMk cId="3610801602" sldId="263"/>
            <ac:picMk id="10" creationId="{ED08A6A7-655A-4DBE-8002-1CF5DEF62BA3}"/>
          </ac:picMkLst>
        </pc:picChg>
        <pc:picChg chg="add mod">
          <ac:chgData name="adrien fillon" userId="66f96a88708f0a3f" providerId="Windows Live" clId="Web-{C3C75846-0AE4-4586-99FB-DCD91F10E927}" dt="2025-04-25T13:46:07.843" v="1803"/>
          <ac:picMkLst>
            <pc:docMk/>
            <pc:sldMk cId="3610801602" sldId="263"/>
            <ac:picMk id="11" creationId="{D2D64830-42DF-38D8-09E1-06F0A4FB62CF}"/>
          </ac:picMkLst>
        </pc:picChg>
        <pc:picChg chg="add mod">
          <ac:chgData name="adrien fillon" userId="66f96a88708f0a3f" providerId="Windows Live" clId="Web-{C3C75846-0AE4-4586-99FB-DCD91F10E927}" dt="2025-04-25T13:46:07.843" v="1804"/>
          <ac:picMkLst>
            <pc:docMk/>
            <pc:sldMk cId="3610801602" sldId="263"/>
            <ac:picMk id="12" creationId="{408FBBD7-09BB-5DC6-7A9A-BB4652F552A0}"/>
          </ac:picMkLst>
        </pc:picChg>
        <pc:picChg chg="add mod">
          <ac:chgData name="adrien fillon" userId="66f96a88708f0a3f" providerId="Windows Live" clId="Web-{C3C75846-0AE4-4586-99FB-DCD91F10E927}" dt="2025-04-25T13:46:07.843" v="1805"/>
          <ac:picMkLst>
            <pc:docMk/>
            <pc:sldMk cId="3610801602" sldId="263"/>
            <ac:picMk id="13" creationId="{9EE111D1-C17D-DE4F-8195-C154F2FF2115}"/>
          </ac:picMkLst>
        </pc:picChg>
        <pc:picChg chg="add mod">
          <ac:chgData name="adrien fillon" userId="66f96a88708f0a3f" providerId="Windows Live" clId="Web-{C3C75846-0AE4-4586-99FB-DCD91F10E927}" dt="2025-04-25T13:47:15.796" v="1839" actId="1076"/>
          <ac:picMkLst>
            <pc:docMk/>
            <pc:sldMk cId="3610801602" sldId="263"/>
            <ac:picMk id="14" creationId="{2C2BD433-8A25-46E4-3711-5D322E1C8A45}"/>
          </ac:picMkLst>
        </pc:picChg>
        <pc:picChg chg="add mod">
          <ac:chgData name="adrien fillon" userId="66f96a88708f0a3f" providerId="Windows Live" clId="Web-{C3C75846-0AE4-4586-99FB-DCD91F10E927}" dt="2025-04-25T13:46:07.843" v="1807"/>
          <ac:picMkLst>
            <pc:docMk/>
            <pc:sldMk cId="3610801602" sldId="263"/>
            <ac:picMk id="15" creationId="{67BD18AF-D8EF-429F-6D93-7732B49B4102}"/>
          </ac:picMkLst>
        </pc:picChg>
        <pc:picChg chg="add mod">
          <ac:chgData name="adrien fillon" userId="66f96a88708f0a3f" providerId="Windows Live" clId="Web-{C3C75846-0AE4-4586-99FB-DCD91F10E927}" dt="2025-04-25T13:46:07.843" v="1808"/>
          <ac:picMkLst>
            <pc:docMk/>
            <pc:sldMk cId="3610801602" sldId="263"/>
            <ac:picMk id="16" creationId="{82A52469-69CD-1520-550B-7BB99DAA2781}"/>
          </ac:picMkLst>
        </pc:picChg>
        <pc:picChg chg="add mod">
          <ac:chgData name="adrien fillon" userId="66f96a88708f0a3f" providerId="Windows Live" clId="Web-{C3C75846-0AE4-4586-99FB-DCD91F10E927}" dt="2025-04-25T13:46:07.843" v="1809"/>
          <ac:picMkLst>
            <pc:docMk/>
            <pc:sldMk cId="3610801602" sldId="263"/>
            <ac:picMk id="17" creationId="{A6DBEFA6-57EE-1786-22EA-1E7F845DED6C}"/>
          </ac:picMkLst>
        </pc:picChg>
        <pc:picChg chg="add mod">
          <ac:chgData name="adrien fillon" userId="66f96a88708f0a3f" providerId="Windows Live" clId="Web-{C3C75846-0AE4-4586-99FB-DCD91F10E927}" dt="2025-04-25T13:46:07.843" v="1810"/>
          <ac:picMkLst>
            <pc:docMk/>
            <pc:sldMk cId="3610801602" sldId="263"/>
            <ac:picMk id="19" creationId="{809CABF4-DD43-772E-D210-F1E5B28EE17D}"/>
          </ac:picMkLst>
        </pc:picChg>
        <pc:picChg chg="add mod">
          <ac:chgData name="adrien fillon" userId="66f96a88708f0a3f" providerId="Windows Live" clId="Web-{C3C75846-0AE4-4586-99FB-DCD91F10E927}" dt="2025-04-25T13:46:07.859" v="1811"/>
          <ac:picMkLst>
            <pc:docMk/>
            <pc:sldMk cId="3610801602" sldId="263"/>
            <ac:picMk id="20" creationId="{13AC8714-848A-CB1C-A020-4C7B4F7BE29F}"/>
          </ac:picMkLst>
        </pc:picChg>
        <pc:picChg chg="add mod">
          <ac:chgData name="adrien fillon" userId="66f96a88708f0a3f" providerId="Windows Live" clId="Web-{C3C75846-0AE4-4586-99FB-DCD91F10E927}" dt="2025-04-25T13:48:21.186" v="1864" actId="1076"/>
          <ac:picMkLst>
            <pc:docMk/>
            <pc:sldMk cId="3610801602" sldId="263"/>
            <ac:picMk id="21" creationId="{59C0C866-65FB-1924-BDFF-78A42BC510B2}"/>
          </ac:picMkLst>
        </pc:picChg>
        <pc:picChg chg="add mod">
          <ac:chgData name="adrien fillon" userId="66f96a88708f0a3f" providerId="Windows Live" clId="Web-{C3C75846-0AE4-4586-99FB-DCD91F10E927}" dt="2025-04-25T13:46:07.859" v="1813"/>
          <ac:picMkLst>
            <pc:docMk/>
            <pc:sldMk cId="3610801602" sldId="263"/>
            <ac:picMk id="22" creationId="{041A9BC7-DCAE-DC20-EA87-495AC497964D}"/>
          </ac:picMkLst>
        </pc:picChg>
        <pc:picChg chg="add mod">
          <ac:chgData name="adrien fillon" userId="66f96a88708f0a3f" providerId="Windows Live" clId="Web-{C3C75846-0AE4-4586-99FB-DCD91F10E927}" dt="2025-04-25T13:46:07.890" v="1814"/>
          <ac:picMkLst>
            <pc:docMk/>
            <pc:sldMk cId="3610801602" sldId="263"/>
            <ac:picMk id="23" creationId="{8D80B261-791D-44AC-6285-31EB5EAF8B24}"/>
          </ac:picMkLst>
        </pc:picChg>
        <pc:picChg chg="add mod">
          <ac:chgData name="adrien fillon" userId="66f96a88708f0a3f" providerId="Windows Live" clId="Web-{C3C75846-0AE4-4586-99FB-DCD91F10E927}" dt="2025-04-25T13:46:40.890" v="1829" actId="1076"/>
          <ac:picMkLst>
            <pc:docMk/>
            <pc:sldMk cId="3610801602" sldId="263"/>
            <ac:picMk id="24" creationId="{B94A93EE-1E0C-F7A5-4F8E-F935E78D0E73}"/>
          </ac:picMkLst>
        </pc:picChg>
        <pc:picChg chg="add mod">
          <ac:chgData name="adrien fillon" userId="66f96a88708f0a3f" providerId="Windows Live" clId="Web-{C3C75846-0AE4-4586-99FB-DCD91F10E927}" dt="2025-04-25T13:46:21.656" v="1818" actId="1076"/>
          <ac:picMkLst>
            <pc:docMk/>
            <pc:sldMk cId="3610801602" sldId="263"/>
            <ac:picMk id="25" creationId="{1923A51E-7E9B-81C8-5CD2-E49A67F81E55}"/>
          </ac:picMkLst>
        </pc:picChg>
        <pc:picChg chg="add mod">
          <ac:chgData name="adrien fillon" userId="66f96a88708f0a3f" providerId="Windows Live" clId="Web-{C3C75846-0AE4-4586-99FB-DCD91F10E927}" dt="2025-04-25T13:46:27.609" v="1822" actId="1076"/>
          <ac:picMkLst>
            <pc:docMk/>
            <pc:sldMk cId="3610801602" sldId="263"/>
            <ac:picMk id="26" creationId="{E6602B28-EC95-23E8-6DEA-6FD087B7A68D}"/>
          </ac:picMkLst>
        </pc:picChg>
        <pc:picChg chg="add mod">
          <ac:chgData name="adrien fillon" userId="66f96a88708f0a3f" providerId="Windows Live" clId="Web-{C3C75846-0AE4-4586-99FB-DCD91F10E927}" dt="2025-04-25T13:46:36.655" v="1826" actId="1076"/>
          <ac:picMkLst>
            <pc:docMk/>
            <pc:sldMk cId="3610801602" sldId="263"/>
            <ac:picMk id="27" creationId="{0B3C4659-15A5-6707-6CE1-EC42F579EC2B}"/>
          </ac:picMkLst>
        </pc:picChg>
        <pc:picChg chg="add mod">
          <ac:chgData name="adrien fillon" userId="66f96a88708f0a3f" providerId="Windows Live" clId="Web-{C3C75846-0AE4-4586-99FB-DCD91F10E927}" dt="2025-04-25T13:46:32.609" v="1825" actId="1076"/>
          <ac:picMkLst>
            <pc:docMk/>
            <pc:sldMk cId="3610801602" sldId="263"/>
            <ac:picMk id="28" creationId="{D6F07C0F-0122-C59C-8482-A867C2B8D638}"/>
          </ac:picMkLst>
        </pc:picChg>
        <pc:picChg chg="add mod">
          <ac:chgData name="adrien fillon" userId="66f96a88708f0a3f" providerId="Windows Live" clId="Web-{C3C75846-0AE4-4586-99FB-DCD91F10E927}" dt="2025-04-25T13:46:39.124" v="1828" actId="1076"/>
          <ac:picMkLst>
            <pc:docMk/>
            <pc:sldMk cId="3610801602" sldId="263"/>
            <ac:picMk id="29" creationId="{5DB5862A-C3E3-5F61-9CD4-B460F60C89E4}"/>
          </ac:picMkLst>
        </pc:picChg>
        <pc:picChg chg="add mod">
          <ac:chgData name="adrien fillon" userId="66f96a88708f0a3f" providerId="Windows Live" clId="Web-{C3C75846-0AE4-4586-99FB-DCD91F10E927}" dt="2025-04-25T13:46:43.530" v="1831" actId="1076"/>
          <ac:picMkLst>
            <pc:docMk/>
            <pc:sldMk cId="3610801602" sldId="263"/>
            <ac:picMk id="30" creationId="{488EFD7C-7E40-451B-316C-3B33278842E4}"/>
          </ac:picMkLst>
        </pc:picChg>
        <pc:cxnChg chg="add mod">
          <ac:chgData name="adrien fillon" userId="66f96a88708f0a3f" providerId="Windows Live" clId="Web-{C3C75846-0AE4-4586-99FB-DCD91F10E927}" dt="2025-04-25T13:47:42.077" v="1845" actId="1076"/>
          <ac:cxnSpMkLst>
            <pc:docMk/>
            <pc:sldMk cId="3610801602" sldId="263"/>
            <ac:cxnSpMk id="31" creationId="{94F1D6DB-D697-6827-C9CC-780ED44E7B52}"/>
          </ac:cxnSpMkLst>
        </pc:cxnChg>
        <pc:cxnChg chg="add mod">
          <ac:chgData name="adrien fillon" userId="66f96a88708f0a3f" providerId="Windows Live" clId="Web-{C3C75846-0AE4-4586-99FB-DCD91F10E927}" dt="2025-04-25T13:47:45.561" v="1848" actId="14100"/>
          <ac:cxnSpMkLst>
            <pc:docMk/>
            <pc:sldMk cId="3610801602" sldId="263"/>
            <ac:cxnSpMk id="32" creationId="{D1F1B65F-A481-0C2F-7E5D-ACD311412C01}"/>
          </ac:cxnSpMkLst>
        </pc:cxnChg>
        <pc:cxnChg chg="add mod">
          <ac:chgData name="adrien fillon" userId="66f96a88708f0a3f" providerId="Windows Live" clId="Web-{C3C75846-0AE4-4586-99FB-DCD91F10E927}" dt="2025-04-25T13:47:48.874" v="1851" actId="14100"/>
          <ac:cxnSpMkLst>
            <pc:docMk/>
            <pc:sldMk cId="3610801602" sldId="263"/>
            <ac:cxnSpMk id="33" creationId="{726096D6-F570-16E7-0129-51D725FE99D1}"/>
          </ac:cxnSpMkLst>
        </pc:cxnChg>
        <pc:cxnChg chg="add mod">
          <ac:chgData name="adrien fillon" userId="66f96a88708f0a3f" providerId="Windows Live" clId="Web-{C3C75846-0AE4-4586-99FB-DCD91F10E927}" dt="2025-04-25T13:47:52.092" v="1854" actId="14100"/>
          <ac:cxnSpMkLst>
            <pc:docMk/>
            <pc:sldMk cId="3610801602" sldId="263"/>
            <ac:cxnSpMk id="34" creationId="{A1BC6535-534B-78CE-FEE4-33CBEDB61F1C}"/>
          </ac:cxnSpMkLst>
        </pc:cxnChg>
        <pc:cxnChg chg="add mod">
          <ac:chgData name="adrien fillon" userId="66f96a88708f0a3f" providerId="Windows Live" clId="Web-{C3C75846-0AE4-4586-99FB-DCD91F10E927}" dt="2025-04-25T13:47:56.155" v="1857" actId="14100"/>
          <ac:cxnSpMkLst>
            <pc:docMk/>
            <pc:sldMk cId="3610801602" sldId="263"/>
            <ac:cxnSpMk id="35" creationId="{CF2368A3-6FDC-655E-C4F9-4F409F7246E8}"/>
          </ac:cxnSpMkLst>
        </pc:cxnChg>
        <pc:cxnChg chg="add mod">
          <ac:chgData name="adrien fillon" userId="66f96a88708f0a3f" providerId="Windows Live" clId="Web-{C3C75846-0AE4-4586-99FB-DCD91F10E927}" dt="2025-04-25T13:48:27.748" v="1866" actId="14100"/>
          <ac:cxnSpMkLst>
            <pc:docMk/>
            <pc:sldMk cId="3610801602" sldId="263"/>
            <ac:cxnSpMk id="36" creationId="{61D1F165-AB25-F3F2-0A84-76A9017967EA}"/>
          </ac:cxnSpMkLst>
        </pc:cxnChg>
        <pc:cxnChg chg="add mod">
          <ac:chgData name="adrien fillon" userId="66f96a88708f0a3f" providerId="Windows Live" clId="Web-{C3C75846-0AE4-4586-99FB-DCD91F10E927}" dt="2025-04-25T13:48:14.827" v="1863" actId="1076"/>
          <ac:cxnSpMkLst>
            <pc:docMk/>
            <pc:sldMk cId="3610801602" sldId="263"/>
            <ac:cxnSpMk id="37" creationId="{B1A1742E-21AB-8E88-5F20-5493D03D157D}"/>
          </ac:cxnSpMkLst>
        </pc:cxnChg>
        <pc:cxnChg chg="add mod">
          <ac:chgData name="adrien fillon" userId="66f96a88708f0a3f" providerId="Windows Live" clId="Web-{C3C75846-0AE4-4586-99FB-DCD91F10E927}" dt="2025-04-25T13:48:37.483" v="1870" actId="14100"/>
          <ac:cxnSpMkLst>
            <pc:docMk/>
            <pc:sldMk cId="3610801602" sldId="263"/>
            <ac:cxnSpMk id="38" creationId="{F877663D-6E05-E07D-FDC7-0E958BF7CC67}"/>
          </ac:cxnSpMkLst>
        </pc:cxnChg>
      </pc:sldChg>
      <pc:sldChg chg="addSp modSp new">
        <pc:chgData name="adrien fillon" userId="66f96a88708f0a3f" providerId="Windows Live" clId="Web-{C3C75846-0AE4-4586-99FB-DCD91F10E927}" dt="2025-04-25T14:02:51.868" v="2334" actId="1076"/>
        <pc:sldMkLst>
          <pc:docMk/>
          <pc:sldMk cId="1160347229" sldId="264"/>
        </pc:sldMkLst>
        <pc:spChg chg="mod">
          <ac:chgData name="adrien fillon" userId="66f96a88708f0a3f" providerId="Windows Live" clId="Web-{C3C75846-0AE4-4586-99FB-DCD91F10E927}" dt="2025-04-25T13:51:58.232" v="1909" actId="20577"/>
          <ac:spMkLst>
            <pc:docMk/>
            <pc:sldMk cId="1160347229" sldId="264"/>
            <ac:spMk id="2" creationId="{96EBB1C9-61B8-81F6-F773-A3A6D18E5AC4}"/>
          </ac:spMkLst>
        </pc:spChg>
        <pc:spChg chg="mod">
          <ac:chgData name="adrien fillon" userId="66f96a88708f0a3f" providerId="Windows Live" clId="Web-{C3C75846-0AE4-4586-99FB-DCD91F10E927}" dt="2025-04-25T14:00:37.088" v="2148" actId="20577"/>
          <ac:spMkLst>
            <pc:docMk/>
            <pc:sldMk cId="1160347229" sldId="264"/>
            <ac:spMk id="3" creationId="{63AB9AE0-48FA-9F6E-FB76-4B9C508BB816}"/>
          </ac:spMkLst>
        </pc:spChg>
        <pc:spChg chg="add mod">
          <ac:chgData name="adrien fillon" userId="66f96a88708f0a3f" providerId="Windows Live" clId="Web-{C3C75846-0AE4-4586-99FB-DCD91F10E927}" dt="2025-04-25T14:02:51.868" v="2334" actId="1076"/>
          <ac:spMkLst>
            <pc:docMk/>
            <pc:sldMk cId="1160347229" sldId="264"/>
            <ac:spMk id="5" creationId="{6138C76C-74A6-2DE5-2662-DA76C64E7917}"/>
          </ac:spMkLst>
        </pc:spChg>
        <pc:cxnChg chg="add mod">
          <ac:chgData name="adrien fillon" userId="66f96a88708f0a3f" providerId="Windows Live" clId="Web-{C3C75846-0AE4-4586-99FB-DCD91F10E927}" dt="2025-04-25T14:02:49.165" v="2333" actId="14100"/>
          <ac:cxnSpMkLst>
            <pc:docMk/>
            <pc:sldMk cId="1160347229" sldId="264"/>
            <ac:cxnSpMk id="4" creationId="{7782FAA1-CFA7-6ECB-C6B3-F1C125443A13}"/>
          </ac:cxnSpMkLst>
        </pc:cxnChg>
      </pc:sldChg>
      <pc:sldChg chg="addSp delSp modSp new add del">
        <pc:chgData name="adrien fillon" userId="66f96a88708f0a3f" providerId="Windows Live" clId="Web-{C3C75846-0AE4-4586-99FB-DCD91F10E927}" dt="2025-04-25T14:18:35.783" v="2599"/>
        <pc:sldMkLst>
          <pc:docMk/>
          <pc:sldMk cId="2658006196" sldId="265"/>
        </pc:sldMkLst>
        <pc:picChg chg="add mod ord">
          <ac:chgData name="adrien fillon" userId="66f96a88708f0a3f" providerId="Windows Live" clId="Web-{C3C75846-0AE4-4586-99FB-DCD91F10E927}" dt="2025-04-25T14:07:43.647" v="2341" actId="1076"/>
          <ac:picMkLst>
            <pc:docMk/>
            <pc:sldMk cId="2658006196" sldId="265"/>
            <ac:picMk id="4" creationId="{51E6FA61-FDA0-EB67-4B63-18601677CBED}"/>
          </ac:picMkLst>
        </pc:picChg>
        <pc:inkChg chg="add">
          <ac:chgData name="adrien fillon" userId="66f96a88708f0a3f" providerId="Windows Live" clId="Web-{C3C75846-0AE4-4586-99FB-DCD91F10E927}" dt="2025-04-25T14:08:43.037" v="2349"/>
          <ac:inkMkLst>
            <pc:docMk/>
            <pc:sldMk cId="2658006196" sldId="265"/>
            <ac:inkMk id="7" creationId="{118F25B0-BB4B-DE09-CC8B-0C471A485565}"/>
          </ac:inkMkLst>
        </pc:inkChg>
        <pc:inkChg chg="add">
          <ac:chgData name="adrien fillon" userId="66f96a88708f0a3f" providerId="Windows Live" clId="Web-{C3C75846-0AE4-4586-99FB-DCD91F10E927}" dt="2025-04-25T14:08:46.271" v="2350"/>
          <ac:inkMkLst>
            <pc:docMk/>
            <pc:sldMk cId="2658006196" sldId="265"/>
            <ac:inkMk id="8" creationId="{696B027A-88E5-CC90-4084-CEF836EB9353}"/>
          </ac:inkMkLst>
        </pc:inkChg>
        <pc:inkChg chg="add">
          <ac:chgData name="adrien fillon" userId="66f96a88708f0a3f" providerId="Windows Live" clId="Web-{C3C75846-0AE4-4586-99FB-DCD91F10E927}" dt="2025-04-25T14:08:51.381" v="2351"/>
          <ac:inkMkLst>
            <pc:docMk/>
            <pc:sldMk cId="2658006196" sldId="265"/>
            <ac:inkMk id="9" creationId="{FBDF3C6F-D6CD-62F9-BA7B-B7CAFF70595C}"/>
          </ac:inkMkLst>
        </pc:inkChg>
        <pc:inkChg chg="add">
          <ac:chgData name="adrien fillon" userId="66f96a88708f0a3f" providerId="Windows Live" clId="Web-{C3C75846-0AE4-4586-99FB-DCD91F10E927}" dt="2025-04-25T14:08:52.896" v="2352"/>
          <ac:inkMkLst>
            <pc:docMk/>
            <pc:sldMk cId="2658006196" sldId="265"/>
            <ac:inkMk id="10" creationId="{E8B90884-D33A-E266-45D4-010F740E824E}"/>
          </ac:inkMkLst>
        </pc:inkChg>
        <pc:inkChg chg="add">
          <ac:chgData name="adrien fillon" userId="66f96a88708f0a3f" providerId="Windows Live" clId="Web-{C3C75846-0AE4-4586-99FB-DCD91F10E927}" dt="2025-04-25T14:08:59.912" v="2353"/>
          <ac:inkMkLst>
            <pc:docMk/>
            <pc:sldMk cId="2658006196" sldId="265"/>
            <ac:inkMk id="11" creationId="{8F6328DB-0990-B534-27EE-455C8321F5B6}"/>
          </ac:inkMkLst>
        </pc:inkChg>
        <pc:inkChg chg="add">
          <ac:chgData name="adrien fillon" userId="66f96a88708f0a3f" providerId="Windows Live" clId="Web-{C3C75846-0AE4-4586-99FB-DCD91F10E927}" dt="2025-04-25T14:09:02.209" v="2354"/>
          <ac:inkMkLst>
            <pc:docMk/>
            <pc:sldMk cId="2658006196" sldId="265"/>
            <ac:inkMk id="12" creationId="{3ACF59BA-C1E6-35EF-19F1-5C602A8E6146}"/>
          </ac:inkMkLst>
        </pc:inkChg>
        <pc:inkChg chg="add">
          <ac:chgData name="adrien fillon" userId="66f96a88708f0a3f" providerId="Windows Live" clId="Web-{C3C75846-0AE4-4586-99FB-DCD91F10E927}" dt="2025-04-25T14:09:05.521" v="2355"/>
          <ac:inkMkLst>
            <pc:docMk/>
            <pc:sldMk cId="2658006196" sldId="265"/>
            <ac:inkMk id="13" creationId="{8ADAA1DB-1993-E1DF-7CB1-F0149DD3733C}"/>
          </ac:inkMkLst>
        </pc:inkChg>
        <pc:inkChg chg="add">
          <ac:chgData name="adrien fillon" userId="66f96a88708f0a3f" providerId="Windows Live" clId="Web-{C3C75846-0AE4-4586-99FB-DCD91F10E927}" dt="2025-04-25T14:09:21.802" v="2358"/>
          <ac:inkMkLst>
            <pc:docMk/>
            <pc:sldMk cId="2658006196" sldId="265"/>
            <ac:inkMk id="15" creationId="{6EFC3517-AC33-5E51-DB4F-BB54682EEDE1}"/>
          </ac:inkMkLst>
        </pc:inkChg>
        <pc:inkChg chg="add">
          <ac:chgData name="adrien fillon" userId="66f96a88708f0a3f" providerId="Windows Live" clId="Web-{C3C75846-0AE4-4586-99FB-DCD91F10E927}" dt="2025-04-25T14:09:24.209" v="2359"/>
          <ac:inkMkLst>
            <pc:docMk/>
            <pc:sldMk cId="2658006196" sldId="265"/>
            <ac:inkMk id="16" creationId="{4A2E1BDB-AB87-496A-72CD-F21A6E6938CA}"/>
          </ac:inkMkLst>
        </pc:inkChg>
        <pc:inkChg chg="add">
          <ac:chgData name="adrien fillon" userId="66f96a88708f0a3f" providerId="Windows Live" clId="Web-{C3C75846-0AE4-4586-99FB-DCD91F10E927}" dt="2025-04-25T14:09:30.193" v="2360"/>
          <ac:inkMkLst>
            <pc:docMk/>
            <pc:sldMk cId="2658006196" sldId="265"/>
            <ac:inkMk id="17" creationId="{7FB9DB1F-A91E-296D-15FE-48118D6ACF0D}"/>
          </ac:inkMkLst>
        </pc:inkChg>
        <pc:inkChg chg="add">
          <ac:chgData name="adrien fillon" userId="66f96a88708f0a3f" providerId="Windows Live" clId="Web-{C3C75846-0AE4-4586-99FB-DCD91F10E927}" dt="2025-04-25T14:09:31.896" v="2361"/>
          <ac:inkMkLst>
            <pc:docMk/>
            <pc:sldMk cId="2658006196" sldId="265"/>
            <ac:inkMk id="18" creationId="{94113CC9-2404-D0A0-8079-283270A97B63}"/>
          </ac:inkMkLst>
        </pc:inkChg>
        <pc:inkChg chg="add">
          <ac:chgData name="adrien fillon" userId="66f96a88708f0a3f" providerId="Windows Live" clId="Web-{C3C75846-0AE4-4586-99FB-DCD91F10E927}" dt="2025-04-25T14:09:33.287" v="2362"/>
          <ac:inkMkLst>
            <pc:docMk/>
            <pc:sldMk cId="2658006196" sldId="265"/>
            <ac:inkMk id="19" creationId="{6C4C4E42-4BAF-0662-C09A-A39C7087F3B0}"/>
          </ac:inkMkLst>
        </pc:inkChg>
        <pc:inkChg chg="add">
          <ac:chgData name="adrien fillon" userId="66f96a88708f0a3f" providerId="Windows Live" clId="Web-{C3C75846-0AE4-4586-99FB-DCD91F10E927}" dt="2025-04-25T14:09:35.677" v="2363"/>
          <ac:inkMkLst>
            <pc:docMk/>
            <pc:sldMk cId="2658006196" sldId="265"/>
            <ac:inkMk id="20" creationId="{BC52E201-A383-8425-915A-711016A98EC2}"/>
          </ac:inkMkLst>
        </pc:inkChg>
        <pc:inkChg chg="add">
          <ac:chgData name="adrien fillon" userId="66f96a88708f0a3f" providerId="Windows Live" clId="Web-{C3C75846-0AE4-4586-99FB-DCD91F10E927}" dt="2025-04-25T14:09:38.537" v="2364"/>
          <ac:inkMkLst>
            <pc:docMk/>
            <pc:sldMk cId="2658006196" sldId="265"/>
            <ac:inkMk id="21" creationId="{5D5583E8-DBF8-5250-0638-394A8E97DE71}"/>
          </ac:inkMkLst>
        </pc:inkChg>
        <pc:inkChg chg="add">
          <ac:chgData name="adrien fillon" userId="66f96a88708f0a3f" providerId="Windows Live" clId="Web-{C3C75846-0AE4-4586-99FB-DCD91F10E927}" dt="2025-04-25T14:09:40.584" v="2365"/>
          <ac:inkMkLst>
            <pc:docMk/>
            <pc:sldMk cId="2658006196" sldId="265"/>
            <ac:inkMk id="22" creationId="{013D095B-7346-E04C-42C4-BC6945C5E796}"/>
          </ac:inkMkLst>
        </pc:inkChg>
        <pc:inkChg chg="add">
          <ac:chgData name="adrien fillon" userId="66f96a88708f0a3f" providerId="Windows Live" clId="Web-{C3C75846-0AE4-4586-99FB-DCD91F10E927}" dt="2025-04-25T14:09:48.943" v="2366"/>
          <ac:inkMkLst>
            <pc:docMk/>
            <pc:sldMk cId="2658006196" sldId="265"/>
            <ac:inkMk id="23" creationId="{02500567-9DF3-2A5F-F30D-A47C686BA2F4}"/>
          </ac:inkMkLst>
        </pc:inkChg>
        <pc:inkChg chg="add">
          <ac:chgData name="adrien fillon" userId="66f96a88708f0a3f" providerId="Windows Live" clId="Web-{C3C75846-0AE4-4586-99FB-DCD91F10E927}" dt="2025-04-25T14:09:51.021" v="2367"/>
          <ac:inkMkLst>
            <pc:docMk/>
            <pc:sldMk cId="2658006196" sldId="265"/>
            <ac:inkMk id="24" creationId="{A562D507-9E2F-787A-A122-9D406BE12F94}"/>
          </ac:inkMkLst>
        </pc:inkChg>
        <pc:inkChg chg="add">
          <ac:chgData name="adrien fillon" userId="66f96a88708f0a3f" providerId="Windows Live" clId="Web-{C3C75846-0AE4-4586-99FB-DCD91F10E927}" dt="2025-04-25T14:09:52.974" v="2368"/>
          <ac:inkMkLst>
            <pc:docMk/>
            <pc:sldMk cId="2658006196" sldId="265"/>
            <ac:inkMk id="25" creationId="{479A6942-2C7D-A49D-25D9-298FF0E0779E}"/>
          </ac:inkMkLst>
        </pc:inkChg>
        <pc:inkChg chg="add">
          <ac:chgData name="adrien fillon" userId="66f96a88708f0a3f" providerId="Windows Live" clId="Web-{C3C75846-0AE4-4586-99FB-DCD91F10E927}" dt="2025-04-25T14:18:35.783" v="2599"/>
          <ac:inkMkLst>
            <pc:docMk/>
            <pc:sldMk cId="2658006196" sldId="265"/>
            <ac:inkMk id="26" creationId="{AAC9CF41-26F0-FD55-8C51-BA0887E18EF4}"/>
          </ac:inkMkLst>
        </pc:inkChg>
      </pc:sldChg>
      <pc:sldChg chg="addSp delSp modSp new">
        <pc:chgData name="adrien fillon" userId="66f96a88708f0a3f" providerId="Windows Live" clId="Web-{C3C75846-0AE4-4586-99FB-DCD91F10E927}" dt="2025-04-25T14:18:21.595" v="2597"/>
        <pc:sldMkLst>
          <pc:docMk/>
          <pc:sldMk cId="3807233568" sldId="266"/>
        </pc:sldMkLst>
        <pc:picChg chg="add mod ord">
          <ac:chgData name="adrien fillon" userId="66f96a88708f0a3f" providerId="Windows Live" clId="Web-{C3C75846-0AE4-4586-99FB-DCD91F10E927}" dt="2025-04-25T14:10:40.989" v="2382" actId="1076"/>
          <ac:picMkLst>
            <pc:docMk/>
            <pc:sldMk cId="3807233568" sldId="266"/>
            <ac:picMk id="8" creationId="{9A7923D6-806D-A942-E6E7-94341564E1A2}"/>
          </ac:picMkLst>
        </pc:picChg>
        <pc:inkChg chg="add">
          <ac:chgData name="adrien fillon" userId="66f96a88708f0a3f" providerId="Windows Live" clId="Web-{C3C75846-0AE4-4586-99FB-DCD91F10E927}" dt="2025-04-25T14:10:53.396" v="2383"/>
          <ac:inkMkLst>
            <pc:docMk/>
            <pc:sldMk cId="3807233568" sldId="266"/>
            <ac:inkMk id="9" creationId="{A2BE3381-E2C3-0872-9294-0F25B6A2E5C9}"/>
          </ac:inkMkLst>
        </pc:inkChg>
        <pc:inkChg chg="add">
          <ac:chgData name="adrien fillon" userId="66f96a88708f0a3f" providerId="Windows Live" clId="Web-{C3C75846-0AE4-4586-99FB-DCD91F10E927}" dt="2025-04-25T14:10:55.036" v="2384"/>
          <ac:inkMkLst>
            <pc:docMk/>
            <pc:sldMk cId="3807233568" sldId="266"/>
            <ac:inkMk id="10" creationId="{9A0701C2-0B94-FDDF-894E-5DBE6EDDD021}"/>
          </ac:inkMkLst>
        </pc:inkChg>
        <pc:inkChg chg="add">
          <ac:chgData name="adrien fillon" userId="66f96a88708f0a3f" providerId="Windows Live" clId="Web-{C3C75846-0AE4-4586-99FB-DCD91F10E927}" dt="2025-04-25T14:10:56.286" v="2385"/>
          <ac:inkMkLst>
            <pc:docMk/>
            <pc:sldMk cId="3807233568" sldId="266"/>
            <ac:inkMk id="11" creationId="{FB3CBFFC-45A3-23D9-512B-35DF34520125}"/>
          </ac:inkMkLst>
        </pc:inkChg>
        <pc:inkChg chg="add">
          <ac:chgData name="adrien fillon" userId="66f96a88708f0a3f" providerId="Windows Live" clId="Web-{C3C75846-0AE4-4586-99FB-DCD91F10E927}" dt="2025-04-25T14:11:02.645" v="2386"/>
          <ac:inkMkLst>
            <pc:docMk/>
            <pc:sldMk cId="3807233568" sldId="266"/>
            <ac:inkMk id="12" creationId="{2E3DA49E-BA68-BB8C-5B8F-B445785A25FE}"/>
          </ac:inkMkLst>
        </pc:inkChg>
        <pc:inkChg chg="add">
          <ac:chgData name="adrien fillon" userId="66f96a88708f0a3f" providerId="Windows Live" clId="Web-{C3C75846-0AE4-4586-99FB-DCD91F10E927}" dt="2025-04-25T14:11:04.567" v="2387"/>
          <ac:inkMkLst>
            <pc:docMk/>
            <pc:sldMk cId="3807233568" sldId="266"/>
            <ac:inkMk id="13" creationId="{01F22830-1F59-C783-743B-D62441676B39}"/>
          </ac:inkMkLst>
        </pc:inkChg>
        <pc:inkChg chg="add">
          <ac:chgData name="adrien fillon" userId="66f96a88708f0a3f" providerId="Windows Live" clId="Web-{C3C75846-0AE4-4586-99FB-DCD91F10E927}" dt="2025-04-25T14:11:05.989" v="2388"/>
          <ac:inkMkLst>
            <pc:docMk/>
            <pc:sldMk cId="3807233568" sldId="266"/>
            <ac:inkMk id="14" creationId="{836A6A75-B563-67A8-9691-A879BEE5090D}"/>
          </ac:inkMkLst>
        </pc:inkChg>
        <pc:inkChg chg="add">
          <ac:chgData name="adrien fillon" userId="66f96a88708f0a3f" providerId="Windows Live" clId="Web-{C3C75846-0AE4-4586-99FB-DCD91F10E927}" dt="2025-04-25T14:11:07.364" v="2389"/>
          <ac:inkMkLst>
            <pc:docMk/>
            <pc:sldMk cId="3807233568" sldId="266"/>
            <ac:inkMk id="15" creationId="{69FEAD22-3B7E-24FA-FF7C-D067D05DBDB2}"/>
          </ac:inkMkLst>
        </pc:inkChg>
        <pc:inkChg chg="add">
          <ac:chgData name="adrien fillon" userId="66f96a88708f0a3f" providerId="Windows Live" clId="Web-{C3C75846-0AE4-4586-99FB-DCD91F10E927}" dt="2025-04-25T14:11:11.770" v="2390"/>
          <ac:inkMkLst>
            <pc:docMk/>
            <pc:sldMk cId="3807233568" sldId="266"/>
            <ac:inkMk id="16" creationId="{37126F2C-EFF7-1D70-A15B-50A2EC5F3ED0}"/>
          </ac:inkMkLst>
        </pc:inkChg>
        <pc:inkChg chg="add">
          <ac:chgData name="adrien fillon" userId="66f96a88708f0a3f" providerId="Windows Live" clId="Web-{C3C75846-0AE4-4586-99FB-DCD91F10E927}" dt="2025-04-25T14:11:14.520" v="2391"/>
          <ac:inkMkLst>
            <pc:docMk/>
            <pc:sldMk cId="3807233568" sldId="266"/>
            <ac:inkMk id="17" creationId="{DDF32DB9-1E19-5BC7-29C1-27C0DF47C383}"/>
          </ac:inkMkLst>
        </pc:inkChg>
        <pc:inkChg chg="add">
          <ac:chgData name="adrien fillon" userId="66f96a88708f0a3f" providerId="Windows Live" clId="Web-{C3C75846-0AE4-4586-99FB-DCD91F10E927}" dt="2025-04-25T14:11:15.692" v="2392"/>
          <ac:inkMkLst>
            <pc:docMk/>
            <pc:sldMk cId="3807233568" sldId="266"/>
            <ac:inkMk id="18" creationId="{65A6C6F3-4C7E-42F8-629E-82F405D2029D}"/>
          </ac:inkMkLst>
        </pc:inkChg>
        <pc:inkChg chg="add">
          <ac:chgData name="adrien fillon" userId="66f96a88708f0a3f" providerId="Windows Live" clId="Web-{C3C75846-0AE4-4586-99FB-DCD91F10E927}" dt="2025-04-25T14:11:17.880" v="2393"/>
          <ac:inkMkLst>
            <pc:docMk/>
            <pc:sldMk cId="3807233568" sldId="266"/>
            <ac:inkMk id="19" creationId="{7472A937-B237-F422-C9E5-DD5C4748D18B}"/>
          </ac:inkMkLst>
        </pc:inkChg>
        <pc:inkChg chg="add">
          <ac:chgData name="adrien fillon" userId="66f96a88708f0a3f" providerId="Windows Live" clId="Web-{C3C75846-0AE4-4586-99FB-DCD91F10E927}" dt="2025-04-25T14:11:20.052" v="2394"/>
          <ac:inkMkLst>
            <pc:docMk/>
            <pc:sldMk cId="3807233568" sldId="266"/>
            <ac:inkMk id="20" creationId="{90CDA6C0-FD8E-EF7C-D43F-4E8F30A0AFD5}"/>
          </ac:inkMkLst>
        </pc:inkChg>
        <pc:inkChg chg="add">
          <ac:chgData name="adrien fillon" userId="66f96a88708f0a3f" providerId="Windows Live" clId="Web-{C3C75846-0AE4-4586-99FB-DCD91F10E927}" dt="2025-04-25T14:11:21.911" v="2395"/>
          <ac:inkMkLst>
            <pc:docMk/>
            <pc:sldMk cId="3807233568" sldId="266"/>
            <ac:inkMk id="21" creationId="{0D64C46A-7BDF-6F8F-AACE-C31B3B27A189}"/>
          </ac:inkMkLst>
        </pc:inkChg>
        <pc:inkChg chg="add">
          <ac:chgData name="adrien fillon" userId="66f96a88708f0a3f" providerId="Windows Live" clId="Web-{C3C75846-0AE4-4586-99FB-DCD91F10E927}" dt="2025-04-25T14:11:23.848" v="2396"/>
          <ac:inkMkLst>
            <pc:docMk/>
            <pc:sldMk cId="3807233568" sldId="266"/>
            <ac:inkMk id="22" creationId="{0D55AED6-2A95-0469-B453-67E4B1F318A9}"/>
          </ac:inkMkLst>
        </pc:inkChg>
        <pc:inkChg chg="add">
          <ac:chgData name="adrien fillon" userId="66f96a88708f0a3f" providerId="Windows Live" clId="Web-{C3C75846-0AE4-4586-99FB-DCD91F10E927}" dt="2025-04-25T14:11:25.942" v="2397"/>
          <ac:inkMkLst>
            <pc:docMk/>
            <pc:sldMk cId="3807233568" sldId="266"/>
            <ac:inkMk id="23" creationId="{7AFDF0F4-96B6-F525-9DAA-3BF2B60D44D8}"/>
          </ac:inkMkLst>
        </pc:inkChg>
        <pc:inkChg chg="add">
          <ac:chgData name="adrien fillon" userId="66f96a88708f0a3f" providerId="Windows Live" clId="Web-{C3C75846-0AE4-4586-99FB-DCD91F10E927}" dt="2025-04-25T14:11:27.739" v="2398"/>
          <ac:inkMkLst>
            <pc:docMk/>
            <pc:sldMk cId="3807233568" sldId="266"/>
            <ac:inkMk id="24" creationId="{F81BF3E7-626D-B52F-1234-5277FF4B7E2B}"/>
          </ac:inkMkLst>
        </pc:inkChg>
      </pc:sldChg>
      <pc:sldChg chg="addSp delSp modSp new modNotes">
        <pc:chgData name="adrien fillon" userId="66f96a88708f0a3f" providerId="Windows Live" clId="Web-{C3C75846-0AE4-4586-99FB-DCD91F10E927}" dt="2025-04-25T14:17:43.549" v="2592"/>
        <pc:sldMkLst>
          <pc:docMk/>
          <pc:sldMk cId="2263137474" sldId="267"/>
        </pc:sldMkLst>
        <pc:picChg chg="add mod ord">
          <ac:chgData name="adrien fillon" userId="66f96a88708f0a3f" providerId="Windows Live" clId="Web-{C3C75846-0AE4-4586-99FB-DCD91F10E927}" dt="2025-04-25T14:12:11.848" v="2411" actId="1076"/>
          <ac:picMkLst>
            <pc:docMk/>
            <pc:sldMk cId="2263137474" sldId="267"/>
            <ac:picMk id="8" creationId="{BF2516C1-CFFF-F374-6A6E-591EB7CBFF8A}"/>
          </ac:picMkLst>
        </pc:picChg>
        <pc:inkChg chg="add">
          <ac:chgData name="adrien fillon" userId="66f96a88708f0a3f" providerId="Windows Live" clId="Web-{C3C75846-0AE4-4586-99FB-DCD91F10E927}" dt="2025-04-25T14:12:21.317" v="2412"/>
          <ac:inkMkLst>
            <pc:docMk/>
            <pc:sldMk cId="2263137474" sldId="267"/>
            <ac:inkMk id="9" creationId="{B0EEFBA2-2E42-0695-CD6A-F1ABCEC3D102}"/>
          </ac:inkMkLst>
        </pc:inkChg>
        <pc:inkChg chg="add">
          <ac:chgData name="adrien fillon" userId="66f96a88708f0a3f" providerId="Windows Live" clId="Web-{C3C75846-0AE4-4586-99FB-DCD91F10E927}" dt="2025-04-25T14:12:23.254" v="2413"/>
          <ac:inkMkLst>
            <pc:docMk/>
            <pc:sldMk cId="2263137474" sldId="267"/>
            <ac:inkMk id="10" creationId="{AC9AB44E-5538-4DCD-930B-D24B05495F3D}"/>
          </ac:inkMkLst>
        </pc:inkChg>
        <pc:inkChg chg="add">
          <ac:chgData name="adrien fillon" userId="66f96a88708f0a3f" providerId="Windows Live" clId="Web-{C3C75846-0AE4-4586-99FB-DCD91F10E927}" dt="2025-04-25T14:12:24.582" v="2414"/>
          <ac:inkMkLst>
            <pc:docMk/>
            <pc:sldMk cId="2263137474" sldId="267"/>
            <ac:inkMk id="11" creationId="{D8DAE1E3-0530-74AA-433F-01245BA4E46F}"/>
          </ac:inkMkLst>
        </pc:inkChg>
        <pc:inkChg chg="add">
          <ac:chgData name="adrien fillon" userId="66f96a88708f0a3f" providerId="Windows Live" clId="Web-{C3C75846-0AE4-4586-99FB-DCD91F10E927}" dt="2025-04-25T14:12:26.817" v="2415"/>
          <ac:inkMkLst>
            <pc:docMk/>
            <pc:sldMk cId="2263137474" sldId="267"/>
            <ac:inkMk id="12" creationId="{600177D5-FCF9-BC70-72C4-A8C89F1F67E8}"/>
          </ac:inkMkLst>
        </pc:inkChg>
        <pc:inkChg chg="add">
          <ac:chgData name="adrien fillon" userId="66f96a88708f0a3f" providerId="Windows Live" clId="Web-{C3C75846-0AE4-4586-99FB-DCD91F10E927}" dt="2025-04-25T14:12:30.192" v="2416"/>
          <ac:inkMkLst>
            <pc:docMk/>
            <pc:sldMk cId="2263137474" sldId="267"/>
            <ac:inkMk id="13" creationId="{B7D6CC59-C2E9-A38D-2532-DE0CC4681D80}"/>
          </ac:inkMkLst>
        </pc:inkChg>
        <pc:inkChg chg="add">
          <ac:chgData name="adrien fillon" userId="66f96a88708f0a3f" providerId="Windows Live" clId="Web-{C3C75846-0AE4-4586-99FB-DCD91F10E927}" dt="2025-04-25T14:12:31.410" v="2417"/>
          <ac:inkMkLst>
            <pc:docMk/>
            <pc:sldMk cId="2263137474" sldId="267"/>
            <ac:inkMk id="14" creationId="{98DC1711-E01C-358D-312F-1ABB2D39615A}"/>
          </ac:inkMkLst>
        </pc:inkChg>
        <pc:inkChg chg="add">
          <ac:chgData name="adrien fillon" userId="66f96a88708f0a3f" providerId="Windows Live" clId="Web-{C3C75846-0AE4-4586-99FB-DCD91F10E927}" dt="2025-04-25T14:12:33.254" v="2418"/>
          <ac:inkMkLst>
            <pc:docMk/>
            <pc:sldMk cId="2263137474" sldId="267"/>
            <ac:inkMk id="15" creationId="{9B6CAE50-6678-B509-B6A3-98258CBBA781}"/>
          </ac:inkMkLst>
        </pc:inkChg>
        <pc:inkChg chg="add">
          <ac:chgData name="adrien fillon" userId="66f96a88708f0a3f" providerId="Windows Live" clId="Web-{C3C75846-0AE4-4586-99FB-DCD91F10E927}" dt="2025-04-25T14:12:34.879" v="2419"/>
          <ac:inkMkLst>
            <pc:docMk/>
            <pc:sldMk cId="2263137474" sldId="267"/>
            <ac:inkMk id="16" creationId="{04B2B560-2830-7674-C892-E795FDA74CA6}"/>
          </ac:inkMkLst>
        </pc:inkChg>
        <pc:inkChg chg="add">
          <ac:chgData name="adrien fillon" userId="66f96a88708f0a3f" providerId="Windows Live" clId="Web-{C3C75846-0AE4-4586-99FB-DCD91F10E927}" dt="2025-04-25T14:12:36.020" v="2420"/>
          <ac:inkMkLst>
            <pc:docMk/>
            <pc:sldMk cId="2263137474" sldId="267"/>
            <ac:inkMk id="17" creationId="{F6FFC627-59EA-9471-D730-EAB10A0B58AB}"/>
          </ac:inkMkLst>
        </pc:inkChg>
        <pc:inkChg chg="add">
          <ac:chgData name="adrien fillon" userId="66f96a88708f0a3f" providerId="Windows Live" clId="Web-{C3C75846-0AE4-4586-99FB-DCD91F10E927}" dt="2025-04-25T14:12:37.926" v="2421"/>
          <ac:inkMkLst>
            <pc:docMk/>
            <pc:sldMk cId="2263137474" sldId="267"/>
            <ac:inkMk id="18" creationId="{21255419-EE51-9EDB-2B56-7DD8CEAEA2BC}"/>
          </ac:inkMkLst>
        </pc:inkChg>
        <pc:inkChg chg="add">
          <ac:chgData name="adrien fillon" userId="66f96a88708f0a3f" providerId="Windows Live" clId="Web-{C3C75846-0AE4-4586-99FB-DCD91F10E927}" dt="2025-04-25T14:12:40.176" v="2422"/>
          <ac:inkMkLst>
            <pc:docMk/>
            <pc:sldMk cId="2263137474" sldId="267"/>
            <ac:inkMk id="19" creationId="{47ADD115-5592-E2C3-8155-124D25183693}"/>
          </ac:inkMkLst>
        </pc:inkChg>
        <pc:inkChg chg="add">
          <ac:chgData name="adrien fillon" userId="66f96a88708f0a3f" providerId="Windows Live" clId="Web-{C3C75846-0AE4-4586-99FB-DCD91F10E927}" dt="2025-04-25T14:12:41.363" v="2423"/>
          <ac:inkMkLst>
            <pc:docMk/>
            <pc:sldMk cId="2263137474" sldId="267"/>
            <ac:inkMk id="20" creationId="{0DF3719C-9E57-3368-9E13-795276C00C81}"/>
          </ac:inkMkLst>
        </pc:inkChg>
        <pc:inkChg chg="add">
          <ac:chgData name="adrien fillon" userId="66f96a88708f0a3f" providerId="Windows Live" clId="Web-{C3C75846-0AE4-4586-99FB-DCD91F10E927}" dt="2025-04-25T14:12:42.707" v="2424"/>
          <ac:inkMkLst>
            <pc:docMk/>
            <pc:sldMk cId="2263137474" sldId="267"/>
            <ac:inkMk id="21" creationId="{20ADE49F-4A4C-42AC-53A4-E6F761605F9B}"/>
          </ac:inkMkLst>
        </pc:inkChg>
        <pc:inkChg chg="add">
          <ac:chgData name="adrien fillon" userId="66f96a88708f0a3f" providerId="Windows Live" clId="Web-{C3C75846-0AE4-4586-99FB-DCD91F10E927}" dt="2025-04-25T14:12:44.176" v="2425"/>
          <ac:inkMkLst>
            <pc:docMk/>
            <pc:sldMk cId="2263137474" sldId="267"/>
            <ac:inkMk id="22" creationId="{366865BC-93BB-D2AA-6A50-91279B9D328A}"/>
          </ac:inkMkLst>
        </pc:inkChg>
        <pc:inkChg chg="add">
          <ac:chgData name="adrien fillon" userId="66f96a88708f0a3f" providerId="Windows Live" clId="Web-{C3C75846-0AE4-4586-99FB-DCD91F10E927}" dt="2025-04-25T14:12:45.285" v="2426"/>
          <ac:inkMkLst>
            <pc:docMk/>
            <pc:sldMk cId="2263137474" sldId="267"/>
            <ac:inkMk id="23" creationId="{E8933D13-000E-04AD-7E69-AAC3E30F12C0}"/>
          </ac:inkMkLst>
        </pc:inkChg>
      </pc:sldChg>
      <pc:sldChg chg="addSp delSp modSp new addAnim">
        <pc:chgData name="adrien fillon" userId="66f96a88708f0a3f" providerId="Windows Live" clId="Web-{C3C75846-0AE4-4586-99FB-DCD91F10E927}" dt="2025-04-25T14:31:48.324" v="3225"/>
        <pc:sldMkLst>
          <pc:docMk/>
          <pc:sldMk cId="3189379645" sldId="268"/>
        </pc:sldMkLst>
        <pc:spChg chg="mod">
          <ac:chgData name="adrien fillon" userId="66f96a88708f0a3f" providerId="Windows Live" clId="Web-{C3C75846-0AE4-4586-99FB-DCD91F10E927}" dt="2025-04-25T14:20:28.048" v="2616" actId="20577"/>
          <ac:spMkLst>
            <pc:docMk/>
            <pc:sldMk cId="3189379645" sldId="268"/>
            <ac:spMk id="2" creationId="{3A36FF61-76D1-E5A1-7782-B0DF2D79A15F}"/>
          </ac:spMkLst>
        </pc:spChg>
        <pc:spChg chg="mod">
          <ac:chgData name="adrien fillon" userId="66f96a88708f0a3f" providerId="Windows Live" clId="Web-{C3C75846-0AE4-4586-99FB-DCD91F10E927}" dt="2025-04-25T14:31:40.480" v="3224" actId="20577"/>
          <ac:spMkLst>
            <pc:docMk/>
            <pc:sldMk cId="3189379645" sldId="268"/>
            <ac:spMk id="3" creationId="{27666A1E-F508-4450-A585-F3FD935D0535}"/>
          </ac:spMkLst>
        </pc:spChg>
      </pc:sldChg>
      <pc:sldChg chg="addSp delSp modSp add replId addAnim delAnim">
        <pc:chgData name="adrien fillon" userId="66f96a88708f0a3f" providerId="Windows Live" clId="Web-{C3C75846-0AE4-4586-99FB-DCD91F10E927}" dt="2025-04-25T14:36:58.465" v="3275"/>
        <pc:sldMkLst>
          <pc:docMk/>
          <pc:sldMk cId="3398814085" sldId="269"/>
        </pc:sldMkLst>
        <pc:spChg chg="add mod">
          <ac:chgData name="adrien fillon" userId="66f96a88708f0a3f" providerId="Windows Live" clId="Web-{C3C75846-0AE4-4586-99FB-DCD91F10E927}" dt="2025-04-25T14:35:54.403" v="3261"/>
          <ac:spMkLst>
            <pc:docMk/>
            <pc:sldMk cId="3398814085" sldId="269"/>
            <ac:spMk id="2" creationId="{A64FEFD6-94D8-76CC-437B-FCAE8A96D3CC}"/>
          </ac:spMkLst>
        </pc:spChg>
        <pc:spChg chg="add mod">
          <ac:chgData name="adrien fillon" userId="66f96a88708f0a3f" providerId="Windows Live" clId="Web-{C3C75846-0AE4-4586-99FB-DCD91F10E927}" dt="2025-04-25T14:36:25.590" v="3268" actId="14100"/>
          <ac:spMkLst>
            <pc:docMk/>
            <pc:sldMk cId="3398814085" sldId="269"/>
            <ac:spMk id="5" creationId="{13B6CD64-32A6-3944-D89D-DF7B533C2DC0}"/>
          </ac:spMkLst>
        </pc:spChg>
        <pc:spChg chg="add mod">
          <ac:chgData name="adrien fillon" userId="66f96a88708f0a3f" providerId="Windows Live" clId="Web-{C3C75846-0AE4-4586-99FB-DCD91F10E927}" dt="2025-04-25T14:36:46.746" v="3271" actId="14100"/>
          <ac:spMkLst>
            <pc:docMk/>
            <pc:sldMk cId="3398814085" sldId="269"/>
            <ac:spMk id="6" creationId="{B3365119-F0B8-53AB-65E4-B2EF2E65FEC2}"/>
          </ac:spMkLst>
        </pc:spChg>
        <pc:picChg chg="add mod">
          <ac:chgData name="adrien fillon" userId="66f96a88708f0a3f" providerId="Windows Live" clId="Web-{C3C75846-0AE4-4586-99FB-DCD91F10E927}" dt="2025-04-25T14:36:18.465" v="3265" actId="1076"/>
          <ac:picMkLst>
            <pc:docMk/>
            <pc:sldMk cId="3398814085" sldId="269"/>
            <ac:picMk id="3" creationId="{04F21779-FA7E-422D-3A1D-B130B04B6859}"/>
          </ac:picMkLst>
        </pc:picChg>
      </pc:sldChg>
      <pc:sldChg chg="delSp modSp new">
        <pc:chgData name="adrien fillon" userId="66f96a88708f0a3f" providerId="Windows Live" clId="Web-{C3C75846-0AE4-4586-99FB-DCD91F10E927}" dt="2025-04-25T14:39:25.854" v="3479"/>
        <pc:sldMkLst>
          <pc:docMk/>
          <pc:sldMk cId="662795737" sldId="270"/>
        </pc:sldMkLst>
        <pc:spChg chg="mod">
          <ac:chgData name="adrien fillon" userId="66f96a88708f0a3f" providerId="Windows Live" clId="Web-{C3C75846-0AE4-4586-99FB-DCD91F10E927}" dt="2025-04-25T14:39:22.776" v="3478" actId="20577"/>
          <ac:spMkLst>
            <pc:docMk/>
            <pc:sldMk cId="662795737" sldId="270"/>
            <ac:spMk id="3" creationId="{86C8C54E-659A-CB72-FB24-0E63B53BDEB8}"/>
          </ac:spMkLst>
        </pc:spChg>
      </pc:sldChg>
      <pc:sldChg chg="addSp delSp modSp new addAnim">
        <pc:chgData name="adrien fillon" userId="66f96a88708f0a3f" providerId="Windows Live" clId="Web-{C3C75846-0AE4-4586-99FB-DCD91F10E927}" dt="2025-04-25T14:59:16.923" v="4123"/>
        <pc:sldMkLst>
          <pc:docMk/>
          <pc:sldMk cId="3092332284" sldId="271"/>
        </pc:sldMkLst>
        <pc:spChg chg="mod">
          <ac:chgData name="adrien fillon" userId="66f96a88708f0a3f" providerId="Windows Live" clId="Web-{C3C75846-0AE4-4586-99FB-DCD91F10E927}" dt="2025-04-25T14:57:44.658" v="4098" actId="1076"/>
          <ac:spMkLst>
            <pc:docMk/>
            <pc:sldMk cId="3092332284" sldId="271"/>
            <ac:spMk id="2" creationId="{01211560-D262-6ABB-C694-3FD476A0CA7A}"/>
          </ac:spMkLst>
        </pc:spChg>
        <pc:spChg chg="add mod">
          <ac:chgData name="adrien fillon" userId="66f96a88708f0a3f" providerId="Windows Live" clId="Web-{C3C75846-0AE4-4586-99FB-DCD91F10E927}" dt="2025-04-25T14:58:49.814" v="4114" actId="1076"/>
          <ac:spMkLst>
            <pc:docMk/>
            <pc:sldMk cId="3092332284" sldId="271"/>
            <ac:spMk id="6" creationId="{B3ADBAC7-0E8E-F480-C3D5-A0A3CF3D601B}"/>
          </ac:spMkLst>
        </pc:spChg>
        <pc:spChg chg="add mod">
          <ac:chgData name="adrien fillon" userId="66f96a88708f0a3f" providerId="Windows Live" clId="Web-{C3C75846-0AE4-4586-99FB-DCD91F10E927}" dt="2025-04-25T14:58:34.283" v="4110" actId="1076"/>
          <ac:spMkLst>
            <pc:docMk/>
            <pc:sldMk cId="3092332284" sldId="271"/>
            <ac:spMk id="7" creationId="{1EA9BE29-4992-9D3E-C515-E03C37BC0802}"/>
          </ac:spMkLst>
        </pc:spChg>
        <pc:spChg chg="add mod">
          <ac:chgData name="adrien fillon" userId="66f96a88708f0a3f" providerId="Windows Live" clId="Web-{C3C75846-0AE4-4586-99FB-DCD91F10E927}" dt="2025-04-25T14:58:34.299" v="4111" actId="1076"/>
          <ac:spMkLst>
            <pc:docMk/>
            <pc:sldMk cId="3092332284" sldId="271"/>
            <ac:spMk id="8" creationId="{EBF50B5C-BEBE-7AC5-C8DA-12FF6B35CD67}"/>
          </ac:spMkLst>
        </pc:spChg>
        <pc:spChg chg="add mod">
          <ac:chgData name="adrien fillon" userId="66f96a88708f0a3f" providerId="Windows Live" clId="Web-{C3C75846-0AE4-4586-99FB-DCD91F10E927}" dt="2025-04-25T14:58:26.955" v="4106" actId="1076"/>
          <ac:spMkLst>
            <pc:docMk/>
            <pc:sldMk cId="3092332284" sldId="271"/>
            <ac:spMk id="9" creationId="{3705AD83-CAD6-583F-2A57-B0BC6904EE32}"/>
          </ac:spMkLst>
        </pc:spChg>
        <pc:spChg chg="add mod">
          <ac:chgData name="adrien fillon" userId="66f96a88708f0a3f" providerId="Windows Live" clId="Web-{C3C75846-0AE4-4586-99FB-DCD91F10E927}" dt="2025-04-25T14:58:26.970" v="4107" actId="1076"/>
          <ac:spMkLst>
            <pc:docMk/>
            <pc:sldMk cId="3092332284" sldId="271"/>
            <ac:spMk id="10" creationId="{F6AFF78E-4009-D3C4-F67B-94D3C71F1149}"/>
          </ac:spMkLst>
        </pc:spChg>
        <pc:spChg chg="add mod">
          <ac:chgData name="adrien fillon" userId="66f96a88708f0a3f" providerId="Windows Live" clId="Web-{C3C75846-0AE4-4586-99FB-DCD91F10E927}" dt="2025-04-25T14:58:26.986" v="4108" actId="1076"/>
          <ac:spMkLst>
            <pc:docMk/>
            <pc:sldMk cId="3092332284" sldId="271"/>
            <ac:spMk id="11" creationId="{F43212E9-F4A8-6C29-E116-B1326400DACF}"/>
          </ac:spMkLst>
        </pc:spChg>
        <pc:spChg chg="add mod">
          <ac:chgData name="adrien fillon" userId="66f96a88708f0a3f" providerId="Windows Live" clId="Web-{C3C75846-0AE4-4586-99FB-DCD91F10E927}" dt="2025-04-25T14:58:44.158" v="4112" actId="1076"/>
          <ac:spMkLst>
            <pc:docMk/>
            <pc:sldMk cId="3092332284" sldId="271"/>
            <ac:spMk id="12" creationId="{B7A71D0C-6839-914B-E07C-CB8DCFC2656E}"/>
          </ac:spMkLst>
        </pc:spChg>
        <pc:spChg chg="add mod">
          <ac:chgData name="adrien fillon" userId="66f96a88708f0a3f" providerId="Windows Live" clId="Web-{C3C75846-0AE4-4586-99FB-DCD91F10E927}" dt="2025-04-25T14:58:44.158" v="4113" actId="1076"/>
          <ac:spMkLst>
            <pc:docMk/>
            <pc:sldMk cId="3092332284" sldId="271"/>
            <ac:spMk id="14" creationId="{00F93828-96E4-B2A9-5BC9-A48CD7676616}"/>
          </ac:spMkLst>
        </pc:spChg>
        <pc:spChg chg="add mod">
          <ac:chgData name="adrien fillon" userId="66f96a88708f0a3f" providerId="Windows Live" clId="Web-{C3C75846-0AE4-4586-99FB-DCD91F10E927}" dt="2025-04-25T14:57:27.393" v="4092" actId="14100"/>
          <ac:spMkLst>
            <pc:docMk/>
            <pc:sldMk cId="3092332284" sldId="271"/>
            <ac:spMk id="15" creationId="{BD670F1C-74D2-CF0D-F6BA-28086FFC5278}"/>
          </ac:spMkLst>
        </pc:spChg>
      </pc:sldChg>
      <pc:sldChg chg="addSp modSp new modNotes">
        <pc:chgData name="adrien fillon" userId="66f96a88708f0a3f" providerId="Windows Live" clId="Web-{C3C75846-0AE4-4586-99FB-DCD91F10E927}" dt="2025-04-25T15:10:48.777" v="4754"/>
        <pc:sldMkLst>
          <pc:docMk/>
          <pc:sldMk cId="2762901036" sldId="272"/>
        </pc:sldMkLst>
        <pc:spChg chg="mod">
          <ac:chgData name="adrien fillon" userId="66f96a88708f0a3f" providerId="Windows Live" clId="Web-{C3C75846-0AE4-4586-99FB-DCD91F10E927}" dt="2025-04-25T15:01:29" v="4143" actId="20577"/>
          <ac:spMkLst>
            <pc:docMk/>
            <pc:sldMk cId="2762901036" sldId="272"/>
            <ac:spMk id="2" creationId="{4993653E-3583-F34A-DBA9-68D1B3CB2D49}"/>
          </ac:spMkLst>
        </pc:spChg>
        <pc:spChg chg="mod">
          <ac:chgData name="adrien fillon" userId="66f96a88708f0a3f" providerId="Windows Live" clId="Web-{C3C75846-0AE4-4586-99FB-DCD91F10E927}" dt="2025-04-25T15:01:42.750" v="4168" actId="20577"/>
          <ac:spMkLst>
            <pc:docMk/>
            <pc:sldMk cId="2762901036" sldId="272"/>
            <ac:spMk id="3" creationId="{A5AB10EE-D26D-275E-1385-84202D465841}"/>
          </ac:spMkLst>
        </pc:spChg>
        <pc:picChg chg="add mod">
          <ac:chgData name="adrien fillon" userId="66f96a88708f0a3f" providerId="Windows Live" clId="Web-{C3C75846-0AE4-4586-99FB-DCD91F10E927}" dt="2025-04-25T15:08:16.278" v="4181" actId="1076"/>
          <ac:picMkLst>
            <pc:docMk/>
            <pc:sldMk cId="2762901036" sldId="272"/>
            <ac:picMk id="4" creationId="{3295AB3A-D59F-EC3A-6870-E92885343FF7}"/>
          </ac:picMkLst>
        </pc:picChg>
        <pc:picChg chg="add mod">
          <ac:chgData name="adrien fillon" userId="66f96a88708f0a3f" providerId="Windows Live" clId="Web-{C3C75846-0AE4-4586-99FB-DCD91F10E927}" dt="2025-04-25T15:06:30.404" v="4175" actId="1076"/>
          <ac:picMkLst>
            <pc:docMk/>
            <pc:sldMk cId="2762901036" sldId="272"/>
            <ac:picMk id="5" creationId="{1C1BD744-C3FA-9252-FA04-08889A0C210F}"/>
          </ac:picMkLst>
        </pc:picChg>
        <pc:picChg chg="add mod">
          <ac:chgData name="adrien fillon" userId="66f96a88708f0a3f" providerId="Windows Live" clId="Web-{C3C75846-0AE4-4586-99FB-DCD91F10E927}" dt="2025-04-25T15:08:14.700" v="4180" actId="1076"/>
          <ac:picMkLst>
            <pc:docMk/>
            <pc:sldMk cId="2762901036" sldId="272"/>
            <ac:picMk id="6" creationId="{D371FBE2-6991-5290-88C1-5ACEE6D2D02A}"/>
          </ac:picMkLst>
        </pc:picChg>
      </pc:sldChg>
      <pc:sldMasterChg chg="mod setBg modSldLayout">
        <pc:chgData name="adrien fillon" userId="66f96a88708f0a3f" providerId="Windows Live" clId="Web-{C3C75846-0AE4-4586-99FB-DCD91F10E927}" dt="2025-04-25T12:04:11.828" v="102"/>
        <pc:sldMasterMkLst>
          <pc:docMk/>
          <pc:sldMasterMk cId="3071127875" sldId="2147483648"/>
        </pc:sldMasterMkLst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3310491181" sldId="2147483649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3841795644" sldId="2147483650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3466923455" sldId="2147483651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3747632232" sldId="2147483652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2611866596" sldId="2147483653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3395854097" sldId="2147483654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4040201302" sldId="2147483655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2706407263" sldId="2147483656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1610903340" sldId="2147483657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4172787210" sldId="2147483658"/>
          </pc:sldLayoutMkLst>
        </pc:sldLayoutChg>
        <pc:sldLayoutChg chg="mod">
          <pc:chgData name="adrien fillon" userId="66f96a88708f0a3f" providerId="Windows Live" clId="Web-{C3C75846-0AE4-4586-99FB-DCD91F10E927}" dt="2025-04-25T12:04:11.828" v="102"/>
          <pc:sldLayoutMkLst>
            <pc:docMk/>
            <pc:sldMasterMk cId="3071127875" sldId="2147483648"/>
            <pc:sldLayoutMk cId="1902177510" sldId="2147483659"/>
          </pc:sldLayoutMkLst>
        </pc:sldLayoutChg>
      </pc:sldMasterChg>
    </pc:docChg>
  </pc:docChgLst>
  <pc:docChgLst>
    <pc:chgData name="adrien fillon" userId="66f96a88708f0a3f" providerId="Windows Live" clId="Web-{46302961-1474-489D-AED3-904F3E99E4A5}"/>
    <pc:docChg chg="modSld">
      <pc:chgData name="adrien fillon" userId="66f96a88708f0a3f" providerId="Windows Live" clId="Web-{46302961-1474-489D-AED3-904F3E99E4A5}" dt="2025-05-14T14:31:32.626" v="2" actId="20577"/>
      <pc:docMkLst>
        <pc:docMk/>
      </pc:docMkLst>
      <pc:sldChg chg="modSp">
        <pc:chgData name="adrien fillon" userId="66f96a88708f0a3f" providerId="Windows Live" clId="Web-{46302961-1474-489D-AED3-904F3E99E4A5}" dt="2025-05-14T14:31:32.626" v="2" actId="20577"/>
        <pc:sldMkLst>
          <pc:docMk/>
          <pc:sldMk cId="3146603540" sldId="274"/>
        </pc:sldMkLst>
        <pc:spChg chg="mod">
          <ac:chgData name="adrien fillon" userId="66f96a88708f0a3f" providerId="Windows Live" clId="Web-{46302961-1474-489D-AED3-904F3E99E4A5}" dt="2025-05-14T14:31:32.626" v="2" actId="20577"/>
          <ac:spMkLst>
            <pc:docMk/>
            <pc:sldMk cId="3146603540" sldId="274"/>
            <ac:spMk id="3" creationId="{FE9C11E2-2E69-0ED9-6C85-24219A2A1FA4}"/>
          </ac:spMkLst>
        </pc:spChg>
      </pc:sldChg>
    </pc:docChg>
  </pc:docChgLst>
  <pc:docChgLst>
    <pc:chgData name="adrien fillon" userId="66f96a88708f0a3f" providerId="LiveId" clId="{14B932F7-FC3D-4F25-8AFC-76F2682AA511}"/>
    <pc:docChg chg="modSld">
      <pc:chgData name="adrien fillon" userId="66f96a88708f0a3f" providerId="LiveId" clId="{14B932F7-FC3D-4F25-8AFC-76F2682AA511}" dt="2025-05-14T15:59:01.943" v="2" actId="20577"/>
      <pc:docMkLst>
        <pc:docMk/>
      </pc:docMkLst>
      <pc:sldChg chg="modSp">
        <pc:chgData name="adrien fillon" userId="66f96a88708f0a3f" providerId="LiveId" clId="{14B932F7-FC3D-4F25-8AFC-76F2682AA511}" dt="2025-05-14T15:59:01.943" v="2" actId="20577"/>
        <pc:sldMkLst>
          <pc:docMk/>
          <pc:sldMk cId="1160347229" sldId="264"/>
        </pc:sldMkLst>
        <pc:spChg chg="mod">
          <ac:chgData name="adrien fillon" userId="66f96a88708f0a3f" providerId="LiveId" clId="{14B932F7-FC3D-4F25-8AFC-76F2682AA511}" dt="2025-05-14T15:59:01.943" v="2" actId="20577"/>
          <ac:spMkLst>
            <pc:docMk/>
            <pc:sldMk cId="1160347229" sldId="264"/>
            <ac:spMk id="5" creationId="{6138C76C-74A6-2DE5-2662-DA76C64E7917}"/>
          </ac:spMkLst>
        </pc:spChg>
      </pc:sldChg>
      <pc:sldChg chg="modSp">
        <pc:chgData name="adrien fillon" userId="66f96a88708f0a3f" providerId="LiveId" clId="{14B932F7-FC3D-4F25-8AFC-76F2682AA511}" dt="2025-05-14T15:58:51.377" v="1" actId="20577"/>
        <pc:sldMkLst>
          <pc:docMk/>
          <pc:sldMk cId="3189379645" sldId="268"/>
        </pc:sldMkLst>
        <pc:spChg chg="mod">
          <ac:chgData name="adrien fillon" userId="66f96a88708f0a3f" providerId="LiveId" clId="{14B932F7-FC3D-4F25-8AFC-76F2682AA511}" dt="2025-05-14T15:58:51.377" v="1" actId="20577"/>
          <ac:spMkLst>
            <pc:docMk/>
            <pc:sldMk cId="3189379645" sldId="268"/>
            <ac:spMk id="3" creationId="{27666A1E-F508-4450-A585-F3FD935D0535}"/>
          </ac:spMkLst>
        </pc:spChg>
      </pc:sldChg>
      <pc:sldChg chg="modSp">
        <pc:chgData name="adrien fillon" userId="66f96a88708f0a3f" providerId="LiveId" clId="{14B932F7-FC3D-4F25-8AFC-76F2682AA511}" dt="2025-05-14T15:58:35.123" v="0" actId="20577"/>
        <pc:sldMkLst>
          <pc:docMk/>
          <pc:sldMk cId="3146603540" sldId="274"/>
        </pc:sldMkLst>
        <pc:spChg chg="mod">
          <ac:chgData name="adrien fillon" userId="66f96a88708f0a3f" providerId="LiveId" clId="{14B932F7-FC3D-4F25-8AFC-76F2682AA511}" dt="2025-05-14T15:58:35.123" v="0" actId="20577"/>
          <ac:spMkLst>
            <pc:docMk/>
            <pc:sldMk cId="3146603540" sldId="274"/>
            <ac:spMk id="3" creationId="{FE9C11E2-2E69-0ED9-6C85-24219A2A1FA4}"/>
          </ac:spMkLst>
        </pc:spChg>
      </pc:sldChg>
    </pc:docChg>
  </pc:docChgLst>
  <pc:docChgLst>
    <pc:chgData name="adrien fillon" userId="66f96a88708f0a3f" providerId="Windows Live" clId="Web-{1CD5976F-1305-4E4C-BED7-F234D37000F3}"/>
    <pc:docChg chg="addSld delSld modSld">
      <pc:chgData name="adrien fillon" userId="66f96a88708f0a3f" providerId="Windows Live" clId="Web-{1CD5976F-1305-4E4C-BED7-F234D37000F3}" dt="2025-05-12T15:10:27.781" v="606" actId="20577"/>
      <pc:docMkLst>
        <pc:docMk/>
      </pc:docMkLst>
      <pc:sldChg chg="addSp modSp addAnim modAnim">
        <pc:chgData name="adrien fillon" userId="66f96a88708f0a3f" providerId="Windows Live" clId="Web-{1CD5976F-1305-4E4C-BED7-F234D37000F3}" dt="2025-05-12T14:42:54.658" v="25"/>
        <pc:sldMkLst>
          <pc:docMk/>
          <pc:sldMk cId="3659711658" sldId="258"/>
        </pc:sldMkLst>
        <pc:spChg chg="mod">
          <ac:chgData name="adrien fillon" userId="66f96a88708f0a3f" providerId="Windows Live" clId="Web-{1CD5976F-1305-4E4C-BED7-F234D37000F3}" dt="2025-05-12T14:41:55.156" v="12" actId="1076"/>
          <ac:spMkLst>
            <pc:docMk/>
            <pc:sldMk cId="3659711658" sldId="258"/>
            <ac:spMk id="3" creationId="{FE16043B-8245-BEA1-1CCC-D11DA0302894}"/>
          </ac:spMkLst>
        </pc:spChg>
        <pc:spChg chg="add mod">
          <ac:chgData name="adrien fillon" userId="66f96a88708f0a3f" providerId="Windows Live" clId="Web-{1CD5976F-1305-4E4C-BED7-F234D37000F3}" dt="2025-05-12T14:41:47.016" v="8" actId="20577"/>
          <ac:spMkLst>
            <pc:docMk/>
            <pc:sldMk cId="3659711658" sldId="258"/>
            <ac:spMk id="5" creationId="{609645A3-5C5D-0F4D-7903-ECE2AA3C46FC}"/>
          </ac:spMkLst>
        </pc:spChg>
        <pc:spChg chg="add mod">
          <ac:chgData name="adrien fillon" userId="66f96a88708f0a3f" providerId="Windows Live" clId="Web-{1CD5976F-1305-4E4C-BED7-F234D37000F3}" dt="2025-05-12T14:41:52.016" v="11" actId="1076"/>
          <ac:spMkLst>
            <pc:docMk/>
            <pc:sldMk cId="3659711658" sldId="258"/>
            <ac:spMk id="9" creationId="{025D109B-ECB4-BDA4-1F05-FE45CC60A466}"/>
          </ac:spMkLst>
        </pc:spChg>
      </pc:sldChg>
      <pc:sldChg chg="addAnim delAnim modAnim">
        <pc:chgData name="adrien fillon" userId="66f96a88708f0a3f" providerId="Windows Live" clId="Web-{1CD5976F-1305-4E4C-BED7-F234D37000F3}" dt="2025-05-12T14:44:45.411" v="39"/>
        <pc:sldMkLst>
          <pc:docMk/>
          <pc:sldMk cId="1160347229" sldId="264"/>
        </pc:sldMkLst>
      </pc:sldChg>
      <pc:sldChg chg="addAnim">
        <pc:chgData name="adrien fillon" userId="66f96a88708f0a3f" providerId="Windows Live" clId="Web-{1CD5976F-1305-4E4C-BED7-F234D37000F3}" dt="2025-05-12T14:45:00.552" v="40"/>
        <pc:sldMkLst>
          <pc:docMk/>
          <pc:sldMk cId="662795737" sldId="270"/>
        </pc:sldMkLst>
      </pc:sldChg>
      <pc:sldChg chg="addSp modSp addAnim">
        <pc:chgData name="adrien fillon" userId="66f96a88708f0a3f" providerId="Windows Live" clId="Web-{1CD5976F-1305-4E4C-BED7-F234D37000F3}" dt="2025-05-12T14:56:58.712" v="47"/>
        <pc:sldMkLst>
          <pc:docMk/>
          <pc:sldMk cId="2762901036" sldId="272"/>
        </pc:sldMkLst>
        <pc:picChg chg="add mod">
          <ac:chgData name="adrien fillon" userId="66f96a88708f0a3f" providerId="Windows Live" clId="Web-{1CD5976F-1305-4E4C-BED7-F234D37000F3}" dt="2025-05-12T14:56:56.024" v="46" actId="1076"/>
          <ac:picMkLst>
            <pc:docMk/>
            <pc:sldMk cId="2762901036" sldId="272"/>
            <ac:picMk id="7" creationId="{B0371F6D-D575-F16F-B999-BE54DB53ECE9}"/>
          </ac:picMkLst>
        </pc:picChg>
      </pc:sldChg>
      <pc:sldChg chg="modSp new addAnim">
        <pc:chgData name="adrien fillon" userId="66f96a88708f0a3f" providerId="Windows Live" clId="Web-{1CD5976F-1305-4E4C-BED7-F234D37000F3}" dt="2025-05-12T15:02:26.877" v="193"/>
        <pc:sldMkLst>
          <pc:docMk/>
          <pc:sldMk cId="3799707493" sldId="273"/>
        </pc:sldMkLst>
        <pc:spChg chg="mod">
          <ac:chgData name="adrien fillon" userId="66f96a88708f0a3f" providerId="Windows Live" clId="Web-{1CD5976F-1305-4E4C-BED7-F234D37000F3}" dt="2025-05-12T15:02:18.955" v="191" actId="20577"/>
          <ac:spMkLst>
            <pc:docMk/>
            <pc:sldMk cId="3799707493" sldId="273"/>
            <ac:spMk id="2" creationId="{99166183-5892-6968-094A-682AEFF18D5D}"/>
          </ac:spMkLst>
        </pc:spChg>
        <pc:spChg chg="mod">
          <ac:chgData name="adrien fillon" userId="66f96a88708f0a3f" providerId="Windows Live" clId="Web-{1CD5976F-1305-4E4C-BED7-F234D37000F3}" dt="2025-05-12T15:02:21.580" v="192" actId="20577"/>
          <ac:spMkLst>
            <pc:docMk/>
            <pc:sldMk cId="3799707493" sldId="273"/>
            <ac:spMk id="3" creationId="{4D0E2652-09E0-E035-200A-7EFF05867CAF}"/>
          </ac:spMkLst>
        </pc:spChg>
      </pc:sldChg>
      <pc:sldChg chg="new del">
        <pc:chgData name="adrien fillon" userId="66f96a88708f0a3f" providerId="Windows Live" clId="Web-{1CD5976F-1305-4E4C-BED7-F234D37000F3}" dt="2025-05-12T15:02:33.487" v="195"/>
        <pc:sldMkLst>
          <pc:docMk/>
          <pc:sldMk cId="709221974" sldId="274"/>
        </pc:sldMkLst>
      </pc:sldChg>
      <pc:sldChg chg="modSp add replId modNotes">
        <pc:chgData name="adrien fillon" userId="66f96a88708f0a3f" providerId="Windows Live" clId="Web-{1CD5976F-1305-4E4C-BED7-F234D37000F3}" dt="2025-05-12T15:09:18.482" v="569"/>
        <pc:sldMkLst>
          <pc:docMk/>
          <pc:sldMk cId="3146603540" sldId="274"/>
        </pc:sldMkLst>
        <pc:spChg chg="mod">
          <ac:chgData name="adrien fillon" userId="66f96a88708f0a3f" providerId="Windows Live" clId="Web-{1CD5976F-1305-4E4C-BED7-F234D37000F3}" dt="2025-05-12T15:09:15.529" v="567" actId="20577"/>
          <ac:spMkLst>
            <pc:docMk/>
            <pc:sldMk cId="3146603540" sldId="274"/>
            <ac:spMk id="3" creationId="{FE9C11E2-2E69-0ED9-6C85-24219A2A1FA4}"/>
          </ac:spMkLst>
        </pc:spChg>
      </pc:sldChg>
      <pc:sldChg chg="modSp add replId">
        <pc:chgData name="adrien fillon" userId="66f96a88708f0a3f" providerId="Windows Live" clId="Web-{1CD5976F-1305-4E4C-BED7-F234D37000F3}" dt="2025-05-12T15:10:27.781" v="606" actId="20577"/>
        <pc:sldMkLst>
          <pc:docMk/>
          <pc:sldMk cId="783669972" sldId="275"/>
        </pc:sldMkLst>
        <pc:spChg chg="mod">
          <ac:chgData name="adrien fillon" userId="66f96a88708f0a3f" providerId="Windows Live" clId="Web-{1CD5976F-1305-4E4C-BED7-F234D37000F3}" dt="2025-05-12T15:10:27.781" v="606" actId="20577"/>
          <ac:spMkLst>
            <pc:docMk/>
            <pc:sldMk cId="783669972" sldId="275"/>
            <ac:spMk id="3" creationId="{4AA1221B-80FA-E108-0C49-F3DCE7191C39}"/>
          </ac:spMkLst>
        </pc:spChg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4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18039 5521 16383 0 0,'0'3'0'0'0,"0"6"0"0"0,0 5 0 0 0,4 0 0 0 0,5-3 0 0 0,4-3 0 0 0,5-2 0 0 0,2-3 0 0 0,2-2 0 0 0,1-1 0 0 0,0 0 0 0 0,0-1 0 0 0,1 1 0 0 0,-2-1 0 0 0,1 1 0 0 0,0-1 0 0 0,-1 1 0 0 0,0 0 0 0 0,1 0 0 0 0,-1 0 0 0 0,0 0 0 0 0,0 0 0 0 0,0 0 0 0 0,1 0 0 0 0,-1 0 0 0 0,0 0 0 0 0,1 0 0 0 0,-1 0 0 0 0,0 0 0 0 0,0 0 0 0 0,1 0 0 0 0,-1 0 0 0 0,0 0 0 0 0,1 0 0 0 0,-1 0 0 0 0,0 0 0 0 0,0 0 0 0 0,1 0 0 0 0,-1 0 0 0 0,0 0 0 0 0,1 0 0 0 0,-1 0 0 0 0,-4 4 0 0 0,0 1 0 0 0,-1 0 0 0 0,1-1 0 0 0,2-1 0 0 0,1-2 0 0 0,0 0 0 0 0,1 0 0 0 0,0-1 0 0 0,1 0 0 0 0,-1-1 0 0 0,1 1 0 0 0,-1 0 0 0 0,0 0 0 0 0,1 0 0 0 0,-1 0 0 0 0,0 0 0 0 0,-3 3 0 0 0,-2 2 0 0 0,1 0 0 0 0,0-1 0 0 0,1-1 0 0 0,2-1 0 0 0,0-1 0 0 0,1-1 0 0 0,1 0 0 0 0,-1 0 0 0 0,1 0 0 0 0,-1-1 0 0 0,0 1 0 0 0,1 0 0 0 0,-1 0 0 0 0,1 0 0 0 0,-1 0 0 0 0,0 0 0 0 0,0 0 0 0 0,-3 4 0 0 0,-2 1 0 0 0,1 0 0 0 0,0-2 0 0 0,1 0 0 0 0,2-1 0 0 0,0-1 0 0 0,1-1 0 0 0,1 0 0 0 0,-1 0 0 0 0,1 0 0 0 0,-1 0 0 0 0,0-1 0 0 0,1 1 0 0 0,-1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4 0 0 0,0 1 0 0 0,0 0 0 0 0,1-1 0 0 0,-1-1 0 0 0,0-2 0 0 0,1 0 0 0 0,-1-1 0 0 0,0 1 0 0 0,-3 2 0 0 0,-2 2 0 0 0,0 0 0 0 0,2-2 0 0 0,0 0 0 0 0,2-1 0 0 0,0-2 0 0 0,1 1 0 0 0,0-1 0 0 0,1 0 0 0 0,-1-1 0 0 0,1 1 0 0 0,-1 0 0 0 0,1 0 0 0 0,-1 0 0 0 0,-3 0 0 0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33719 7609 16383 0 0,'4'0'0'0'0,"5"0"0"0"0,4 0 0 0 0,5 0 0 0 0,2 0 0 0 0,2 0 0 0 0,-3 4 0 0 0,-1 1 0 0 0,1 0 0 0 0,0-1 0 0 0,1-1 0 0 0,1-2 0 0 0,1 0 0 0 0,0 0 0 0 0,0-1 0 0 0,-3 3 0 0 0,-2 2 0 0 0,1 0 0 0 0,0-2 0 0 0,2 0 0 0 0,1-1 0 0 0,0-1 0 0 0,1-1 0 0 0,0 0 0 0 0,1 0 0 0 0,-1 0 0 0 0,1-1 0 0 0,-5 1 0 0 0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33636 4769 16383 0 0,'3'3'0'0'0,"6"2"0"0"0,5 0 0 0 0,3 3 0 0 0,4 0 0 0 0,1-2 0 0 0,0-1 0 0 0,2 2 0 0 0,-1 0 0 0 0,0-2 0 0 0,0-1 0 0 0,0-1 0 0 0,-1-2 0 0 0,0 0 0 0 0,1-1 0 0 0,-1 0 0 0 0,0-1 0 0 0,-3 5 0 0 0,-2 1 0 0 0,0-1 0 0 0,2 0 0 0 0,0-1 0 0 0,2-2 0 0 0,0 0 0 0 0,1 0 0 0 0,0-1 0 0 0,1 0 0 0 0,-1-1 0 0 0,1 1 0 0 0,-1 0 0 0 0,1 0 0 0 0,-1 0 0 0 0,0 0 0 0 0,-3 3 0 0 0,-2 3 0 0 0,1-2 0 0 0,0 0 0 0 0,1-1 0 0 0,2-1 0 0 0,0-1 0 0 0,1-1 0 0 0,1 0 0 0 0,-1 0 0 0 0,1 0 0 0 0,-1-1 0 0 0,0 1 0 0 0,1 0 0 0 0,-5 0 0 0 0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33524 5298 16383 0 0,'4'0'0'0'0,"5"0"0"0"0,4 0 0 0 0,5 0 0 0 0,2 0 0 0 0,2 0 0 0 0,1 0 0 0 0,0 0 0 0 0,1 0 0 0 0,-1 0 0 0 0,0 0 0 0 0,-1 0 0 0 0,1 0 0 0 0,-1 0 0 0 0,0 0 0 0 0,1 0 0 0 0,-1 0 0 0 0,0 0 0 0 0,0 0 0 0 0,1 0 0 0 0,-1 0 0 0 0,0 0 0 0 0,0 0 0 0 0,1 0 0 0 0,-1 0 0 0 0,0 0 0 0 0,1 0 0 0 0,-1 0 0 0 0,0 0 0 0 0,0 0 0 0 0,1 0 0 0 0,-1 0 0 0 0,0 0 0 0 0,0 0 0 0 0,1 0 0 0 0,-1 0 0 0 0,0 0 0 0 0,1 0 0 0 0,-1 0 0 0 0,0 0 0 0 0,-3 4 0 0 0,-2 1 0 0 0,0-1 0 0 0,2 0 0 0 0,0-1 0 0 0,-2-1 0 0 0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33691 11926 16383 0 0,'4'0'0'0'0,"5"0"0"0"0,5 0 0 0 0,3 0 0 0 0,3 0 0 0 0,2 0 0 0 0,1 0 0 0 0,0 0 0 0 0,1 0 0 0 0,-1 0 0 0 0,0 0 0 0 0,-1 0 0 0 0,1 0 0 0 0,-1 0 0 0 0,0 0 0 0 0,1 0 0 0 0,-1 0 0 0 0,0 0 0 0 0,0 0 0 0 0,1 0 0 0 0,-1 0 0 0 0,0 0 0 0 0,0 0 0 0 0,1 0 0 0 0,-1 0 0 0 0,0 0 0 0 0,1 0 0 0 0,-1 0 0 0 0,0 0 0 0 0,0 0 0 0 0,-3 0 0 0 0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18178 10255 16383 0 0,'4'0'0'0'0,"5"0"0"0"0,5 0 0 0 0,3 0 0 0 0,3 0 0 0 0,2 0 0 0 0,1 0 0 0 0,0 0 0 0 0,1 0 0 0 0,-1 0 0 0 0,0 0 0 0 0,-1 0 0 0 0,1 0 0 0 0,-1 0 0 0 0,1 0 0 0 0,-1 0 0 0 0,0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0,-5 4 0 0 0,-1 1 0 0 0,1 0 0 0 0,0-1 0 0 0,2-2 0 0 0,0 0 0 0 0,2-1 0 0 0,0-1 0 0 0,0 0 0 0 0,0 0 0 0 0,1 0 0 0 0,-1 0 0 0 0,1 0 0 0 0,-1 0 0 0 0,1 0 0 0 0,-1-1 0 0 0,0 1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0,-5 4 0 0 0,-1 1 0 0 0,1 0 0 0 0,0-1 0 0 0,2-1 0 0 0,0-2 0 0 0,2 0 0 0 0,0 0 0 0 0,0-1 0 0 0,0 3 0 0 0,1 2 0 0 0,-1 0 0 0 0,1-2 0 0 0,-1 0 0 0 0,1-1 0 0 0,-1-1 0 0 0,0-1 0 0 0,0 0 0 0 0,1 0 0 0 0,-1 0 0 0 0,0-1 0 0 0,1 1 0 0 0,-1 0 0 0 0,0 0 0 0 0,0 0 0 0 0,-3 4 0 0 0,-2 1 0 0 0,1 0 0 0 0,0-1 0 0 0,1-2 0 0 0,2 0 0 0 0,0-1 0 0 0,1-1 0 0 0,1 0 0 0 0,-1 0 0 0 0,1 0 0 0 0,-5 4 0 0 0,0 0 0 0 0,-1 1 0 0 0,2-1 0 0 0,0-1 0 0 0,2-2 0 0 0,0 0 0 0 0,1 0 0 0 0,0-1 0 0 0,1-1 0 0 0,-1 1 0 0 0,1 0 0 0 0,-1 0 0 0 0,1 0 0 0 0,-1 0 0 0 0,0 0 0 0 0,1 0 0 0 0,-1 0 0 0 0,0 0 0 0 0,1 0 0 0 0,-1 0 0 0 0,0 0 0 0 0,0 0 0 0 0,1 0 0 0 0,-1 3 0 0 0,0 2 0 0 0,0 0 0 0 0,1-1 0 0 0,-5-1 0 0 0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18178 14210 16383 0 0,'4'0'0'0'0,"5"0"0"0"0,5 0 0 0 0,3 0 0 0 0,3 0 0 0 0,2 0 0 0 0,1 0 0 0 0,0 0 0 0 0,1 0 0 0 0,-1 0 0 0 0,0 0 0 0 0,-1 0 0 0 0,1 0 0 0 0,-1 0 0 0 0,1 0 0 0 0,-1 0 0 0 0,0 0 0 0 0,0 0 0 0 0,0 0 0 0 0,1 0 0 0 0,-1 0 0 0 0,0 0 0 0 0,1 0 0 0 0,-1 0 0 0 0,0 0 0 0 0,-3 4 0 0 0,-2 1 0 0 0,0 0 0 0 0,2-1 0 0 0,0-2 0 0 0,2 0 0 0 0,0-1 0 0 0,1-1 0 0 0,0 0 0 0 0,1 0 0 0 0,-1 0 0 0 0,1 0 0 0 0,-1 0 0 0 0,1-1 0 0 0,-5 5 0 0 0,0 1 0 0 0,-1 0 0 0 0,1-1 0 0 0,2-1 0 0 0,1-2 0 0 0,0 0 0 0 0,1 0 0 0 0,0-1 0 0 0,0-1 0 0 0,1 1 0 0 0,-1 0 0 0 0,1 0 0 0 0,-1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0,1-4 0 0 0,-1-1 0 0 0,0 0 0 0 0,1 1 0 0 0,-1 1 0 0 0,0 2 0 0 0,0 0 0 0 0,1 0 0 0 0,-1 1 0 0 0,0 1 0 0 0,1-1 0 0 0,-1 0 0 0 0,0 0 0 0 0,0 0 0 0 0,1 0 0 0 0,-1 0 0 0 0,0 0 0 0 0,1 0 0 0 0,-1 0 0 0 0,0 0 0 0 0,-3 0 0 0 0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18429 15046 16383 0 0,'4'0'0'0'0,"5"0"0"0"0,4 0 0 0 0,5 0 0 0 0,2 0 0 0 0,2 0 0 0 0,1 0 0 0 0,0 0 0 0 0,0 0 0 0 0,0 0 0 0 0,0 0 0 0 0,0 0 0 0 0,-1 0 0 0 0,1 0 0 0 0,-1 0 0 0 0,0 0 0 0 0,1 0 0 0 0,-1 0 0 0 0,0 0 0 0 0,0 0 0 0 0,1 0 0 0 0,-1 0 0 0 0,0 0 0 0 0,0 0 0 0 0,1 0 0 0 0,-1 0 0 0 0,0 0 0 0 0,1 0 0 0 0,-1 0 0 0 0,-4 3 0 0 0,0 2 0 0 0,-1 0 0 0 0,2-1 0 0 0,0-1 0 0 0,2-1 0 0 0,0-2 0 0 0,1 1 0 0 0,0-1 0 0 0,1 0 0 0 0,-1-1 0 0 0,1 1 0 0 0,-1 0 0 0 0,0 0 0 0 0,-3 4 0 0 0,-2 1 0 0 0,1-1 0 0 0,0 0 0 0 0,2-1 0 0 0,0-1 0 0 0,2-1 0 0 0,0-1 0 0 0,0 0 0 0 0,0 0 0 0 0,1 0 0 0 0,-1 0 0 0 0,1-1 0 0 0,-1 1 0 0 0,0 0 0 0 0,1 0 0 0 0,-5 4 0 0 0,0 1 0 0 0,-1 0 0 0 0,1-1 0 0 0,2-2 0 0 0,0 0 0 0 0,2-1 0 0 0,0-1 0 0 0,0 0 0 0 0,0 0 0 0 0,1 0 0 0 0,-1 0 0 0 0,1 0 0 0 0,-4 3 0 0 0,-2 2 0 0 0,0 0 0 0 0,2-1 0 0 0,0-1 0 0 0,-2 2 0 0 0,-1 1 0 0 0,2-1 0 0 0,0-1 0 0 0,2-1 0 0 0,0-2 0 0 0,2 0 0 0 0,0-1 0 0 0,-3 4 0 0 0,-2 1 0 0 0,1-1 0 0 0,0 0 0 0 0,2-2 0 0 0,1 0 0 0 0,0-1 0 0 0,1-1 0 0 0,1 0 0 0 0,-1 0 0 0 0,0 0 0 0 0,1 0 0 0 0,-1-1 0 0 0,1 1 0 0 0,-1 0 0 0 0,0 0 0 0 0,1 0 0 0 0,-1 0 0 0 0,-3 0 0 0 0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33775 15018 16383 0 0,'4'0'0'0'0,"4"0"0"0"0,6 0 0 0 0,4 0 0 0 0,2 0 0 0 0,2 0 0 0 0,1 0 0 0 0,0 0 0 0 0,0 0 0 0 0,0 0 0 0 0,0 0 0 0 0,0 0 0 0 0,-1 0 0 0 0,1 0 0 0 0,-1 0 0 0 0,0 0 0 0 0,1 0 0 0 0,-1 0 0 0 0,0 0 0 0 0,0 0 0 0 0,1 0 0 0 0,-1 0 0 0 0,0 0 0 0 0,0 0 0 0 0,1 0 0 0 0,-5 0 0 0 0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18067 16884 16383 0 0,'4'0'0'0'0,"5"0"0"0"0,4 0 0 0 0,5 0 0 0 0,2 0 0 0 0,2 0 0 0 0,1 0 0 0 0,0 0 0 0 0,0 0 0 0 0,0 0 0 0 0,0 0 0 0 0,0 0 0 0 0,-1 0 0 0 0,1 0 0 0 0,-1 0 0 0 0,0 0 0 0 0,1 0 0 0 0,-1 0 0 0 0,0 0 0 0 0,0 0 0 0 0,1 0 0 0 0,-1 0 0 0 0,0 0 0 0 0,0 0 0 0 0,1 0 0 0 0,-5 4 0 0 0,-1 1 0 0 0,1-1 0 0 0,0 0 0 0 0,2-1 0 0 0,0-1 0 0 0,2-1 0 0 0,0-1 0 0 0,0 0 0 0 0,0 0 0 0 0,1 0 0 0 0,-1-1 0 0 0,1 1 0 0 0,-1 0 0 0 0,1 0 0 0 0,-1 0 0 0 0,0 0 0 0 0,1 0 0 0 0,-1 0 0 0 0,0 0 0 0 0,0 0 0 0 0,1 0 0 0 0,-1 0 0 0 0,0 0 0 0 0,0 4 0 0 0,1 1 0 0 0,-1 0 0 0 0,0-1 0 0 0,1-2 0 0 0,-1 0 0 0 0,0-1 0 0 0,0-1 0 0 0,1 0 0 0 0,-1 0 0 0 0,0 0 0 0 0,1 0 0 0 0,-1 0 0 0 0,0-1 0 0 0,0 1 0 0 0,1 0 0 0 0,-1 0 0 0 0,-4 4 0 0 0,0 1 0 0 0,-1 0 0 0 0,2-1 0 0 0,0-1 0 0 0,2-2 0 0 0,0 0 0 0 0,1 0 0 0 0,0-1 0 0 0,1-1 0 0 0,-1 1 0 0 0,1 0 0 0 0,-1 0 0 0 0,1 0 0 0 0,-1 0 0 0 0,0 0 0 0 0,-3 3 0 0 0,-2 2 0 0 0,0 0 0 0 0,2-1 0 0 0,0-1 0 0 0,2-1 0 0 0,0-2 0 0 0,1 1 0 0 0,0-1 0 0 0,1 0 0 0 0,-1-1 0 0 0,1 1 0 0 0,-1 0 0 0 0,1 0 0 0 0,-1 0 0 0 0,0 0 0 0 0,1 0 0 0 0,-1 0 0 0 0,0 0 0 0 0,1 0 0 0 0,-5 4 0 0 0,-1 1 0 0 0,1-1 0 0 0,0 0 0 0 0,2-1 0 0 0,0-1 0 0 0,2-1 0 0 0,-1-1 0 0 0,2 0 0 0 0,-1 0 0 0 0,1 0 0 0 0,-1 0 0 0 0,1-1 0 0 0,-1 1 0 0 0,0 0 0 0 0,1 0 0 0 0,-1 0 0 0 0,-3 4 0 0 0,-2 1 0 0 0,0 0 0 0 0,2-1 0 0 0,0-2 0 0 0,2 0 0 0 0,0-1 0 0 0,1-1 0 0 0,0 0 0 0 0,1 0 0 0 0,-1 0 0 0 0,1 0 0 0 0,-1 0 0 0 0,1 0 0 0 0,-1-1 0 0 0,0 1 0 0 0,1 0 0 0 0,-1 0 0 0 0,0 0 0 0 0,0 0 0 0 0,1 0 0 0 0,-1 0 0 0 0,0 0 0 0 0,0 0 0 0 0,1 0 0 0 0,-1 0 0 0 0,0 0 0 0 0,1 0 0 0 0,-1 0 0 0 0,0 0 0 0 0,0 0 0 0 0,1 0 0 0 0,-1 0 0 0 0,0 0 0 0 0,1 0 0 0 0,-1 0 0 0 0,0 0 0 0 0,0 0 0 0 0,1 0 0 0 0,-1 4 0 0 0,0 1 0 0 0,0 0 0 0 0,1-1 0 0 0,-1-1 0 0 0,-3-2 0 0 0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18457 18137 16383 0 0,'4'0'0'0'0,"4"0"0"0"0,6 0 0 0 0,4 0 0 0 0,2 0 0 0 0,2 0 0 0 0,1 0 0 0 0,0 0 0 0 0,0 0 0 0 0,0 0 0 0 0,0 0 0 0 0,0 0 0 0 0,-1 0 0 0 0,1 0 0 0 0,-1 0 0 0 0,0 0 0 0 0,1 0 0 0 0,-1 0 0 0 0,0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0,-5 0 0 0 0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33636 18165 16383 0 0,'3'0'0'0'0,"6"0"0"0"0,5 0 0 0 0,3 0 0 0 0,4 0 0 0 0,1 0 0 0 0,0 0 0 0 0,2 0 0 0 0,-1 0 0 0 0,0 0 0 0 0,0 0 0 0 0,0 0 0 0 0,-1 0 0 0 0,0 0 0 0 0,1 0 0 0 0,-1 0 0 0 0,0 0 0 0 0,0 0 0 0 0,1 0 0 0 0,-1 0 0 0 0,0 0 0 0 0,1 0 0 0 0,-1 0 0 0 0,-4 4 0 0 0,0 1 0 0 0,-1-1 0 0 0,1 0 0 0 0,2-1 0 0 0,1-1 0 0 0,-4-1 0 0 0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6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18123 20337 16383 0 0,'3'0'0'0'0,"6"0"0"0"0,5 0 0 0 0,3 0 0 0 0,4 4 0 0 0,1 1 0 0 0,1 0 0 0 0,0-1 0 0 0,0-2 0 0 0,0 0 0 0 0,0-1 0 0 0,0-1 0 0 0,-1 0 0 0 0,1 0 0 0 0,-1 0 0 0 0,0 0 0 0 0,0 0 0 0 0,1 0 0 0 0,-1 0 0 0 0,0-1 0 0 0,0 1 0 0 0,1 0 0 0 0,-1 0 0 0 0,0 0 0 0 0,0 0 0 0 0,1 1 0 0 0,-1-1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0,-4 3 0 0 0,0 2 0 0 0,-1 0 0 0 0,2-1 0 0 0,0-1 0 0 0,2-2 0 0 0,0 0 0 0 0,1 0 0 0 0,0-1 0 0 0,1 0 0 0 0,-1-1 0 0 0,1 1 0 0 0,-1 0 0 0 0,1 0 0 0 0,-1 0 0 0 0,-4 4 0 0 0,0 1 0 0 0,-1-1 0 0 0,2 0 0 0 0,0-1 0 0 0,2-1 0 0 0,0-1 0 0 0,-3 3 0 0 0,-1 1 0 0 0,1 0 0 0 0,1-2 0 0 0,0 0 0 0 0,2-2 0 0 0,1 0 0 0 0,0-1 0 0 0,0 0 0 0 0,0 0 0 0 0,-3 4 0 0 0,-1 1 0 0 0,-1-1 0 0 0,-2 0 0 0 0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7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18457 21228 16383 0 0,'4'0'0'0'0,"4"0"0"0"0,6 0 0 0 0,4 0 0 0 0,2 0 0 0 0,2 0 0 0 0,1 0 0 0 0,-4 4 0 0 0,-1 1 0 0 0,1 0 0 0 0,0-1 0 0 0,1-1 0 0 0,0-2 0 0 0,2 0 0 0 0,0 0 0 0 0,0-1 0 0 0,0 0 0 0 0,-3 3 0 0 0,-1 2 0 0 0,-1 0 0 0 0,2-2 0 0 0,0 0 0 0 0,2-1 0 0 0,0-1 0 0 0,1-1 0 0 0,0 0 0 0 0,1 0 0 0 0,-1 0 0 0 0,1-1 0 0 0,-1 1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4 0 0 0,-1 1 0 0 0,0 0 0 0 0,0-1 0 0 0,1-2 0 0 0,-5 4 0 0 0,-1 0 0 0 0,1-1 0 0 0,0-1 0 0 0,-2-2 0 0 0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33803 21334 16383 0 0,'3'0'0'0'0,"6"0"0"0"0,1-4 0 0 0,3-1 0 0 0,2 0 0 0 0,3 2 0 0 0,2 0 0 0 0,2 1 0 0 0,0 1 0 0 0,1 1 0 0 0,0 0 0 0 0,0 0 0 0 0,-1 0 0 0 0,1 0 0 0 0,-1 1 0 0 0,1-1 0 0 0,-1 0 0 0 0,0 0 0 0 0,1 0 0 0 0,-1 0 0 0 0,0 0 0 0 0,0 0 0 0 0,1 0 0 0 0,-1 0 0 0 0,-4 0 0 0 0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7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18123 23846 16383 0 0,'3'0'0'0'0,"6"0"0"0"0,5 0 0 0 0,3 0 0 0 0,4 0 0 0 0,1 0 0 0 0,1 0 0 0 0,0 0 0 0 0,0 0 0 0 0,0 0 0 0 0,0 0 0 0 0,0 0 0 0 0,-1 0 0 0 0,1 0 0 0 0,-1 0 0 0 0,0 0 0 0 0,0 0 0 0 0,1 0 0 0 0,-1 0 0 0 0,0 0 0 0 0,0 0 0 0 0,1 0 0 0 0,-1 0 0 0 0,0 0 0 0 0,0 0 0 0 0,1 0 0 0 0,-1 0 0 0 0,0 0 0 0 0,1 0 0 0 0,-1 4 0 0 0,0 1 0 0 0,0 0 0 0 0,1-1 0 0 0,-1-1 0 0 0,0-2 0 0 0,1 0 0 0 0,-1 0 0 0 0,0-1 0 0 0,0 0 0 0 0,1 3 0 0 0,-1 2 0 0 0,0 0 0 0 0,0-2 0 0 0,1 0 0 0 0,-1-1 0 0 0,0-1 0 0 0,1-1 0 0 0,-1 0 0 0 0,0 0 0 0 0,0 0 0 0 0,-3 3 0 0 0,-2 2 0 0 0,1 0 0 0 0,0-1 0 0 0,2-2 0 0 0,0 0 0 0 0,2-1 0 0 0,-1-1 0 0 0,2 0 0 0 0,-1 0 0 0 0,1 0 0 0 0,-1 0 0 0 0,1 0 0 0 0,-1-1 0 0 0,0 1 0 0 0,1 0 0 0 0,-1 0 0 0 0,0 0 0 0 0,1 0 0 0 0,-1 0 0 0 0,0 0 0 0 0,0 0 0 0 0,1 0 0 0 0,-1 0 0 0 0,0 0 0 0 0,0 0 0 0 0,1 0 0 0 0,-1 0 0 0 0,0 0 0 0 0,1 0 0 0 0,-1 0 0 0 0,0 0 0 0 0,0 0 0 0 0,1 0 0 0 0,-1 0 0 0 0,0 0 0 0 0,1 0 0 0 0,-1 0 0 0 0,-4 0 0 0 0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7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33636 25545 16383 0 0,'3'0'0'0'0,"2"4"0"0"0,4 1 0 0 0,4 0 0 0 0,3-1 0 0 0,3-1 0 0 0,2-2 0 0 0,-2 4 0 0 0,-1 0 0 0 0,0 0 0 0 0,1-1 0 0 0,1-2 0 0 0,1 0 0 0 0,1-1 0 0 0,-4 3 0 0 0,0 1 0 0 0,-1-1 0 0 0,2 0 0 0 0,1-1 0 0 0,0-2 0 0 0,2 0 0 0 0,0-1 0 0 0,0 0 0 0 0,0 0 0 0 0,1 0 0 0 0,-1 0 0 0 0,1-1 0 0 0,-5 5 0 0 0,0 1 0 0 0,-1 0 0 0 0,2-1 0 0 0,0-2 0 0 0,2 0 0 0 0,0-1 0 0 0,-3-1 0 0 0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7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18540 25567 16383 0 0,'4'0'0'0'0,"5"0"0"0"0,5 0 0 0 0,3 0 0 0 0,3 0 0 0 0,2 0 0 0 0,1 0 0 0 0,1 0 0 0 0,-1 0 0 0 0,0 0 0 0 0,0 0 0 0 0,-1 0 0 0 0,1 0 0 0 0,-1 0 0 0 0,1 0 0 0 0,-1 0 0 0 0,0 0 0 0 0,0 0 0 0 0,1-3 0 0 0,-1-2 0 0 0,0 0 0 0 0,0 1 0 0 0,1 1 0 0 0,-1 1 0 0 0,0 2 0 0 0,0-1 0 0 0,1 1 0 0 0,-1 0 0 0 0,0 1 0 0 0,1-1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0,-5 4 0 0 0,-1 1 0 0 0,1 0 0 0 0,0-1 0 0 0,2-2 0 0 0,0 0 0 0 0,-2-1 0 0 0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1.37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18513 11904 16383 0 0,'3'0'0'0'0,"6"0"0"0"0,5 0 0 0 0,3 0 0 0 0,4 0 0 0 0,1 0 0 0 0,0 0 0 0 0,-2-4 0 0 0,-2-1 0 0 0,0 0 0 0 0,1 1 0 0 0,1 2 0 0 0,1 0 0 0 0,1 1 0 0 0,-1 1 0 0 0,2 0 0 0 0,-1 0 0 0 0,-3-4 0 0 0,-2-1 0 0 0,1 1 0 0 0,0 0 0 0 0,2 1 0 0 0,1 2 0 0 0,0 0 0 0 0,1 0 0 0 0,-4-3 0 0 0,0 0 0 0 0,-1-1 0 0 0,2 1 0 0 0,1 2 0 0 0,0 0 0 0 0,2 1 0 0 0,0 1 0 0 0,-4-4 0 0 0,0-1 0 0 0,-1 1 0 0 0,2 0 0 0 0,1 1 0 0 0,0 2 0 0 0,2 0 0 0 0,0 1 0 0 0,0 0 0 0 0,0 0 0 0 0,1 0 0 0 0,-1 0 0 0 0,1 0 0 0 0,-1 1 0 0 0,1-1 0 0 0,-1 0 0 0 0,0 0 0 0 0,1 0 0 0 0,-1 0 0 0 0,0 0 0 0 0,0 0 0 0 0,1 0 0 0 0,-1 0 0 0 0,0 0 0 0 0,0 0 0 0 0,1 0 0 0 0,-1 0 0 0 0,0 0 0 0 0,1 0 0 0 0,-1 0 0 0 0,0 0 0 0 0,0 0 0 0 0,1 0 0 0 0,-1 0 0 0 0,0 0 0 0 0,-3 3 0 0 0,-2 2 0 0 0,0 0 0 0 0,2-1 0 0 0,0-1 0 0 0,2-1 0 0 0,0-1 0 0 0,1-1 0 0 0,1 0 0 0 0,-5 4 0 0 0,0 0 0 0 0,-1 1 0 0 0,2-1 0 0 0,1-2 0 0 0,0 0 0 0 0,2-1 0 0 0,0-1 0 0 0,0 0 0 0 0,0 0 0 0 0,1 0 0 0 0,-5 3 0 0 0,0 2 0 0 0,-1 0 0 0 0,2-1 0 0 0,1-2 0 0 0,0 0 0 0 0,1-1 0 0 0,1-1 0 0 0,1 0 0 0 0,-1 0 0 0 0,-3 0 0 0 0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5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19070 4072 16383 0 0,'3'0'0'0'0,"6"0"0"0"0,5 0 0 0 0,3 0 0 0 0,4 0 0 0 0,1 0 0 0 0,0 0 0 0 0,2 0 0 0 0,-1 0 0 0 0,0 0 0 0 0,0 0 0 0 0,0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0,-3 4 0 0 0,-2 1 0 0 0,1 0 0 0 0,0-1 0 0 0,2-1 0 0 0,0-2 0 0 0,2 0 0 0 0,-1 0 0 0 0,2-1 0 0 0,-1-1 0 0 0,1 1 0 0 0,-1 0 0 0 0,1 0 0 0 0,-1 0 0 0 0,0 0 0 0 0,1 0 0 0 0,-1 0 0 0 0,0 0 0 0 0,1 0 0 0 0,-1 0 0 0 0,0 0 0 0 0,0 0 0 0 0,1 0 0 0 0,-1 0 0 0 0,0 0 0 0 0,0 0 0 0 0,-3 0 0 0 0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5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19320 6127 16383 0 0,'4'0'0'0'0,"5"0"0"0"0,4 0 0 0 0,5 0 0 0 0,2 0 0 0 0,2 0 0 0 0,1 0 0 0 0,0 0 0 0 0,1 0 0 0 0,-1 0 0 0 0,0 0 0 0 0,-1 0 0 0 0,1 0 0 0 0,-1 0 0 0 0,0 0 0 0 0,1 0 0 0 0,-1 0 0 0 0,0-3 0 0 0,0-2 0 0 0,1 0 0 0 0,-1 1 0 0 0,0 1 0 0 0,0 2 0 0 0,1 0 0 0 0,-1 0 0 0 0,0 1 0 0 0,1 0 0 0 0,-1 1 0 0 0,0-1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4 0 0 0,0 1 0 0 0,1 0 0 0 0,-1-1 0 0 0,0-2 0 0 0,1 0 0 0 0,-1-1 0 0 0,0-1 0 0 0,0 0 0 0 0,1 4 0 0 0,-1 1 0 0 0,0-1 0 0 0,0 0 0 0 0,1-1 0 0 0,-1-2 0 0 0,0 0 0 0 0,1 0 0 0 0,-1-1 0 0 0,0 3 0 0 0,0 2 0 0 0,1 0 0 0 0,-1-2 0 0 0,0 0 0 0 0,1-1 0 0 0,-1-1 0 0 0,0-1 0 0 0,0 0 0 0 0,1 0 0 0 0,-1 0 0 0 0,0-1 0 0 0,1 1 0 0 0,-1 0 0 0 0,-4 4 0 0 0,0 1 0 0 0,-1 0 0 0 0,1-2 0 0 0,-2 0 0 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5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34917 6161 16383 0 0,'4'0'0'0'0,"4"0"0"0"0,6 0 0 0 0,3 0 0 0 0,4 0 0 0 0,1 0 0 0 0,1 0 0 0 0,0 0 0 0 0,0 0 0 0 0,0 0 0 0 0,0 0 0 0 0,0 0 0 0 0,-1 0 0 0 0,1 0 0 0 0,-1 0 0 0 0,0 0 0 0 0,0 0 0 0 0,1 0 0 0 0,-1 0 0 0 0,0 0 0 0 0,0 0 0 0 0,1 0 0 0 0,-1 0 0 0 0,0 0 0 0 0,0 0 0 0 0,1 0 0 0 0,-1 0 0 0 0,-3 0 0 0 0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5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19042 9280 16383 0 0,'4'0'0'0'0,"4"0"0"0"0,6 0 0 0 0,3 0 0 0 0,4 0 0 0 0,-3 4 0 0 0,0 1 0 0 0,0 0 0 0 0,2-1 0 0 0,0-1 0 0 0,1-2 0 0 0,1 0 0 0 0,0 0 0 0 0,0 2 0 0 0,1 2 0 0 0,-1 0 0 0 0,1-1 0 0 0,-1-2 0 0 0,0 0 0 0 0,1-1 0 0 0,-1-1 0 0 0,0 0 0 0 0,1 0 0 0 0,-1 0 0 0 0,0-1 0 0 0,1 1 0 0 0,-1 0 0 0 0,0 0 0 0 0,0 0 0 0 0,1 0 0 0 0,-1 0 0 0 0,0 0 0 0 0,0 0 0 0 0,1 0 0 0 0,-1 0 0 0 0,0 0 0 0 0,1 0 0 0 0,-1 0 0 0 0,0 0 0 0 0,0 0 0 0 0,1 0 0 0 0,-1 0 0 0 0,0 0 0 0 0,1 0 0 0 0,-1 0 0 0 0,-4 4 0 0 0,0 1 0 0 0,-1 0 0 0 0,1-1 0 0 0,2-2 0 0 0,1 0 0 0 0,0-1 0 0 0,1-1 0 0 0,0 0 0 0 0,1 0 0 0 0,-1 0 0 0 0,1 0 0 0 0,-1-1 0 0 0,0 1 0 0 0,-3 4 0 0 0,-2 1 0 0 0,1 0 0 0 0,0-1 0 0 0,2-2 0 0 0,0 0 0 0 0,2-1 0 0 0,0 0 0 0 0,0-1 0 0 0,0-1 0 0 0,1 1 0 0 0,-1 0 0 0 0,1 0 0 0 0,-1 0 0 0 0,0 0 0 0 0,1 0 0 0 0,-1 0 0 0 0,0 0 0 0 0,1 0 0 0 0,-1 3 0 0 0,0 2 0 0 0,0 0 0 0 0,1-1 0 0 0,-1-1 0 0 0,0-1 0 0 0,0-2 0 0 0,1 1 0 0 0,-1-1 0 0 0,0 0 0 0 0,1-1 0 0 0,-1 1 0 0 0,0 0 0 0 0,0 4 0 0 0,1 1 0 0 0,-1-1 0 0 0,0 0 0 0 0,1-1 0 0 0,-1-1 0 0 0,0-1 0 0 0,0-1 0 0 0,1 0 0 0 0,-1 0 0 0 0,0 0 0 0 0,1 0 0 0 0,-1-1 0 0 0,0 1 0 0 0,0 0 0 0 0,1 4 0 0 0,-1 1 0 0 0,0 0 0 0 0,1-1 0 0 0,-1-2 0 0 0,0 0 0 0 0,0-1 0 0 0,1-1 0 0 0,-5 0 0 0 0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19292 10422 16383 0 0,'4'0'0'0'0,"5"0"0"0"0,5 0 0 0 0,3 0 0 0 0,3 0 0 0 0,-1-4 0 0 0,-2-1 0 0 0,2 0 0 0 0,0 2 0 0 0,2 0 0 0 0,-4-3 0 0 0,0 0 0 0 0,0 1 0 0 0,1 1 0 0 0,2 2 0 0 0,1 0 0 0 0,-3-2 0 0 0,-1-1 0 0 0,0 0 0 0 0,2 1 0 0 0,1 2 0 0 0,0 0 0 0 0,2 1 0 0 0,-4-3 0 0 0,0-1 0 0 0,-1 1 0 0 0,2 0 0 0 0,1 2 0 0 0,0 0 0 0 0,2 1 0 0 0,0 1 0 0 0,0 0 0 0 0,1 0 0 0 0,-1-3 0 0 0,0-2 0 0 0,1 0 0 0 0,-1 1 0 0 0,1 2 0 0 0,-1 0 0 0 0,0 1 0 0 0,1 1 0 0 0,-1 0 0 0 0,0 0 0 0 0,0 0 0 0 0,1 0 0 0 0,-1 0 0 0 0,0 1 0 0 0,0-1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0,-4 3 0 0 0,0 3 0 0 0,-1-2 0 0 0,1 0 0 0 0,2-1 0 0 0,1-1 0 0 0,0-1 0 0 0,-3 3 0 0 0,-1 1 0 0 0,1-1 0 0 0,1 0 0 0 0,0-1 0 0 0,-2-2 0 0 0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21527 10612 16383 0 0,'-4'0'0'0'0,"-5"0"0"0"0,-4 0 0 0 0,-5 0 0 0 0,-2 0 0 0 0,-2 0 0 0 0,-1 0 0 0 0,0 0 0 0 0,-1 0 0 0 0,1 0 0 0 0,0 0 0 0 0,1 0 0 0 0,-1 0 0 0 0,1 0 0 0 0,0 0 0 0 0,-1 0 0 0 0,1 0 0 0 0,0 0 0 0 0,0 0 0 0 0,-1 0 0 0 0,1 0 0 0 0,0 0 0 0 0,0 0 0 0 0,-1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0,0 0 0 0 0,-1 0 0 0 0,1 0 0 0 0,0 0 0 0 0,-1 0 0 0 0,1 0 0 0 0,0 0 0 0 0,0 0 0 0 0,-1 0 0 0 0,1 0 0 0 0,0 0 0 0 0,-1 0 0 0 0,1 0 0 0 0,0 0 0 0 0,0 0 0 0 0,3-4 0 0 0,2-1 0 0 0,-1 0 0 0 0,0 1 0 0 0,-2 1 0 0 0,0 2 0 0 0,2 0 0 0 0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34750 10417 16383 0 0,'3'0'0'0'0,"6"0"0"0"0,5 0 0 0 0,3 0 0 0 0,4 0 0 0 0,1 0 0 0 0,0 0 0 0 0,2 0 0 0 0,-1 0 0 0 0,0 0 0 0 0,0 0 0 0 0,0 0 0 0 0,-1 0 0 0 0,0 0 0 0 0,1 0 0 0 0,-1 0 0 0 0,0 0 0 0 0,1 0 0 0 0,-1 0 0 0 0,0 0 0 0 0,0 0 0 0 0,1 0 0 0 0,-5-4 0 0 0,-1-1 0 0 0,1 0 0 0 0,0 1 0 0 0,2 1 0 0 0,0 2 0 0 0,2 0 0 0 0,0 0 0 0 0,0 1 0 0 0,0 0 0 0 0,1 1 0 0 0,-1-1 0 0 0,-3 0 0 0 0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19070 11731 16383 0 0,'3'0'0'0'0,"6"0"0"0"0,5 0 0 0 0,3 0 0 0 0,4 0 0 0 0,1 0 0 0 0,0 0 0 0 0,2 0 0 0 0,-1 0 0 0 0,0 0 0 0 0,0 0 0 0 0,0 0 0 0 0,-1 0 0 0 0,0 0 0 0 0,1 0 0 0 0,-1 0 0 0 0,0 0 0 0 0,0 0 0 0 0,1 0 0 0 0,-1 0 0 0 0,0 0 0 0 0,-3-4 0 0 0,-2-1 0 0 0,0 0 0 0 0,2 2 0 0 0,0 0 0 0 0,2 1 0 0 0,0 1 0 0 0,1 1 0 0 0,1 0 0 0 0,-1 0 0 0 0,0 0 0 0 0,1 0 0 0 0,-1 1 0 0 0,1-1 0 0 0,-1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0,-5-4 0 0 0,-1-1 0 0 0,1 0 0 0 0,0 1 0 0 0,2 2 0 0 0,0 0 0 0 0,2 1 0 0 0,0 1 0 0 0,0 0 0 0 0,0 0 0 0 0,-3-4 0 0 0,-1-1 0 0 0,-1 1 0 0 0,2 0 0 0 0,0 1 0 0 0,2 2 0 0 0,0 0 0 0 0,1 0 0 0 0,0 1 0 0 0,-3-3 0 0 0,-1-2 0 0 0,-1 0 0 0 0,2 2 0 0 0,0 0 0 0 0,2 1 0 0 0,1 1 0 0 0,-1 1 0 0 0,2 0 0 0 0,-1 0 0 0 0,1 0 0 0 0,-5-3 0 0 0,0-2 0 0 0,-1 0 0 0 0,2 1 0 0 0,0 2 0 0 0,2 0 0 0 0,0 1 0 0 0,1 1 0 0 0,1 0 0 0 0,-1 0 0 0 0,0 0 0 0 0,1 0 0 0 0,-1 0 0 0 0,1 1 0 0 0,-1-1 0 0 0,0 0 0 0 0,1 0 0 0 0,-1 0 0 0 0,0 0 0 0 0,1 0 0 0 0,-1 0 0 0 0,0 0 0 0 0,0 0 0 0 0,1 0 0 0 0,-5 0 0 0 0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19292 13291 16383 0 0,'4'0'0'0'0,"5"0"0"0"0,5 0 0 0 0,3 0 0 0 0,3 0 0 0 0,2 0 0 0 0,1 0 0 0 0,0 0 0 0 0,1 0 0 0 0,-1 0 0 0 0,0 0 0 0 0,-1 0 0 0 0,1 0 0 0 0,-1 0 0 0 0,1 0 0 0 0,-1 0 0 0 0,0 0 0 0 0,0 0 0 0 0,1 0 0 0 0,-1 0 0 0 0,0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0,1 0 0 0 0,-1 0 0 0 0,0 0 0 0 0,0 0 0 0 0,-3-4 0 0 0,-2-1 0 0 0,1 0 0 0 0,0 2 0 0 0,2 0 0 0 0,0 1 0 0 0,2 1 0 0 0,-1 1 0 0 0,-2-4 0 0 0,-2-1 0 0 0,1 1 0 0 0,1 0 0 0 0,0 1 0 0 0,2 2 0 0 0,0 0 0 0 0,-2-3 0 0 0,-2-1 0 0 0,1 0 0 0 0,0 1 0 0 0,2 2 0 0 0,1 0 0 0 0,0 2 0 0 0,1-1 0 0 0,0 1 0 0 0,1 0 0 0 0,-1 1 0 0 0,-3-5 0 0 0,-2-1 0 0 0,1 0 0 0 0,0 2 0 0 0,2 0 0 0 0,1 1 0 0 0,0 1 0 0 0,1 1 0 0 0,0 0 0 0 0,1 0 0 0 0,-1 0 0 0 0,1 1 0 0 0,-1-1 0 0 0,0-4 0 0 0,1-1 0 0 0,-1 0 0 0 0,0 1 0 0 0,1 2 0 0 0,-5 0 0 0 0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34833 13263 16383 0 0,'4'0'0'0'0,"5"0"0"0"0,4 0 0 0 0,5 0 0 0 0,2 0 0 0 0,2 0 0 0 0,1 0 0 0 0,0 0 0 0 0,1 0 0 0 0,-1 0 0 0 0,0 0 0 0 0,-1 0 0 0 0,1 0 0 0 0,-1 0 0 0 0,0 0 0 0 0,1 0 0 0 0,-5 4 0 0 0,-1 1 0 0 0,1 0 0 0 0,0-1 0 0 0,2-2 0 0 0,0 0 0 0 0,1-1 0 0 0,1-1 0 0 0,1 0 0 0 0,-1 0 0 0 0,1 0 0 0 0,-1 0 0 0 0,1 0 0 0 0,-1-1 0 0 0,0 1 0 0 0,-3 4 0 0 0,-2 1 0 0 0,1 0 0 0 0,0-1 0 0 0,-2-1 0 0 0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19209 17246 16383 0 0,'4'0'0'0'0,"4"0"0"0"0,6 0 0 0 0,4 0 0 0 0,2 0 0 0 0,2 0 0 0 0,1 0 0 0 0,0 0 0 0 0,0 0 0 0 0,0 0 0 0 0,0 0 0 0 0,0 0 0 0 0,-1 0 0 0 0,1 0 0 0 0,-1 0 0 0 0,0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0,-1 0 0 0 0,0 0 0 0 0,-3 4 0 0 0,-2 1 0 0 0,0-1 0 0 0,2 0 0 0 0,0-1 0 0 0,2-1 0 0 0,0-1 0 0 0,1-1 0 0 0,1 0 0 0 0,-1 0 0 0 0,0 3 0 0 0,1 2 0 0 0,-1 0 0 0 0,1-1 0 0 0,-1-2 0 0 0,1 0 0 0 0,-1-1 0 0 0,0-1 0 0 0,0 0 0 0 0,1 0 0 0 0,-5 4 0 0 0,-1 1 0 0 0,1-1 0 0 0,0 0 0 0 0,2-1 0 0 0,0-2 0 0 0,2 0 0 0 0,0 0 0 0 0,-4 2 0 0 0,-1 2 0 0 0,1 0 0 0 0,1-1 0 0 0,1-2 0 0 0,0 0 0 0 0,2-1 0 0 0,0-1 0 0 0,-4 4 0 0 0,0 1 0 0 0,-1-1 0 0 0,2 0 0 0 0,0-2 0 0 0,2 0 0 0 0,1-1 0 0 0,0-1 0 0 0,-4 4 0 0 0,-1 1 0 0 0,1-1 0 0 0,1 0 0 0 0,0-1 0 0 0,2-2 0 0 0,1 0 0 0 0,0-1 0 0 0,0 0 0 0 0,0 0 0 0 0,1 0 0 0 0,-5 0 0 0 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19265 19318 16383 0 0,'3'0'0'0'0,"6"0"0"0"0,5 0 0 0 0,3 0 0 0 0,4 0 0 0 0,-3-4 0 0 0,0-1 0 0 0,0 0 0 0 0,1 1 0 0 0,2 1 0 0 0,0 2 0 0 0,1 0 0 0 0,0 0 0 0 0,4 1 0 0 0,1 1 0 0 0,1-1 0 0 0,-2-4 0 0 0,-1-1 0 0 0,-1 1 0 0 0,0 0 0 0 0,-2 1 0 0 0,0 1 0 0 0,1 2 0 0 0,-1-1 0 0 0,0 1 0 0 0,0 0 0 0 0,0 1 0 0 0,0-1 0 0 0,0 0 0 0 0,-3-4 0 0 0,-2-1 0 0 0,1 0 0 0 0,0 2 0 0 0,2 0 0 0 0,0 1 0 0 0,2 1 0 0 0,-1 1 0 0 0,2 0 0 0 0,-1 0 0 0 0,1 0 0 0 0,-1 0 0 0 0,1 1 0 0 0,-1-1 0 0 0,0 0 0 0 0,1 0 0 0 0,-1 0 0 0 0,0 0 0 0 0,1 0 0 0 0,-1 0 0 0 0,0 0 0 0 0,0 0 0 0 0,1 0 0 0 0,-1 0 0 0 0,0 0 0 0 0,0 0 0 0 0,1 0 0 0 0,-1 0 0 0 0,0 0 0 0 0,1 0 0 0 0,-5 4 0 0 0,-1 1 0 0 0,1-1 0 0 0,0 0 0 0 0,2-1 0 0 0,0-1 0 0 0,2-1 0 0 0,0-1 0 0 0,0 0 0 0 0,0 0 0 0 0,1 0 0 0 0,-1-1 0 0 0,-3 5 0 0 0,-2 1 0 0 0,1 0 0 0 0,0-1 0 0 0,2-2 0 0 0,0 0 0 0 0,2-1 0 0 0,0-1 0 0 0,0 0 0 0 0,0 0 0 0 0,1 0 0 0 0,-1 0 0 0 0,-3 3 0 0 0,-2 2 0 0 0,1 0 0 0 0,0-1 0 0 0,2-1 0 0 0,0-2 0 0 0,2 0 0 0 0,0 0 0 0 0,0-1 0 0 0,0-1 0 0 0,1 1 0 0 0,-1 0 0 0 0,1 0 0 0 0,-1 0 0 0 0,1 0 0 0 0,-1 0 0 0 0,0 0 0 0 0,1 0 0 0 0,-5 0 0 0 0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34972 19223 16383 0 0,'4'0'0'0'0,"5"0"0"0"0,5 0 0 0 0,3 0 0 0 0,3 0 0 0 0,2 0 0 0 0,1 0 0 0 0,1 0 0 0 0,-1 0 0 0 0,0 0 0 0 0,0 0 0 0 0,-1 0 0 0 0,1 0 0 0 0,-1 0 0 0 0,1 0 0 0 0,-1 0 0 0 0,0 0 0 0 0,0 0 0 0 0,1 0 0 0 0,-1 0 0 0 0,0 0 0 0 0,0 0 0 0 0,1 0 0 0 0,-1 0 0 0 0,0 0 0 0 0,0 0 0 0 0,1 0 0 0 0,-1 0 0 0 0,0 0 0 0 0,1 0 0 0 0,-5 0 0 0 0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6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19237 22532 16383 0 0,'3'0'0'0'0,"6"0"0"0"0,5 0 0 0 0,3 0 0 0 0,4 0 0 0 0,1 0 0 0 0,1 0 0 0 0,0 0 0 0 0,0 0 0 0 0,0 0 0 0 0,0 0 0 0 0,0 0 0 0 0,-1 0 0 0 0,1 0 0 0 0,-1 0 0 0 0,0 0 0 0 0,0 0 0 0 0,1 0 0 0 0,-1 0 0 0 0,0 0 0 0 0,0 0 0 0 0,1 0 0 0 0,-1 0 0 0 0,0 0 0 0 0,-3-4 0 0 0,-2-1 0 0 0,0 0 0 0 0,2 1 0 0 0,0 1 0 0 0,2 2 0 0 0,0 0 0 0 0,1 0 0 0 0,0 1 0 0 0,1 1 0 0 0,-1-1 0 0 0,1 0 0 0 0,-1 0 0 0 0,1 0 0 0 0,-1 0 0 0 0,0 0 0 0 0,1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0,1 0 0 0 0,6 4 0 0 0,4 1 0 0 0,-1 0 0 0 0,-2-1 0 0 0,-3-1 0 0 0,-1-2 0 0 0,-2 0 0 0 0,-1 0 0 0 0,0-1 0 0 0,-1-1 0 0 0,-1 1 0 0 0,1 0 0 0 0,0 0 0 0 0,0 0 0 0 0,0 0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0,-3-4 0 0 0,-2-1 0 0 0,0 0 0 0 0,2 1 0 0 0,-3 1 0 0 0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19209 24420 16383 0 0,'4'0'0'0'0,"4"0"0"0"0,6 0 0 0 0,4 0 0 0 0,2 0 0 0 0,2 0 0 0 0,1 0 0 0 0,0 0 0 0 0,0 0 0 0 0,0 0 0 0 0,0 0 0 0 0,0 0 0 0 0,-1 0 0 0 0,1 0 0 0 0,-1 0 0 0 0,0 0 0 0 0,0-4 0 0 0,1-1 0 0 0,-1 0 0 0 0,0 1 0 0 0,0 2 0 0 0,1 0 0 0 0,-1 1 0 0 0,0 1 0 0 0,1 0 0 0 0,-1 0 0 0 0,0 0 0 0 0,0 0 0 0 0,1 0 0 0 0,-1 1 0 0 0,0-1 0 0 0,1 0 0 0 0,-1 0 0 0 0,0 0 0 0 0,0 0 0 0 0,1 0 0 0 0,-1 0 0 0 0,0 0 0 0 0,1 0 0 0 0,-1 0 0 0 0,0 0 0 0 0,0 0 0 0 0,1 0 0 0 0,-1 0 0 0 0,0 0 0 0 0,1 0 0 0 0,-1 0 0 0 0,0 0 0 0 0,0 0 0 0 0,1 0 0 0 0,-1 0 0 0 0,0 0 0 0 0,0 0 0 0 0,1 0 0 0 0,-1 0 0 0 0,0 0 0 0 0,1 0 0 0 0,-1 0 0 0 0,0 0 0 0 0,0 0 0 0 0,1 0 0 0 0,-5-4 0 0 0,-1-1 0 0 0,1 0 0 0 0,0 1 0 0 0,2 1 0 0 0,0 2 0 0 0,2 0 0 0 0,0 0 0 0 0,0 1 0 0 0,0 1 0 0 0,1-1 0 0 0,-1 0 0 0 0,1 0 0 0 0,-1 0 0 0 0,1 0 0 0 0,-1 0 0 0 0,0 0 0 0 0,1 0 0 0 0,-1 0 0 0 0,0 0 0 0 0,0 0 0 0 0,1 0 0 0 0,-1 0 0 0 0,0 0 0 0 0,0 0 0 0 0,1 0 0 0 0,-1 0 0 0 0,0 0 0 0 0,1 0 0 0 0,-1 0 0 0 0,0 0 0 0 0,0 0 0 0 0,1 0 0 0 0,-1 0 0 0 0,0 0 0 0 0,-3 4 0 0 0,-2 1 0 0 0,0 0 0 0 0,2-1 0 0 0,0-1 0 0 0,2-2 0 0 0,0 0 0 0 0,1 0 0 0 0,1-1 0 0 0,-1 3 0 0 0,0 2 0 0 0,1 0 0 0 0,-1-2 0 0 0,1 0 0 0 0,-5-1 0 0 0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34750 24403 16383 0 0,'3'0'0'0'0,"6"0"0"0"0,5 0 0 0 0,3 0 0 0 0,4 0 0 0 0,1 0 0 0 0,0 0 0 0 0,2 0 0 0 0,-1 0 0 0 0,0 0 0 0 0,0 0 0 0 0,-4 4 0 0 0,-2 1 0 0 0,1 0 0 0 0,0-1 0 0 0,2-1 0 0 0,0-2 0 0 0,2 0 0 0 0,-4 3 0 0 0,-1 2 0 0 0,1-2 0 0 0,0 0 0 0 0,2-2 0 0 0,1 0 0 0 0,0-1 0 0 0,1-1 0 0 0,0 0 0 0 0,1 0 0 0 0,-4 3 0 0 0,-2 2 0 0 0,1 0 0 0 0,0-1 0 0 0,2-2 0 0 0,0 0 0 0 0,2-1 0 0 0,-4 3 0 0 0,-1 1 0 0 0,1 0 0 0 0,0-2 0 0 0,2 0 0 0 0,-3 2 0 0 0,0 1 0 0 0,0-1 0 0 0,1-1 0 0 0,2-1 0 0 0,-3-2 0 0 0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20635 3097 16383 0 0,'0'-4'0'0'0,"-3"-1"0"0"0,-6 1 0 0 0,-5 0 0 0 0,-3 1 0 0 0,0-2 0 0 0,0-1 0 0 0,-1 0 0 0 0,-1 3 0 0 0,-2 0 0 0 0,0 1 0 0 0,-1 2 0 0 0,0 0 0 0 0,-1 0 0 0 0,1 0 0 0 0,-1 0 0 0 0,1 0 0 0 0,-1 1 0 0 0,1-1 0 0 0,0 0 0 0 0,-1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0,4-4 0 0 0,0-1 0 0 0,1 0 0 0 0,-2 1 0 0 0,0 1 0 0 0,-2 2 0 0 0,0 0 0 0 0,3-3 0 0 0,1-1 0 0 0,-1 0 0 0 0,-1 1 0 0 0,0 2 0 0 0,-2 0 0 0 0,3-2 0 0 0,1-2 0 0 0,0 2 0 0 0,-2 0 0 0 0,-1 1 0 0 0,0 2 0 0 0,-2 0 0 0 0,0 1 0 0 0,0 0 0 0 0,-1 0 0 0 0,1 0 0 0 0,-1 1 0 0 0,1-1 0 0 0,-1 0 0 0 0,1 0 0 0 0,0 0 0 0 0,-1 0 0 0 0,1 0 0 0 0,0 0 0 0 0,0 0 0 0 0,-1 0 0 0 0,1 0 0 0 0,0 0 0 0 0,0 0 0 0 0,-1 0 0 0 0,1 0 0 0 0,0 0 0 0 0,-1 0 0 0 0,1 0 0 0 0,0 4 0 0 0,0 1 0 0 0,-1 0 0 0 0,1-2 0 0 0,0 0 0 0 0,-1-1 0 0 0,1-1 0 0 0,0-1 0 0 0,0 0 0 0 0,-1 0 0 0 0,1 0 0 0 0,0 0 0 0 0,3-1 0 0 0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19254 4574 16383 0 0,'-4'0'0'0'0,"-5"0"0"0"0,-4 0 0 0 0,-5 0 0 0 0,-2 0 0 0 0,-2 0 0 0 0,-1 0 0 0 0,0 0 0 0 0,0 0 0 0 0,0 0 0 0 0,0 0 0 0 0,0 0 0 0 0,1 0 0 0 0,-1 0 0 0 0,1 0 0 0 0,0 0 0 0 0,-1 0 0 0 0,1 0 0 0 0,-4 0 0 0 0,-1 0 0 0 0,0 0 0 0 0,1 0 0 0 0,1 3 0 0 0,1 2 0 0 0,0 0 0 0 0,2-1 0 0 0,0-1 0 0 0,-1-1 0 0 0,1-1 0 0 0,0-1 0 0 0,0 0 0 0 0,0 4 0 0 0,0 0 0 0 0,0 1 0 0 0,-1-1 0 0 0,1-2 0 0 0,0 0 0 0 0,-1-1 0 0 0,1-1 0 0 0,0 0 0 0 0,0 4 0 0 0,-1 1 0 0 0,1-1 0 0 0,0 0 0 0 0,-1-1 0 0 0,1-2 0 0 0,0 0 0 0 0,-4-1 0 0 0,2 4 0 0 0,2 1 0 0 0,1 0 0 0 0,0-2 0 0 0,-1 0 0 0 0,1-1 0 0 0,-1-2 0 0 0,0 1 0 0 0,0-1 0 0 0,0 0 0 0 0,0 3 0 0 0,-1 2 0 0 0,1 0 0 0 0,0-2 0 0 0,-1 0 0 0 0,1-1 0 0 0,0-1 0 0 0,0-1 0 0 0,-1 0 0 0 0,1 0 0 0 0,0 0 0 0 0,-1-1 0 0 0,1 1 0 0 0,0 0 0 0 0,0 0 0 0 0,-1 0 0 0 0,1 0 0 0 0,0 0 0 0 0,-1 0 0 0 0,1 0 0 0 0,0 0 0 0 0,0 0 0 0 0,-1 0 0 0 0,1 0 0 0 0,0 0 0 0 0,-1 0 0 0 0,1 0 0 0 0,0 0 0 0 0,0 0 0 0 0,-1 0 0 0 0,1 0 0 0 0,4-4 0 0 0,0-1 0 0 0,1 0 0 0 0,-2 2 0 0 0,0 0 0 0 0,-2 1 0 0 0,0 1 0 0 0,3-3 0 0 0,1-1 0 0 0,-1 0 0 0 0,-1 2 0 0 0,0 0 0 0 0,-2 2 0 0 0,-1 0 0 0 0,4-3 0 0 0,1-1 0 0 0,-1 0 0 0 0,0 1 0 0 0,-2 2 0 0 0,-1 0 0 0 0,0 2 0 0 0,3-5 0 0 0,0 0 0 0 0,1 1 0 0 0,-2 0 0 0 0,-1 2 0 0 0,0 0 0 0 0,-2 1 0 0 0,0 1 0 0 0,0 0 0 0 0,-1 0 0 0 0,1 0 0 0 0,3 1 0 0 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36616 4462 16383 0 0,'3'0'0'0'0,"2"4"0"0"0,4 1 0 0 0,4 0 0 0 0,3-1 0 0 0,3-2 0 0 0,3 0 0 0 0,0-1 0 0 0,1-1 0 0 0,0 0 0 0 0,0 0 0 0 0,0 0 0 0 0,-1 0 0 0 0,1 0 0 0 0,-1 0 0 0 0,1 0 0 0 0,-1-1 0 0 0,0 1 0 0 0,1 0 0 0 0,-1 0 0 0 0,0 0 0 0 0,0 0 0 0 0,1 1 0 0 0,-1-1 0 0 0,-4 3 0 0 0,0 2 0 0 0,-1 0 0 0 0,1-1 0 0 0,2-1 0 0 0,1-2 0 0 0,0 0 0 0 0,1 0 0 0 0,0-1 0 0 0,1 0 0 0 0,-1-1 0 0 0,1 1 0 0 0,-5 4 0 0 0,0 1 0 0 0,-1-1 0 0 0,2 0 0 0 0,0-1 0 0 0,2-1 0 0 0,-4-1 0 0 0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19178 6582 16383 0 0,'-4'0'0'0'0,"-4"0"0"0"0,-6 0 0 0 0,-4 0 0 0 0,-2 0 0 0 0,-2 0 0 0 0,-1 0 0 0 0,0 0 0 0 0,0 0 0 0 0,0 0 0 0 0,0 0 0 0 0,0 0 0 0 0,1 0 0 0 0,-1 0 0 0 0,1 0 0 0 0,0 0 0 0 0,0 0 0 0 0,-1 0 0 0 0,1 0 0 0 0,0 0 0 0 0,0 0 0 0 0,-1 0 0 0 0,1 0 0 0 0,0 0 0 0 0,-1 0 0 0 0,1 0 0 0 0,0 0 0 0 0,0 0 0 0 0,3 4 0 0 0,2 1 0 0 0,-1 0 0 0 0,0-1 0 0 0,-2-1 0 0 0,0-2 0 0 0,-1 0 0 0 0,-1 0 0 0 0,-1-1 0 0 0,1-1 0 0 0,-1 1 0 0 0,1 0 0 0 0,-1 0 0 0 0,1 0 0 0 0,0 0 0 0 0,-1 0 0 0 0,1 0 0 0 0,0 0 0 0 0,0 0 0 0 0,-1 0 0 0 0,1 0 0 0 0,0 0 0 0 0,-1 0 0 0 0,1 0 0 0 0,0 0 0 0 0,0 0 0 0 0,-1 0 0 0 0,1 0 0 0 0,0 0 0 0 0,-1 0 0 0 0,1 0 0 0 0,0 0 0 0 0,0 0 0 0 0,-1 0 0 0 0,1 0 0 0 0,0 0 0 0 0,0 0 0 0 0,-1 0 0 0 0,5-4 0 0 0,1-1 0 0 0,-1 0 0 0 0,0 1 0 0 0,-2 1 0 0 0,0 2 0 0 0,-2 0 0 0 0,0 0 0 0 0,0 1 0 0 0,0 0 0 0 0,-1 1 0 0 0,1-1 0 0 0,3-4 0 0 0,2-1 0 0 0,-1 1 0 0 0,0 0 0 0 0,-2 1 0 0 0,-1 1 0 0 0,0 1 0 0 0,-1 1 0 0 0,0 0 0 0 0,-1 0 0 0 0,1 0 0 0 0,3-3 0 0 0,2-2 0 0 0,-1 0 0 0 0,0 1 0 0 0,-2 2 0 0 0,0 0 0 0 0,-2 1 0 0 0,0 1 0 0 0,4-4 0 0 0,0-1 0 0 0,1 0 0 0 0,-2 2 0 0 0,-1 0 0 0 0,0 2 0 0 0,-2 0 0 0 0,0 0 0 0 0,0 1 0 0 0,3-3 0 0 0,2-2 0 0 0,-1 0 0 0 0,0 2 0 0 0,-2 0 0 0 0,-1 1 0 0 0,0 2 0 0 0,-1-1 0 0 0,0 1 0 0 0,-1 0 0 0 0,1 1 0 0 0,-1-1 0 0 0,1 0 0 0 0,0 0 0 0 0,-1 0 0 0 0,1 0 0 0 0,0 0 0 0 0,-1 0 0 0 0,1 0 0 0 0,0 0 0 0 0,0 0 0 0 0,-1 0 0 0 0,1 0 0 0 0,0 0 0 0 0,-1 0 0 0 0,1 0 0 0 0,0 0 0 0 0,0 0 0 0 0,-1 0 0 0 0,1 0 0 0 0,0 0 0 0 0,3-4 0 0 0,6-1 0 0 0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19271 8768 16383 0 0,'-4'0'0'0'0,"-5"0"0"0"0,-1-4 0 0 0,-2-1 0 0 0,-4 0 0 0 0,-2 1 0 0 0,-2 1 0 0 0,-1 2 0 0 0,-2-4 0 0 0,1 0 0 0 0,-1 0 0 0 0,0 1 0 0 0,0 2 0 0 0,1 0 0 0 0,-1 1 0 0 0,1 1 0 0 0,-1 0 0 0 0,1 0 0 0 0,0 1 0 0 0,0-1 0 0 0,-1 0 0 0 0,1 0 0 0 0,0 0 0 0 0,0 0 0 0 0,-1 0 0 0 0,1 0 0 0 0,0 0 0 0 0,0 0 0 0 0,-1 0 0 0 0,1 0 0 0 0,0 0 0 0 0,-1 0 0 0 0,1 0 0 0 0,-4 0 0 0 0,-1 0 0 0 0,0 0 0 0 0,0 0 0 0 0,2 0 0 0 0,1 0 0 0 0,1 0 0 0 0,-3 0 0 0 0,-2 0 0 0 0,2 0 0 0 0,-4 0 0 0 0,0 0 0 0 0,1 0 0 0 0,2 0 0 0 0,2 0 0 0 0,1 0 0 0 0,1 0 0 0 0,1 0 0 0 0,-4 0 0 0 0,-1 0 0 0 0,0 0 0 0 0,1 0 0 0 0,-2 0 0 0 0,-1 4 0 0 0,1 1 0 0 0,1 0 0 0 0,2-1 0 0 0,1-2 0 0 0,1 0 0 0 0,1-1 0 0 0,0-1 0 0 0,0 0 0 0 0,0 0 0 0 0,0 0 0 0 0,0 0 0 0 0,0 0 0 0 0,-1 0 0 0 0,1-1 0 0 0,0 1 0 0 0,0 0 0 0 0,-1 0 0 0 0,1 0 0 0 0,0 0 0 0 0,-1 0 0 0 0,1 0 0 0 0,0 0 0 0 0,-1 0 0 0 0,1 0 0 0 0,0 0 0 0 0,0 0 0 0 0,-1 0 0 0 0,1 0 0 0 0,0 0 0 0 0,0 4 0 0 0,-1 1 0 0 0,1 0 0 0 0,0-1 0 0 0,-1-1 0 0 0,1-2 0 0 0,0 0 0 0 0,0 0 0 0 0,-1-1 0 0 0,1 0 0 0 0,0-1 0 0 0,-1 1 0 0 0,1 0 0 0 0,0 0 0 0 0,0 0 0 0 0,-1 0 0 0 0,1 0 0 0 0,0 0 0 0 0,-1 0 0 0 0,1 0 0 0 0,0 0 0 0 0,0 0 0 0 0,-1 0 0 0 0,1 0 0 0 0,0 0 0 0 0,0 0 0 0 0,-1 0 0 0 0,1 0 0 0 0,0 0 0 0 0,-1 0 0 0 0,5-4 0 0 0,1-1 0 0 0,-1 0 0 0 0,0 1 0 0 0,-2 1 0 0 0,0 2 0 0 0,-2 0 0 0 0,0 0 0 0 0,0 1 0 0 0,0 1 0 0 0,-1-1 0 0 0,4 0 0 0 0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7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36449 8696 16383 0 0,'3'0'0'0'0,"6"0"0"0"0,5 0 0 0 0,3 0 0 0 0,4 0 0 0 0,1 0 0 0 0,0 0 0 0 0,2 0 0 0 0,-1 0 0 0 0,0 0 0 0 0,0 0 0 0 0,0 0 0 0 0,-1 0 0 0 0,0 0 0 0 0,1 0 0 0 0,-1 0 0 0 0,0 0 0 0 0,0 0 0 0 0,1 0 0 0 0,-1 0 0 0 0,0 0 0 0 0,0 0 0 0 0,1 0 0 0 0,-1 0 0 0 0,0 0 0 0 0,1 0 0 0 0,-1 0 0 0 0,0 0 0 0 0,0 0 0 0 0,1 0 0 0 0,-1 0 0 0 0,0 0 0 0 0,1 0 0 0 0,-1 0 0 0 0,0 0 0 0 0,0 0 0 0 0,1 0 0 0 0,-1 0 0 0 0,0 0 0 0 0,-3 0 0 0 0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8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17990 13764 16383 0 0,'0'-4'0'0'0,"-4"-1"0"0"0,-5 1 0 0 0,-1-4 0 0 0,-2 0 0 0 0,-4 2 0 0 0,2-3 0 0 0,-1 1 0 0 0,-2 1 0 0 0,-1 3 0 0 0,-2 1 0 0 0,2-3 0 0 0,2 1 0 0 0,-2 0 0 0 0,-1 1 0 0 0,-1 2 0 0 0,0-3 0 0 0,-2-1 0 0 0,0 1 0 0 0,-1 2 0 0 0,1 0 0 0 0,-1 2 0 0 0,1 0 0 0 0,0 1 0 0 0,-1 0 0 0 0,1 0 0 0 0,-1 0 0 0 0,1 0 0 0 0,0 1 0 0 0,0-1 0 0 0,-1 0 0 0 0,1 0 0 0 0,0 0 0 0 0,0 0 0 0 0,-1 0 0 0 0,1 0 0 0 0,0 0 0 0 0,-1 0 0 0 0,1 0 0 0 0,0 0 0 0 0,0 0 0 0 0,-1 0 0 0 0,1 0 0 0 0,0 0 0 0 0,-1 0 0 0 0,1 0 0 0 0,0 0 0 0 0,0 0 0 0 0,-1 0 0 0 0,1 0 0 0 0,0 0 0 0 0,0 0 0 0 0,-1 0 0 0 0,1 0 0 0 0,3 4 0 0 0,2 1 0 0 0,0-1 0 0 0,-2 0 0 0 0,0-1 0 0 0,-2-1 0 0 0,0-1 0 0 0,3 3 0 0 0,0 1 0 0 0,1-1 0 0 0,-2 0 0 0 0,-1-1 0 0 0,0-2 0 0 0,2 4 0 0 0,1 0 0 0 0,0 0 0 0 0,-2-1 0 0 0,-1-2 0 0 0,-1 3 0 0 0,0 1 0 0 0,-1-1 0 0 0,0-1 0 0 0,-1-1 0 0 0,4 2 0 0 0,2 1 0 0 0,-1-1 0 0 0,0-2 0 0 0,-2 4 0 0 0,0-1 0 0 0,2 0 0 0 0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79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19371 15452 16383 0 0,'-4'0'0'0'0,"-4"0"0"0"0,-6 0 0 0 0,-4 0 0 0 0,-2 0 0 0 0,-2 0 0 0 0,-1 0 0 0 0,0 0 0 0 0,0 0 0 0 0,0 0 0 0 0,0 0 0 0 0,0 0 0 0 0,1 0 0 0 0,-1 0 0 0 0,1 0 0 0 0,0 0 0 0 0,0 0 0 0 0,-1 0 0 0 0,1 0 0 0 0,0 0 0 0 0,0 4 0 0 0,-1 1 0 0 0,1 0 0 0 0,0-2 0 0 0,-1 0 0 0 0,1-1 0 0 0,0-1 0 0 0,0-1 0 0 0,-1 0 0 0 0,1 4 0 0 0,0 1 0 0 0,0-1 0 0 0,-1 0 0 0 0,1-1 0 0 0,0-2 0 0 0,-1 4 0 0 0,1 0 0 0 0,0 0 0 0 0,0-1 0 0 0,-1-2 0 0 0,1 0 0 0 0,0-1 0 0 0,-1-1 0 0 0,5 4 0 0 0,1 0 0 0 0,-1 1 0 0 0,0-1 0 0 0,-2-2 0 0 0,0 0 0 0 0,-2-1 0 0 0,0-1 0 0 0,0 0 0 0 0,0 0 0 0 0,-1 3 0 0 0,1 2 0 0 0,-1 0 0 0 0,1-1 0 0 0,0-2 0 0 0,-1 0 0 0 0,1-1 0 0 0,0-1 0 0 0,-1 0 0 0 0,1 0 0 0 0,0 0 0 0 0,0 0 0 0 0,-1 0 0 0 0,1-1 0 0 0,0 1 0 0 0,-1 0 0 0 0,1 0 0 0 0,0 0 0 0 0,0 0 0 0 0,-1 0 0 0 0,1 0 0 0 0,0 0 0 0 0,-1 0 0 0 0,1 0 0 0 0,0 0 0 0 0,0 0 0 0 0,-1 0 0 0 0,1 0 0 0 0,0 0 0 0 0,-1 0 0 0 0,1 0 0 0 0,0 0 0 0 0,0 0 0 0 0,-1 0 0 0 0,1 0 0 0 0,0 0 0 0 0,0 0 0 0 0,-1 0 0 0 0,1 0 0 0 0,0 0 0 0 0,-1 0 0 0 0,1 0 0 0 0,0 0 0 0 0,0 0 0 0 0,3-3 0 0 0,2-2 0 0 0,-1 0 0 0 0,0 1 0 0 0,-2 1 0 0 0,0 1 0 0 0,-2-2 0 0 0,1-2 0 0 0,-2 1 0 0 0,1 2 0 0 0,-1-4 0 0 0,1 1 0 0 0,-1 0 0 0 0,1 2 0 0 0,0 2 0 0 0,-1 0 0 0 0,1 1 0 0 0,4-3 0 0 0,0 0 0 0 0,1-1 0 0 0,-2 1 0 0 0,0 2 0 0 0,-2 0 0 0 0,0 2 0 0 0,3-5 0 0 0,1 0 0 0 0,-1 1 0 0 0,-1 0 0 0 0,3-2 0 0 0,1-1 0 0 0,-2 2 0 0 0,-1 0 0 0 0,-2 3 0 0 0,0 0 0 0 0,2-2 0 0 0,1-1 0 0 0,-1 0 0 0 0,-1 1 0 0 0,0 2 0 0 0,-2 0 0 0 0,-1 2 0 0 0,4-1 0 0 0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80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36532 15285 16383 0 0,'0'-4'0'0'0,"4"-1"0"0"0,5 0 0 0 0,4 1 0 0 0,1-2 0 0 0,1-1 0 0 0,2 1 0 0 0,2 2 0 0 0,2 1 0 0 0,0 2 0 0 0,2 0 0 0 0,-1 1 0 0 0,1 0 0 0 0,-1 0 0 0 0,1 1 0 0 0,0-1 0 0 0,-1 0 0 0 0,0 0 0 0 0,1 0 0 0 0,-1 0 0 0 0,0 0 0 0 0,0 0 0 0 0,1 0 0 0 0,-1 0 0 0 0,0 0 0 0 0,1 0 0 0 0,-1 0 0 0 0,0 0 0 0 0,0 0 0 0 0,1 0 0 0 0,-1 0 0 0 0,0 0 0 0 0,1 0 0 0 0,-1 0 0 0 0,0 0 0 0 0,0 0 0 0 0,1 0 0 0 0,-1 0 0 0 0,0 0 0 0 0,1 0 0 0 0,-1 0 0 0 0,0 0 0 0 0,0 0 0 0 0,-3 0 0 0 0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81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17978 17385 16383 0 0,'-4'0'0'0'0,"-4"0"0"0"0,-6 0 0 0 0,-4 0 0 0 0,2 4 0 0 0,-1 1 0 0 0,-1 0 0 0 0,-1-1 0 0 0,-2-2 0 0 0,3 4 0 0 0,2 0 0 0 0,-2-1 0 0 0,-1-1 0 0 0,0-2 0 0 0,-2 0 0 0 0,-1-1 0 0 0,4 3 0 0 0,1 0 0 0 0,-1 1 0 0 0,-1-1 0 0 0,0-2 0 0 0,-2 0 0 0 0,-1-1 0 0 0,4 3 0 0 0,1 1 0 0 0,-1-1 0 0 0,0 0 0 0 0,-2-2 0 0 0,-1 0 0 0 0,0-1 0 0 0,-1-1 0 0 0,-1 0 0 0 0,1 0 0 0 0,0 0 0 0 0,-1 0 0 0 0,4 3 0 0 0,2 2 0 0 0,-1 0 0 0 0,0-1 0 0 0,-2-2 0 0 0,0 0 0 0 0,-1-1 0 0 0,-1-1 0 0 0,-1 0 0 0 0,1 0 0 0 0,-1 0 0 0 0,1 0 0 0 0,0 0 0 0 0,-1 0 0 0 0,1-1 0 0 0,-1 1 0 0 0,1 0 0 0 0,0 0 0 0 0,0 0 0 0 0,-1 0 0 0 0,1 0 0 0 0,0 0 0 0 0,0 0 0 0 0,-1 0 0 0 0,1 0 0 0 0,0 0 0 0 0,3-3 0 0 0,2-2 0 0 0,-1 0 0 0 0,0 1 0 0 0,-1 1 0 0 0,-2 1 0 0 0,0 2 0 0 0,-1-1 0 0 0,-1 1 0 0 0,1 0 0 0 0,3-3 0 0 0,2-2 0 0 0,-1 0 0 0 0,0 2 0 0 0,-2 0 0 0 0,3-3 0 0 0,1 0 0 0 0,-1 1 0 0 0,-2 1 0 0 0,3 2 0 0 0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82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19258 20093 16383 0 0,'-3'0'0'0'0,"-6"0"0"0"0,-5 0 0 0 0,-3 0 0 0 0,-4 0 0 0 0,0 0 0 0 0,-2 0 0 0 0,-1 0 0 0 0,1 0 0 0 0,0 0 0 0 0,0-4 0 0 0,0-1 0 0 0,1 1 0 0 0,0 0 0 0 0,-1 1 0 0 0,1 1 0 0 0,0 1 0 0 0,0 1 0 0 0,-1 0 0 0 0,1 0 0 0 0,0 0 0 0 0,0 1 0 0 0,-1-1 0 0 0,1 0 0 0 0,0 0 0 0 0,-1 0 0 0 0,1 0 0 0 0,0 0 0 0 0,0 0 0 0 0,-1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0 0 0 0,0 0 0 0 0,0 0 0 0 0,-5 0 0 0 0,0 0 0 0 0,0 0 0 0 0,1 0 0 0 0,1 0 0 0 0,1 0 0 0 0,1 0 0 0 0,0 0 0 0 0,1 0 0 0 0,0 0 0 0 0,0 0 0 0 0,-1 0 0 0 0,1 0 0 0 0,0 0 0 0 0,0 0 0 0 0,-8 0 0 0 0,-2 0 0 0 0,0 0 0 0 0,2 0 0 0 0,2 0 0 0 0,2 0 0 0 0,2 0 0 0 0,1 0 0 0 0,1 0 0 0 0,0 0 0 0 0,0 0 0 0 0,0 0 0 0 0,0 0 0 0 0,0 0 0 0 0,0 0 0 0 0,0 0 0 0 0,0 0 0 0 0,0 0 0 0 0,-1 0 0 0 0,1 0 0 0 0,0 0 0 0 0,-1 0 0 0 0,1 0 0 0 0,0 0 0 0 0,-1 0 0 0 0,1 0 0 0 0,4-4 0 0 0,0-1 0 0 0,1 0 0 0 0,-1 1 0 0 0,-2 2 0 0 0,-1 0 0 0 0,0 1 0 0 0,-1 1 0 0 0,4-4 0 0 0,0-1 0 0 0,1 0 0 0 0,-2 2 0 0 0,-1 0 0 0 0,0 2 0 0 0,-2 0 0 0 0,0 0 0 0 0,4-2 0 0 0,0-2 0 0 0,1 0 0 0 0,2 2 0 0 0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83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36588 19919 16383 0 0,'4'0'0'0'0,"4"0"0"0"0,6 0 0 0 0,4 0 0 0 0,2 0 0 0 0,2 0 0 0 0,1 0 0 0 0,0 0 0 0 0,0 0 0 0 0,0 0 0 0 0,0 0 0 0 0,0 0 0 0 0,-1 0 0 0 0,1 0 0 0 0,-1 0 0 0 0,0 0 0 0 0,0 0 0 0 0,1 0 0 0 0,-1 0 0 0 0,0 0 0 0 0,0 0 0 0 0,1 0 0 0 0,-1 0 0 0 0,0 0 0 0 0,1 0 0 0 0,-1 0 0 0 0,0 0 0 0 0,0 0 0 0 0,1 0 0 0 0,-1 0 0 0 0,0 0 0 0 0,1 0 0 0 0,-1 0 0 0 0,0 0 0 0 0,0 0 0 0 0,1 0 0 0 0,-1 0 0 0 0,-4 0 0 0 0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84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17258 22064 16383 0 0,'-4'0'0'0'0,"-5"0"0"0"0,-1 4 0 0 0,-2 1 0 0 0,-4 0 0 0 0,-2-2 0 0 0,-2 0 0 0 0,-1 3 0 0 0,-2 0 0 0 0,1-1 0 0 0,-1-1 0 0 0,0-2 0 0 0,0 0 0 0 0,1-1 0 0 0,-1-1 0 0 0,1 0 0 0 0,-1-1 0 0 0,1 1 0 0 0,0 0 0 0 0,0 0 0 0 0,-1 0 0 0 0,1 0 0 0 0,0 0 0 0 0,0 0 0 0 0,-1 0 0 0 0,1 0 0 0 0,0 0 0 0 0,-1 0 0 0 0,1 0 0 0 0,0 0 0 0 0,0 0 0 0 0,-1 0 0 0 0,1 0 0 0 0,0 0 0 0 0,-1 0 0 0 0,1 0 0 0 0,4-4 0 0 0,0-1 0 0 0,5 0 0 0 0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85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19179 23479 16383 0 0,'-3'0'0'0'0,"-6"0"0"0"0,-5 0 0 0 0,-3 0 0 0 0,-4 0 0 0 0,-1 0 0 0 0,0 0 0 0 0,-2 0 0 0 0,1 0 0 0 0,0 0 0 0 0,0 0 0 0 0,0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3 0 0 0,1 2 0 0 0,0 0 0 0 0,0-1 0 0 0,-1-1 0 0 0,1-1 0 0 0,0-2 0 0 0,-1 1 0 0 0,1-1 0 0 0,0 0 0 0 0,0-1 0 0 0,-1 1 0 0 0,1 0 0 0 0,0 0 0 0 0,-1 0 0 0 0,1 0 0 0 0,0 0 0 0 0,0 0 0 0 0,-1 0 0 0 0,1 0 0 0 0,0 0 0 0 0,-1 0 0 0 0,1 0 0 0 0,0 0 0 0 0,0 0 0 0 0,-1 0 0 0 0,1 0 0 0 0,0 0 0 0 0,-1 0 0 0 0,5-4 0 0 0,1-1 0 0 0,-1 0 0 0 0,0 1 0 0 0,-2 2 0 0 0,0 0 0 0 0,-2 1 0 0 0,0 1 0 0 0,4-4 0 0 0,1-1 0 0 0,-1 0 0 0 0,-1 2 0 0 0,0 0 0 0 0,-2 2 0 0 0,-1 0 0 0 0,0 0 0 0 0,0 1 0 0 0,0 1 0 0 0,-1-1 0 0 0,1 0 0 0 0,-1 0 0 0 0,1 0 0 0 0,0 0 0 0 0,-1 0 0 0 0,1 0 0 0 0,0 0 0 0 0,-1 0 0 0 0,1 0 0 0 0,0 0 0 0 0,0 0 0 0 0,-1 0 0 0 0,1 0 0 0 0,0 0 0 0 0,0 0 0 0 0,-1 0 0 0 0,1 0 0 0 0,0 0 0 0 0,-1 0 0 0 0,1 0 0 0 0,0 0 0 0 0,0 0 0 0 0,-1 0 0 0 0,1 0 0 0 0,0 0 0 0 0,-1 0 0 0 0,1 0 0 0 0,0 0 0 0 0,0 0 0 0 0,-1 0 0 0 0,1 0 0 0 0,0 0 0 0 0,-1 0 0 0 0,1 0 0 0 0,0 0 0 0 0,0 0 0 0 0,-1 0 0 0 0,1 4 0 0 0,0 1 0 0 0,-1 0 0 0 0,1-1 0 0 0,4 2 0 0 0,0 1 0 0 0,5-1 0 0 0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5-12T13:43:52.186"/>
    </inkml:context>
    <inkml:brush xml:id="br0">
      <inkml:brushProperty name="width" value="0.2" units="cm"/>
      <inkml:brushProperty name="height" value="0.4" units="cm"/>
      <inkml:brushProperty name="color" value="#FFFC00"/>
      <inkml:brushProperty name="tip" value="rectangle"/>
      <inkml:brushProperty name="rasterOp" value="maskPen"/>
    </inkml:brush>
  </inkml:definitions>
  <inkml:trace contextRef="#ctx0" brushRef="#br0">36393 23596 16383 0 0,'4'0'0'0'0,"4"0"0"0"0,6 0 0 0 0,0 3 0 0 0,1 2 0 0 0,2 0 0 0 0,2-1 0 0 0,2-1 0 0 0,0-1 0 0 0,1-2 0 0 0,1 1 0 0 0,0-1 0 0 0,-1 0 0 0 0,1-1 0 0 0,-1 1 0 0 0,1 0 0 0 0,-1 0 0 0 0,0 0 0 0 0,1 0 0 0 0,-1 0 0 0 0,0 0 0 0 0,1 0 0 0 0,-1 0 0 0 0,0 0 0 0 0,0-4 0 0 0,1-1 0 0 0,-1 0 0 0 0,0 1 0 0 0,0 2 0 0 0,1 0 0 0 0,-1 1 0 0 0,0 1 0 0 0,1 0 0 0 0,-1 0 0 0 0,0 0 0 0 0,0 0 0 0 0,1 0 0 0 0,-1 0 0 0 0,0 1 0 0 0,1-1 0 0 0,-1 0 0 0 0,0 0 0 0 0,0 0 0 0 0,1 0 0 0 0,-1 0 0 0 0,0 0 0 0 0,0 0 0 0 0,1 0 0 0 0,-5 0 0 0 0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1C4CA46-9676-47E5-BCAD-D46F8F1E4106}" type="datetimeFigureOut">
              <a:t>14/05/2025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6D1695C-FF70-453D-B045-2BC196395300}" type="slidenum"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846826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fr.wikipedia.org/wiki/March%C3%A9_(%C3%A9conomie)" TargetMode="External"/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fr.wikipedia.org/wiki/Marketing" TargetMode="External"/><Relationship Id="rId4" Type="http://schemas.openxmlformats.org/officeDocument/2006/relationships/hyperlink" Target="https://fr.wikipedia.org/wiki/Analyse_(philosophie)" TargetMode="Externa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perdue</a:t>
            </a:r>
          </a:p>
          <a:p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grandiose</a:t>
            </a:r>
          </a:p>
          <a:p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silencieuse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1695C-FF70-453D-B045-2BC196395300}" type="slidenum">
              <a:t>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69386242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On </a:t>
            </a:r>
            <a:r>
              <a:rPr lang="en-US" err="1">
                <a:ea typeface="Calibri"/>
                <a:cs typeface="Calibri"/>
              </a:rPr>
              <a:t>voit</a:t>
            </a:r>
            <a:r>
              <a:rPr lang="en-US" dirty="0">
                <a:ea typeface="Calibri"/>
                <a:cs typeface="Calibri"/>
              </a:rPr>
              <a:t> bien la </a:t>
            </a:r>
            <a:r>
              <a:rPr lang="en-US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des baby boomers, par </a:t>
            </a:r>
            <a:r>
              <a:rPr lang="en-US" dirty="0" err="1">
                <a:ea typeface="Calibri"/>
                <a:cs typeface="Calibri"/>
              </a:rPr>
              <a:t>contre</a:t>
            </a:r>
            <a:r>
              <a:rPr lang="en-US" dirty="0">
                <a:ea typeface="Calibri"/>
                <a:cs typeface="Calibri"/>
              </a:rPr>
              <a:t> le </a:t>
            </a:r>
            <a:r>
              <a:rPr lang="en-US" dirty="0" err="1">
                <a:ea typeface="Calibri"/>
                <a:cs typeface="Calibri"/>
              </a:rPr>
              <a:t>stéréotype</a:t>
            </a:r>
            <a:r>
              <a:rPr lang="en-US" dirty="0">
                <a:ea typeface="Calibri"/>
                <a:cs typeface="Calibri"/>
              </a:rPr>
              <a:t> de la </a:t>
            </a:r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née entre 70 et 75 qui </a:t>
            </a:r>
            <a:r>
              <a:rPr lang="en-US" dirty="0" err="1">
                <a:ea typeface="Calibri"/>
                <a:cs typeface="Calibri"/>
              </a:rPr>
              <a:t>est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largement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moins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nombreuse</a:t>
            </a:r>
            <a:r>
              <a:rPr lang="en-US" dirty="0">
                <a:ea typeface="Calibri"/>
                <a:cs typeface="Calibri"/>
              </a:rPr>
              <a:t> que les </a:t>
            </a:r>
            <a:r>
              <a:rPr lang="en-US" dirty="0" err="1">
                <a:ea typeface="Calibri"/>
                <a:cs typeface="Calibri"/>
              </a:rPr>
              <a:t>autres</a:t>
            </a:r>
            <a:r>
              <a:rPr lang="en-US" dirty="0">
                <a:ea typeface="Calibri"/>
                <a:cs typeface="Calibri"/>
              </a:rPr>
              <a:t>, on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parle pas </a:t>
            </a:r>
            <a:r>
              <a:rPr lang="en-US" dirty="0" err="1">
                <a:ea typeface="Calibri"/>
                <a:cs typeface="Calibri"/>
              </a:rPr>
              <a:t>comme</a:t>
            </a:r>
            <a:r>
              <a:rPr lang="en-US" dirty="0">
                <a:ea typeface="Calibri"/>
                <a:cs typeface="Calibri"/>
              </a:rPr>
              <a:t> d'un </a:t>
            </a:r>
            <a:r>
              <a:rPr lang="en-US" dirty="0" err="1">
                <a:ea typeface="Calibri"/>
                <a:cs typeface="Calibri"/>
              </a:rPr>
              <a:t>effet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. </a:t>
            </a:r>
            <a:r>
              <a:rPr lang="en-US" dirty="0" err="1">
                <a:ea typeface="Calibri"/>
                <a:cs typeface="Calibri"/>
              </a:rPr>
              <a:t>D'ailleurs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vous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savez</a:t>
            </a:r>
            <a:r>
              <a:rPr lang="en-US" dirty="0">
                <a:ea typeface="Calibri"/>
                <a:cs typeface="Calibri"/>
              </a:rPr>
              <a:t> comment </a:t>
            </a:r>
            <a:r>
              <a:rPr lang="en-US" dirty="0" err="1">
                <a:ea typeface="Calibri"/>
                <a:cs typeface="Calibri"/>
              </a:rPr>
              <a:t>s'apelle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cette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? Elle ne </a:t>
            </a:r>
            <a:r>
              <a:rPr lang="en-US" dirty="0" err="1">
                <a:ea typeface="Calibri"/>
                <a:cs typeface="Calibri"/>
              </a:rPr>
              <a:t>s'appelle</a:t>
            </a:r>
            <a:r>
              <a:rPr lang="en-US" dirty="0">
                <a:ea typeface="Calibri"/>
                <a:cs typeface="Calibri"/>
              </a:rPr>
              <a:t> pas.  </a:t>
            </a:r>
            <a:r>
              <a:rPr lang="en-US" dirty="0" err="1">
                <a:ea typeface="Calibri"/>
                <a:cs typeface="Calibri"/>
              </a:rPr>
              <a:t>elle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est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une</a:t>
            </a:r>
            <a:r>
              <a:rPr lang="en-US" dirty="0">
                <a:ea typeface="Calibri"/>
                <a:cs typeface="Calibri"/>
              </a:rPr>
              <a:t> petite </a:t>
            </a:r>
            <a:r>
              <a:rPr lang="en-US" dirty="0" err="1">
                <a:ea typeface="Calibri"/>
                <a:cs typeface="Calibri"/>
              </a:rPr>
              <a:t>partie</a:t>
            </a:r>
            <a:r>
              <a:rPr lang="en-US" dirty="0">
                <a:ea typeface="Calibri"/>
                <a:cs typeface="Calibri"/>
              </a:rPr>
              <a:t> de la </a:t>
            </a:r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X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Période</a:t>
            </a:r>
            <a:r>
              <a:rPr lang="en-US" dirty="0">
                <a:ea typeface="Calibri"/>
                <a:cs typeface="Calibri"/>
              </a:rPr>
              <a:t> : On </a:t>
            </a:r>
            <a:r>
              <a:rPr lang="en-US" err="1">
                <a:ea typeface="Calibri"/>
                <a:cs typeface="Calibri"/>
              </a:rPr>
              <a:t>prend</a:t>
            </a:r>
            <a:r>
              <a:rPr lang="en-US" dirty="0">
                <a:ea typeface="Calibri"/>
                <a:cs typeface="Calibri"/>
              </a:rPr>
              <a:t> un </a:t>
            </a:r>
            <a:r>
              <a:rPr lang="en-US" err="1">
                <a:ea typeface="Calibri"/>
                <a:cs typeface="Calibri"/>
              </a:rPr>
              <a:t>phénomène</a:t>
            </a:r>
            <a:r>
              <a:rPr lang="en-US" dirty="0">
                <a:ea typeface="Calibri"/>
                <a:cs typeface="Calibri"/>
              </a:rPr>
              <a:t> et on </a:t>
            </a:r>
            <a:r>
              <a:rPr lang="en-US" err="1">
                <a:ea typeface="Calibri"/>
                <a:cs typeface="Calibri"/>
              </a:rPr>
              <a:t>l'étudie</a:t>
            </a:r>
            <a:r>
              <a:rPr lang="en-US" dirty="0">
                <a:ea typeface="Calibri"/>
                <a:cs typeface="Calibri"/>
              </a:rPr>
              <a:t> au court du temps</a:t>
            </a:r>
          </a:p>
          <a:p>
            <a:r>
              <a:rPr lang="en-US" dirty="0" err="1">
                <a:ea typeface="Calibri"/>
                <a:cs typeface="Calibri"/>
              </a:rPr>
              <a:t>Cohorte</a:t>
            </a:r>
            <a:r>
              <a:rPr lang="en-US" dirty="0">
                <a:ea typeface="Calibri"/>
                <a:cs typeface="Calibri"/>
              </a:rPr>
              <a:t> : On fixe le </a:t>
            </a:r>
            <a:r>
              <a:rPr lang="en-US" dirty="0" err="1">
                <a:ea typeface="Calibri"/>
                <a:cs typeface="Calibri"/>
              </a:rPr>
              <a:t>phénomène</a:t>
            </a:r>
            <a:r>
              <a:rPr lang="en-US" dirty="0">
                <a:ea typeface="Calibri"/>
                <a:cs typeface="Calibri"/>
              </a:rPr>
              <a:t> et on se </a:t>
            </a:r>
            <a:r>
              <a:rPr lang="en-US" dirty="0" err="1">
                <a:ea typeface="Calibri"/>
                <a:cs typeface="Calibri"/>
              </a:rPr>
              <a:t>demande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</a:t>
            </a:r>
            <a:r>
              <a:rPr lang="en-US" dirty="0">
                <a:ea typeface="Calibri"/>
                <a:cs typeface="Calibri"/>
              </a:rPr>
              <a:t> qui se passe pour les </a:t>
            </a:r>
            <a:r>
              <a:rPr lang="en-US" dirty="0" err="1">
                <a:ea typeface="Calibri"/>
                <a:cs typeface="Calibri"/>
              </a:rPr>
              <a:t>personnes</a:t>
            </a:r>
            <a:r>
              <a:rPr lang="en-US" dirty="0">
                <a:ea typeface="Calibri"/>
                <a:cs typeface="Calibri"/>
              </a:rPr>
              <a:t> après </a:t>
            </a:r>
            <a:r>
              <a:rPr lang="en-US" dirty="0" err="1">
                <a:ea typeface="Calibri"/>
                <a:cs typeface="Calibri"/>
              </a:rPr>
              <a:t>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phénomène</a:t>
            </a:r>
            <a:r>
              <a:rPr lang="en-US" dirty="0">
                <a:ea typeface="Calibri"/>
                <a:cs typeface="Calibri"/>
              </a:rPr>
              <a:t> : naissance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2000 – bac </a:t>
            </a:r>
            <a:r>
              <a:rPr lang="en-US" dirty="0" err="1">
                <a:ea typeface="Calibri"/>
                <a:cs typeface="Calibri"/>
              </a:rPr>
              <a:t>en</a:t>
            </a:r>
            <a:r>
              <a:rPr lang="en-US" dirty="0">
                <a:ea typeface="Calibri"/>
                <a:cs typeface="Calibri"/>
              </a:rPr>
              <a:t> 2020, fin des études pour </a:t>
            </a:r>
            <a:r>
              <a:rPr lang="en-US" dirty="0" err="1">
                <a:ea typeface="Calibri"/>
                <a:cs typeface="Calibri"/>
              </a:rPr>
              <a:t>l'image</a:t>
            </a:r>
            <a:r>
              <a:rPr lang="en-US" dirty="0">
                <a:ea typeface="Calibri"/>
                <a:cs typeface="Calibri"/>
              </a:rPr>
              <a:t> etc.</a:t>
            </a:r>
          </a:p>
          <a:p>
            <a:endParaRPr lang="en-US" dirty="0">
              <a:ea typeface="Calibri"/>
              <a:cs typeface="Calibri"/>
            </a:endParaRPr>
          </a:p>
          <a:p>
            <a:endParaRPr lang="en-US" dirty="0">
              <a:ea typeface="Calibri"/>
              <a:cs typeface="Calibri"/>
            </a:endParaRP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1695C-FF70-453D-B045-2BC196395300}" type="slidenum">
              <a:t>3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93317967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 err="1">
                <a:ea typeface="Calibri"/>
                <a:cs typeface="Calibri"/>
              </a:rPr>
              <a:t>Effet</a:t>
            </a:r>
            <a:r>
              <a:rPr lang="en-US" dirty="0">
                <a:ea typeface="Calibri"/>
                <a:cs typeface="Calibri"/>
              </a:rPr>
              <a:t> moyen des trois </a:t>
            </a:r>
            <a:r>
              <a:rPr lang="en-US" dirty="0" err="1">
                <a:ea typeface="Calibri"/>
                <a:cs typeface="Calibri"/>
              </a:rPr>
              <a:t>lignes</a:t>
            </a:r>
            <a:r>
              <a:rPr lang="en-US" dirty="0">
                <a:ea typeface="Calibri"/>
                <a:cs typeface="Calibri"/>
              </a:rPr>
              <a:t> : </a:t>
            </a:r>
            <a:r>
              <a:rPr lang="en-US" dirty="0" err="1">
                <a:ea typeface="Calibri"/>
                <a:cs typeface="Calibri"/>
              </a:rPr>
              <a:t>effet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l'âge</a:t>
            </a:r>
            <a:endParaRPr lang="en-US" dirty="0">
              <a:ea typeface="Calibri"/>
              <a:cs typeface="Calibri"/>
            </a:endParaRPr>
          </a:p>
          <a:p>
            <a:r>
              <a:rPr lang="en-US" err="1">
                <a:ea typeface="Calibri"/>
                <a:cs typeface="Calibri"/>
              </a:rPr>
              <a:t>Comparaison</a:t>
            </a:r>
            <a:r>
              <a:rPr lang="en-US" dirty="0">
                <a:ea typeface="Calibri"/>
                <a:cs typeface="Calibri"/>
              </a:rPr>
              <a:t> entre les </a:t>
            </a:r>
            <a:r>
              <a:rPr lang="en-US" err="1">
                <a:ea typeface="Calibri"/>
                <a:cs typeface="Calibri"/>
              </a:rPr>
              <a:t>lignes</a:t>
            </a:r>
            <a:r>
              <a:rPr lang="en-US" dirty="0">
                <a:ea typeface="Calibri"/>
                <a:cs typeface="Calibri"/>
              </a:rPr>
              <a:t> : </a:t>
            </a:r>
            <a:r>
              <a:rPr lang="en-US" err="1">
                <a:ea typeface="Calibri"/>
                <a:cs typeface="Calibri"/>
              </a:rPr>
              <a:t>effet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err="1">
                <a:ea typeface="Calibri"/>
                <a:cs typeface="Calibri"/>
              </a:rPr>
              <a:t>cohorte</a:t>
            </a:r>
            <a:r>
              <a:rPr lang="en-US" dirty="0">
                <a:ea typeface="Calibri"/>
                <a:cs typeface="Calibri"/>
              </a:rPr>
              <a:t> </a:t>
            </a:r>
          </a:p>
          <a:p>
            <a:r>
              <a:rPr lang="en-US" dirty="0" err="1">
                <a:ea typeface="Calibri"/>
                <a:cs typeface="Calibri"/>
              </a:rPr>
              <a:t>Comparaison</a:t>
            </a:r>
            <a:r>
              <a:rPr lang="en-US" dirty="0">
                <a:ea typeface="Calibri"/>
                <a:cs typeface="Calibri"/>
              </a:rPr>
              <a:t> à un instant T : </a:t>
            </a:r>
            <a:r>
              <a:rPr lang="en-US" dirty="0" err="1">
                <a:ea typeface="Calibri"/>
                <a:cs typeface="Calibri"/>
              </a:rPr>
              <a:t>Effet</a:t>
            </a:r>
            <a:r>
              <a:rPr lang="en-US" dirty="0">
                <a:ea typeface="Calibri"/>
                <a:cs typeface="Calibri"/>
              </a:rPr>
              <a:t> de </a:t>
            </a:r>
            <a:r>
              <a:rPr lang="en-US" dirty="0" err="1">
                <a:ea typeface="Calibri"/>
                <a:cs typeface="Calibri"/>
              </a:rPr>
              <a:t>période</a:t>
            </a:r>
            <a:r>
              <a:rPr lang="en-US" dirty="0">
                <a:ea typeface="Calibri"/>
                <a:cs typeface="Calibri"/>
              </a:rPr>
              <a:t>/</a:t>
            </a:r>
            <a:r>
              <a:rPr lang="en-US" dirty="0" err="1">
                <a:ea typeface="Calibri"/>
                <a:cs typeface="Calibri"/>
              </a:rPr>
              <a:t>effet</a:t>
            </a:r>
            <a:r>
              <a:rPr lang="en-US" dirty="0">
                <a:ea typeface="Calibri"/>
                <a:cs typeface="Calibri"/>
              </a:rPr>
              <a:t> de date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1695C-FF70-453D-B045-2BC196395300}" type="slidenum">
              <a:t>4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9728584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Dedication : </a:t>
            </a:r>
            <a:r>
              <a:rPr lang="en-US" dirty="0" err="1">
                <a:ea typeface="Calibri"/>
                <a:cs typeface="Calibri"/>
              </a:rPr>
              <a:t>sens</a:t>
            </a:r>
            <a:r>
              <a:rPr lang="en-US" dirty="0">
                <a:ea typeface="Calibri"/>
                <a:cs typeface="Calibri"/>
              </a:rPr>
              <a:t>, inspiration, </a:t>
            </a:r>
            <a:r>
              <a:rPr lang="en-US" dirty="0" err="1">
                <a:ea typeface="Calibri"/>
                <a:cs typeface="Calibri"/>
              </a:rPr>
              <a:t>fierté</a:t>
            </a:r>
            <a:r>
              <a:rPr lang="en-US" dirty="0">
                <a:ea typeface="Calibri"/>
                <a:cs typeface="Calibri"/>
              </a:rPr>
              <a:t> au travail</a:t>
            </a:r>
          </a:p>
          <a:p>
            <a:r>
              <a:rPr lang="en-US" dirty="0">
                <a:ea typeface="Calibri"/>
                <a:cs typeface="Calibri"/>
              </a:rPr>
              <a:t>Absorption : </a:t>
            </a:r>
            <a:r>
              <a:rPr lang="en-US" dirty="0" err="1">
                <a:ea typeface="Calibri"/>
                <a:cs typeface="Calibri"/>
              </a:rPr>
              <a:t>capacité</a:t>
            </a:r>
            <a:r>
              <a:rPr lang="en-US" dirty="0">
                <a:ea typeface="Calibri"/>
                <a:cs typeface="Calibri"/>
              </a:rPr>
              <a:t> à </a:t>
            </a:r>
            <a:r>
              <a:rPr lang="en-US" dirty="0" err="1">
                <a:ea typeface="Calibri"/>
                <a:cs typeface="Calibri"/>
              </a:rPr>
              <a:t>être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pleinement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concentré</a:t>
            </a:r>
            <a:r>
              <a:rPr lang="en-US" dirty="0">
                <a:ea typeface="Calibri" panose="020F0502020204030204"/>
                <a:cs typeface="Calibri" panose="020F0502020204030204"/>
              </a:rPr>
              <a:t> dans son travail</a:t>
            </a:r>
            <a:br>
              <a:rPr lang="en-US" dirty="0">
                <a:ea typeface="Calibri" panose="020F0502020204030204"/>
                <a:cs typeface="+mn-lt"/>
              </a:rPr>
            </a:br>
            <a:r>
              <a:rPr lang="en-US" dirty="0" err="1">
                <a:ea typeface="Calibri" panose="020F0502020204030204"/>
                <a:cs typeface="Calibri" panose="020F0502020204030204"/>
              </a:rPr>
              <a:t>Vigueur</a:t>
            </a:r>
            <a:r>
              <a:rPr lang="en-US" dirty="0">
                <a:ea typeface="Calibri" panose="020F0502020204030204"/>
                <a:cs typeface="Calibri" panose="020F0502020204030204"/>
              </a:rPr>
              <a:t> :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énergie</a:t>
            </a:r>
            <a:r>
              <a:rPr lang="en-US" dirty="0">
                <a:ea typeface="Calibri" panose="020F0502020204030204"/>
                <a:cs typeface="Calibri" panose="020F0502020204030204"/>
              </a:rPr>
              <a:t> forte au travail et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volonté</a:t>
            </a:r>
            <a:r>
              <a:rPr lang="en-US" dirty="0">
                <a:ea typeface="Calibri" panose="020F0502020204030204"/>
                <a:cs typeface="Calibri" panose="020F0502020204030204"/>
              </a:rPr>
              <a:t> à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investir</a:t>
            </a:r>
            <a:r>
              <a:rPr lang="en-US" dirty="0">
                <a:ea typeface="Calibri" panose="020F0502020204030204"/>
                <a:cs typeface="Calibri" panose="020F0502020204030204"/>
              </a:rPr>
              <a:t> de </a:t>
            </a:r>
            <a:r>
              <a:rPr lang="en-US" dirty="0" err="1">
                <a:ea typeface="Calibri" panose="020F0502020204030204"/>
                <a:cs typeface="Calibri" panose="020F0502020204030204"/>
              </a:rPr>
              <a:t>l'effort</a:t>
            </a:r>
            <a:r>
              <a:rPr lang="en-US" dirty="0">
                <a:ea typeface="Calibri" panose="020F0502020204030204"/>
                <a:cs typeface="Calibri" panose="020F0502020204030204"/>
              </a:rPr>
              <a:t> au travail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1695C-FF70-453D-B045-2BC196395300}" type="slidenum">
              <a:t>12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026851984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a typeface="Calibri"/>
                <a:cs typeface="Calibri"/>
              </a:rPr>
              <a:t>Le </a:t>
            </a:r>
            <a:r>
              <a:rPr lang="en-US" dirty="0" err="1">
                <a:ea typeface="Calibri"/>
                <a:cs typeface="Calibri"/>
              </a:rPr>
              <a:t>paradoxe</a:t>
            </a:r>
            <a:r>
              <a:rPr lang="en-US" dirty="0">
                <a:ea typeface="Calibri"/>
                <a:cs typeface="Calibri"/>
              </a:rPr>
              <a:t> de la </a:t>
            </a:r>
            <a:r>
              <a:rPr lang="en-US" dirty="0" err="1">
                <a:ea typeface="Calibri"/>
                <a:cs typeface="Calibri"/>
              </a:rPr>
              <a:t>génération</a:t>
            </a:r>
            <a:r>
              <a:rPr lang="en-US" dirty="0">
                <a:ea typeface="Calibri"/>
                <a:cs typeface="Calibri"/>
              </a:rPr>
              <a:t> smartphone : les jeunes </a:t>
            </a:r>
            <a:r>
              <a:rPr lang="en-US" dirty="0" err="1">
                <a:ea typeface="Calibri"/>
                <a:cs typeface="Calibri"/>
              </a:rPr>
              <a:t>sont</a:t>
            </a:r>
            <a:r>
              <a:rPr lang="en-US" dirty="0">
                <a:ea typeface="Calibri"/>
                <a:cs typeface="Calibri"/>
              </a:rPr>
              <a:t> bon avec le digital, les </a:t>
            </a:r>
            <a:r>
              <a:rPr lang="en-US" dirty="0" err="1">
                <a:ea typeface="Calibri"/>
                <a:cs typeface="Calibri"/>
              </a:rPr>
              <a:t>doigts</a:t>
            </a:r>
            <a:r>
              <a:rPr lang="en-US" dirty="0">
                <a:ea typeface="Calibri"/>
                <a:cs typeface="Calibri"/>
              </a:rPr>
              <a:t>, pas avec le numérique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 err="1">
                <a:ea typeface="Calibri"/>
                <a:cs typeface="Calibri"/>
              </a:rPr>
              <a:t>Unesco</a:t>
            </a:r>
            <a:r>
              <a:rPr lang="en-US" dirty="0">
                <a:ea typeface="Calibri"/>
                <a:cs typeface="Calibri"/>
              </a:rPr>
              <a:t> : les vieux ne </a:t>
            </a:r>
            <a:r>
              <a:rPr lang="en-US" dirty="0" err="1">
                <a:ea typeface="Calibri"/>
                <a:cs typeface="Calibri"/>
              </a:rPr>
              <a:t>savent</a:t>
            </a:r>
            <a:r>
              <a:rPr lang="en-US" dirty="0">
                <a:ea typeface="Calibri"/>
                <a:cs typeface="Calibri"/>
              </a:rPr>
              <a:t> pas se </a:t>
            </a:r>
            <a:r>
              <a:rPr lang="en-US" dirty="0" err="1">
                <a:ea typeface="Calibri"/>
                <a:cs typeface="Calibri"/>
              </a:rPr>
              <a:t>servir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d'ordinateurs</a:t>
            </a:r>
            <a:r>
              <a:rPr lang="en-US" dirty="0">
                <a:ea typeface="Calibri"/>
                <a:cs typeface="Calibri"/>
              </a:rPr>
              <a:t> surtout </a:t>
            </a:r>
            <a:r>
              <a:rPr lang="en-US" dirty="0" err="1">
                <a:ea typeface="Calibri"/>
                <a:cs typeface="Calibri"/>
              </a:rPr>
              <a:t>quand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ils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sont</a:t>
            </a:r>
            <a:r>
              <a:rPr lang="en-US" dirty="0">
                <a:ea typeface="Calibri"/>
                <a:cs typeface="Calibri"/>
              </a:rPr>
              <a:t> dans des </a:t>
            </a:r>
            <a:r>
              <a:rPr lang="en-US" dirty="0" err="1">
                <a:ea typeface="Calibri"/>
                <a:cs typeface="Calibri"/>
              </a:rPr>
              <a:t>territoires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isolés</a:t>
            </a:r>
            <a:r>
              <a:rPr lang="en-US" dirty="0">
                <a:ea typeface="Calibri"/>
                <a:cs typeface="Calibri"/>
              </a:rPr>
              <a:t>. </a:t>
            </a:r>
            <a:r>
              <a:rPr lang="en-US" dirty="0" err="1">
                <a:ea typeface="Calibri"/>
                <a:cs typeface="Calibri"/>
              </a:rPr>
              <a:t>C'est</a:t>
            </a:r>
            <a:r>
              <a:rPr lang="en-US" dirty="0">
                <a:ea typeface="Calibri"/>
                <a:cs typeface="Calibri"/>
              </a:rPr>
              <a:t> le </a:t>
            </a:r>
            <a:r>
              <a:rPr lang="en-US" dirty="0" err="1">
                <a:ea typeface="Calibri"/>
                <a:cs typeface="Calibri"/>
              </a:rPr>
              <a:t>cas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aussi</a:t>
            </a:r>
            <a:r>
              <a:rPr lang="en-US" dirty="0">
                <a:ea typeface="Calibri"/>
                <a:cs typeface="Calibri"/>
              </a:rPr>
              <a:t> des jeunes </a:t>
            </a:r>
            <a:r>
              <a:rPr lang="en-US" dirty="0" err="1">
                <a:ea typeface="Calibri"/>
                <a:cs typeface="Calibri"/>
              </a:rPr>
              <a:t>précaires</a:t>
            </a:r>
            <a:r>
              <a:rPr lang="en-US" dirty="0">
                <a:ea typeface="Calibri"/>
                <a:cs typeface="Calibri"/>
              </a:rPr>
              <a:t>. On a le </a:t>
            </a:r>
            <a:r>
              <a:rPr lang="en-US" dirty="0" err="1">
                <a:ea typeface="Calibri"/>
                <a:cs typeface="Calibri"/>
              </a:rPr>
              <a:t>cas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durant</a:t>
            </a:r>
            <a:r>
              <a:rPr lang="en-US" dirty="0">
                <a:ea typeface="Calibri"/>
                <a:cs typeface="Calibri"/>
              </a:rPr>
              <a:t> le covid entre les </a:t>
            </a:r>
            <a:r>
              <a:rPr lang="en-US" dirty="0" err="1">
                <a:ea typeface="Calibri"/>
                <a:cs typeface="Calibri"/>
              </a:rPr>
              <a:t>élèves</a:t>
            </a:r>
            <a:r>
              <a:rPr lang="en-US" dirty="0">
                <a:ea typeface="Calibri"/>
                <a:cs typeface="Calibri"/>
              </a:rPr>
              <a:t> qui </a:t>
            </a:r>
            <a:r>
              <a:rPr lang="en-US" dirty="0" err="1">
                <a:ea typeface="Calibri"/>
                <a:cs typeface="Calibri"/>
              </a:rPr>
              <a:t>avaient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accès</a:t>
            </a:r>
            <a:r>
              <a:rPr lang="en-US" dirty="0">
                <a:ea typeface="Calibri"/>
                <a:cs typeface="Calibri"/>
              </a:rPr>
              <a:t> à un </a:t>
            </a:r>
            <a:r>
              <a:rPr lang="en-US" dirty="0" err="1">
                <a:ea typeface="Calibri"/>
                <a:cs typeface="Calibri"/>
              </a:rPr>
              <a:t>ordinateur</a:t>
            </a:r>
            <a:r>
              <a:rPr lang="en-US" dirty="0">
                <a:ea typeface="Calibri"/>
                <a:cs typeface="Calibri"/>
              </a:rPr>
              <a:t> par enfant pour </a:t>
            </a:r>
            <a:r>
              <a:rPr lang="en-US" dirty="0" err="1">
                <a:ea typeface="Calibri"/>
                <a:cs typeface="Calibri"/>
              </a:rPr>
              <a:t>suivre</a:t>
            </a:r>
            <a:r>
              <a:rPr lang="en-US" dirty="0">
                <a:ea typeface="Calibri"/>
                <a:cs typeface="Calibri"/>
              </a:rPr>
              <a:t> les </a:t>
            </a:r>
            <a:r>
              <a:rPr lang="en-US" dirty="0" err="1">
                <a:ea typeface="Calibri"/>
                <a:cs typeface="Calibri"/>
              </a:rPr>
              <a:t>cours</a:t>
            </a:r>
            <a:r>
              <a:rPr lang="en-US" dirty="0">
                <a:ea typeface="Calibri"/>
                <a:cs typeface="Calibri"/>
              </a:rPr>
              <a:t>, et les </a:t>
            </a:r>
            <a:r>
              <a:rPr lang="en-US" dirty="0" err="1">
                <a:ea typeface="Calibri"/>
                <a:cs typeface="Calibri"/>
              </a:rPr>
              <a:t>élèves</a:t>
            </a:r>
            <a:r>
              <a:rPr lang="en-US" dirty="0">
                <a:ea typeface="Calibri"/>
                <a:cs typeface="Calibri"/>
              </a:rPr>
              <a:t> qui </a:t>
            </a:r>
            <a:r>
              <a:rPr lang="en-US" dirty="0" err="1">
                <a:ea typeface="Calibri"/>
                <a:cs typeface="Calibri"/>
              </a:rPr>
              <a:t>devaient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suivre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parfois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jusqu'à</a:t>
            </a:r>
            <a:r>
              <a:rPr lang="en-US" dirty="0">
                <a:ea typeface="Calibri"/>
                <a:cs typeface="Calibri"/>
              </a:rPr>
              <a:t> 4 par </a:t>
            </a:r>
            <a:r>
              <a:rPr lang="en-US" dirty="0" err="1">
                <a:ea typeface="Calibri"/>
                <a:cs typeface="Calibri"/>
              </a:rPr>
              <a:t>maison</a:t>
            </a:r>
            <a:r>
              <a:rPr lang="en-US" dirty="0">
                <a:ea typeface="Calibri"/>
                <a:cs typeface="Calibri"/>
              </a:rPr>
              <a:t>, les </a:t>
            </a:r>
            <a:r>
              <a:rPr lang="en-US" dirty="0" err="1">
                <a:ea typeface="Calibri"/>
                <a:cs typeface="Calibri"/>
              </a:rPr>
              <a:t>cours</a:t>
            </a:r>
            <a:r>
              <a:rPr lang="en-US" dirty="0">
                <a:ea typeface="Calibri"/>
                <a:cs typeface="Calibri"/>
              </a:rPr>
              <a:t> avec </a:t>
            </a:r>
            <a:r>
              <a:rPr lang="en-US" dirty="0" err="1">
                <a:ea typeface="Calibri"/>
                <a:cs typeface="Calibri"/>
              </a:rPr>
              <a:t>seulement</a:t>
            </a:r>
            <a:r>
              <a:rPr lang="en-US" dirty="0">
                <a:ea typeface="Calibri"/>
                <a:cs typeface="Calibri"/>
              </a:rPr>
              <a:t> 1 </a:t>
            </a:r>
            <a:r>
              <a:rPr lang="en-US" dirty="0" err="1">
                <a:ea typeface="Calibri"/>
                <a:cs typeface="Calibri"/>
              </a:rPr>
              <a:t>téléphone</a:t>
            </a:r>
            <a:r>
              <a:rPr lang="en-US" dirty="0">
                <a:ea typeface="Calibri"/>
                <a:cs typeface="Calibri"/>
              </a:rPr>
              <a:t> par foyer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Jacques Folon : la résistance au </a:t>
            </a:r>
            <a:r>
              <a:rPr lang="en-US" dirty="0" err="1">
                <a:ea typeface="Calibri"/>
                <a:cs typeface="Calibri"/>
              </a:rPr>
              <a:t>changement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ce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n'est</a:t>
            </a:r>
            <a:r>
              <a:rPr lang="en-US" dirty="0">
                <a:ea typeface="Calibri"/>
                <a:cs typeface="Calibri"/>
              </a:rPr>
              <a:t> pas que les vieux. </a:t>
            </a:r>
            <a:r>
              <a:rPr lang="en-US" dirty="0" err="1">
                <a:ea typeface="Calibri"/>
                <a:cs typeface="Calibri"/>
              </a:rPr>
              <a:t>D'ailleurs</a:t>
            </a:r>
            <a:r>
              <a:rPr lang="en-US" dirty="0">
                <a:ea typeface="Calibri"/>
                <a:cs typeface="Calibri"/>
              </a:rPr>
              <a:t>, </a:t>
            </a:r>
            <a:r>
              <a:rPr lang="en-US" dirty="0" err="1">
                <a:ea typeface="Calibri"/>
                <a:cs typeface="Calibri"/>
              </a:rPr>
              <a:t>c'est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plutôt</a:t>
            </a:r>
            <a:r>
              <a:rPr lang="en-US" dirty="0">
                <a:ea typeface="Calibri"/>
                <a:cs typeface="Calibri"/>
              </a:rPr>
              <a:t> </a:t>
            </a:r>
            <a:r>
              <a:rPr lang="en-US" dirty="0" err="1">
                <a:ea typeface="Calibri"/>
                <a:cs typeface="Calibri"/>
              </a:rPr>
              <a:t>sain</a:t>
            </a:r>
            <a:r>
              <a:rPr lang="en-US" dirty="0">
                <a:ea typeface="Calibri"/>
                <a:cs typeface="Calibri"/>
              </a:rPr>
              <a:t> la </a:t>
            </a:r>
            <a:r>
              <a:rPr lang="en-US" dirty="0" err="1">
                <a:ea typeface="Calibri"/>
                <a:cs typeface="Calibri"/>
              </a:rPr>
              <a:t>résistance</a:t>
            </a:r>
            <a:r>
              <a:rPr lang="en-US" dirty="0">
                <a:ea typeface="Calibri"/>
                <a:cs typeface="Calibri"/>
              </a:rPr>
              <a:t> au </a:t>
            </a:r>
            <a:r>
              <a:rPr lang="en-US" dirty="0" err="1">
                <a:ea typeface="Calibri"/>
                <a:cs typeface="Calibri"/>
              </a:rPr>
              <a:t>changement</a:t>
            </a:r>
            <a:r>
              <a:rPr lang="en-US" dirty="0">
                <a:ea typeface="Calibri"/>
                <a:cs typeface="Calibri"/>
              </a:rPr>
              <a:t>. Si on doit changer un </a:t>
            </a:r>
            <a:r>
              <a:rPr lang="en-US" dirty="0" err="1">
                <a:ea typeface="Calibri"/>
                <a:cs typeface="Calibri"/>
              </a:rPr>
              <a:t>truc</a:t>
            </a:r>
            <a:r>
              <a:rPr lang="en-US" dirty="0">
                <a:ea typeface="Calibri"/>
                <a:cs typeface="Calibri"/>
              </a:rPr>
              <a:t> qui </a:t>
            </a:r>
            <a:r>
              <a:rPr lang="en-US" dirty="0" err="1">
                <a:ea typeface="Calibri"/>
                <a:cs typeface="Calibri"/>
              </a:rPr>
              <a:t>marche</a:t>
            </a:r>
            <a:r>
              <a:rPr lang="en-US" dirty="0">
                <a:ea typeface="Calibri"/>
                <a:cs typeface="Calibri"/>
              </a:rPr>
              <a:t> déjà pas mal, il faut des arguments très forts et très </a:t>
            </a:r>
            <a:r>
              <a:rPr lang="en-US" dirty="0" err="1">
                <a:ea typeface="Calibri"/>
                <a:cs typeface="Calibri"/>
              </a:rPr>
              <a:t>convaincants</a:t>
            </a:r>
            <a:r>
              <a:rPr lang="en-US" dirty="0">
                <a:ea typeface="Calibri"/>
                <a:cs typeface="Calibri"/>
              </a:rPr>
              <a:t> pour changer.</a:t>
            </a:r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1695C-FF70-453D-B045-2BC196395300}" type="slidenum">
              <a:t>17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57556969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Espace réservé des notes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 </a:t>
            </a:r>
            <a:r>
              <a:rPr lang="en-US" b="1" dirty="0"/>
              <a:t>segmentation</a:t>
            </a:r>
            <a:r>
              <a:rPr lang="en-US" dirty="0"/>
              <a:t> d'un </a:t>
            </a:r>
            <a:r>
              <a:rPr lang="en-US" dirty="0">
                <a:hlinkClick r:id="rId3"/>
              </a:rPr>
              <a:t>marché</a:t>
            </a:r>
            <a:r>
              <a:rPr lang="en-US" dirty="0"/>
              <a:t> </a:t>
            </a:r>
            <a:r>
              <a:rPr lang="en-US" dirty="0" err="1"/>
              <a:t>consiste</a:t>
            </a:r>
            <a:r>
              <a:rPr lang="en-US" dirty="0"/>
              <a:t> à le </a:t>
            </a:r>
            <a:r>
              <a:rPr lang="en-US" dirty="0" err="1"/>
              <a:t>découper</a:t>
            </a:r>
            <a:r>
              <a:rPr lang="en-US" dirty="0"/>
              <a:t> </a:t>
            </a:r>
            <a:r>
              <a:rPr lang="en-US" dirty="0">
                <a:hlinkClick r:id="rId4"/>
              </a:rPr>
              <a:t>analytiquement</a:t>
            </a:r>
            <a:r>
              <a:rPr lang="en-US" dirty="0"/>
              <a:t> </a:t>
            </a:r>
            <a:r>
              <a:rPr lang="en-US" dirty="0" err="1"/>
              <a:t>en</a:t>
            </a:r>
            <a:r>
              <a:rPr lang="en-US" dirty="0"/>
              <a:t> sous-</a:t>
            </a:r>
            <a:r>
              <a:rPr lang="en-US" dirty="0" err="1"/>
              <a:t>marchés</a:t>
            </a:r>
            <a:r>
              <a:rPr lang="en-US" dirty="0"/>
              <a:t> </a:t>
            </a:r>
            <a:r>
              <a:rPr lang="en-US" dirty="0" err="1"/>
              <a:t>homogènes</a:t>
            </a:r>
            <a:r>
              <a:rPr lang="en-US" dirty="0"/>
              <a:t>. Cette </a:t>
            </a:r>
            <a:r>
              <a:rPr lang="en-US" dirty="0" err="1"/>
              <a:t>analyse</a:t>
            </a:r>
            <a:r>
              <a:rPr lang="en-US" dirty="0"/>
              <a:t> se pratique </a:t>
            </a:r>
            <a:r>
              <a:rPr lang="en-US" dirty="0" err="1"/>
              <a:t>en</a:t>
            </a:r>
            <a:r>
              <a:rPr lang="en-US" dirty="0"/>
              <a:t> particulier </a:t>
            </a:r>
            <a:r>
              <a:rPr lang="en-US" dirty="0" err="1"/>
              <a:t>mais</a:t>
            </a:r>
            <a:r>
              <a:rPr lang="en-US" dirty="0"/>
              <a:t> pas </a:t>
            </a:r>
            <a:r>
              <a:rPr lang="en-US" dirty="0" err="1"/>
              <a:t>uniquement</a:t>
            </a:r>
            <a:r>
              <a:rPr lang="en-US" dirty="0"/>
              <a:t> dans le </a:t>
            </a:r>
            <a:r>
              <a:rPr lang="en-US" dirty="0" err="1"/>
              <a:t>domaine</a:t>
            </a:r>
            <a:r>
              <a:rPr lang="en-US" dirty="0"/>
              <a:t> du </a:t>
            </a:r>
            <a:r>
              <a:rPr lang="en-US" dirty="0">
                <a:hlinkClick r:id="rId5"/>
              </a:rPr>
              <a:t>marketing</a:t>
            </a:r>
            <a:r>
              <a:rPr lang="en-US" dirty="0"/>
              <a:t>.</a:t>
            </a:r>
            <a:endParaRPr lang="fr-FR" dirty="0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6D1695C-FF70-453D-B045-2BC196395300}" type="slidenum">
              <a:rPr lang="fr-FR"/>
              <a:t>19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520375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e de tit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fr-FR"/>
              <a:t>Modifiez le style des sous-titres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104911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re et conten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84179564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Titre de sec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4669234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eux contenu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74763223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4" name="Espace réservé du contenu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7" name="Espace réservé de la date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8" name="Espace réservé du pied de page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9" name="Espace réservé du numéro de diapositive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61186659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re seu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5" name="Espace réservé du numéro de diapositive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585409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V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a date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3" name="Espace réservé du pied de page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4" name="Espace réservé du numéro de diapositive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4020130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u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du contenu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270640726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 avec légen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3" name="Espace réservé pour une image 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fr-FR"/>
          </a:p>
        </p:txBody>
      </p:sp>
      <p:sp>
        <p:nvSpPr>
          <p:cNvPr id="4" name="Espace réservé du texte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fr-FR"/>
              <a:t>Modifiez les styles du texte du masque</a:t>
            </a:r>
          </a:p>
        </p:txBody>
      </p:sp>
      <p:sp>
        <p:nvSpPr>
          <p:cNvPr id="5" name="Espace réservé de la date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61090334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re et texte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17278721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itre vertical et tex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vertical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vertical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190217751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4677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u titre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fr-FR"/>
              <a:t>Modifiez le style du titre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fr-FR"/>
              <a:t>Modifiez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4" name="Espace réservé de la date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38941B0-F4D5-4460-BCAD-F7E2B41A8257}" type="datetimeFigureOut">
              <a:rPr lang="fr-FR" smtClean="0"/>
              <a:t>14/05/2025</a:t>
            </a:fld>
            <a:endParaRPr lang="fr-FR"/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fr-FR"/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27C6CCC6-2BE5-4E42-96A4-D1E8E81A3D8E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0711278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7.png"/><Relationship Id="rId4" Type="http://schemas.openxmlformats.org/officeDocument/2006/relationships/image" Target="../media/image6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.png"/><Relationship Id="rId3" Type="http://schemas.openxmlformats.org/officeDocument/2006/relationships/image" Target="../media/image10.png"/><Relationship Id="rId7" Type="http://schemas.openxmlformats.org/officeDocument/2006/relationships/image" Target="../media/image14.png"/><Relationship Id="rId12" Type="http://schemas.openxmlformats.org/officeDocument/2006/relationships/image" Target="../media/image19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3.png"/><Relationship Id="rId11" Type="http://schemas.openxmlformats.org/officeDocument/2006/relationships/image" Target="../media/image18.png"/><Relationship Id="rId5" Type="http://schemas.openxmlformats.org/officeDocument/2006/relationships/image" Target="../media/image12.png"/><Relationship Id="rId10" Type="http://schemas.openxmlformats.org/officeDocument/2006/relationships/image" Target="../media/image17.png"/><Relationship Id="rId4" Type="http://schemas.openxmlformats.org/officeDocument/2006/relationships/image" Target="../media/image11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sv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svg"/><Relationship Id="rId5" Type="http://schemas.openxmlformats.org/officeDocument/2006/relationships/image" Target="../media/image23.png"/><Relationship Id="rId4" Type="http://schemas.openxmlformats.org/officeDocument/2006/relationships/image" Target="../media/image22.svg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3" Type="http://schemas.openxmlformats.org/officeDocument/2006/relationships/customXml" Target="../ink/ink6.xml"/><Relationship Id="rId18" Type="http://schemas.openxmlformats.org/officeDocument/2006/relationships/image" Target="../media/image35.png"/><Relationship Id="rId26" Type="http://schemas.openxmlformats.org/officeDocument/2006/relationships/image" Target="../media/image39.png"/><Relationship Id="rId39" Type="http://schemas.openxmlformats.org/officeDocument/2006/relationships/customXml" Target="../ink/ink19.xml"/><Relationship Id="rId21" Type="http://schemas.openxmlformats.org/officeDocument/2006/relationships/customXml" Target="../ink/ink10.xml"/><Relationship Id="rId34" Type="http://schemas.openxmlformats.org/officeDocument/2006/relationships/image" Target="../media/image43.png"/><Relationship Id="rId7" Type="http://schemas.openxmlformats.org/officeDocument/2006/relationships/customXml" Target="../ink/ink3.xml"/><Relationship Id="rId12" Type="http://schemas.openxmlformats.org/officeDocument/2006/relationships/image" Target="../media/image32.png"/><Relationship Id="rId17" Type="http://schemas.openxmlformats.org/officeDocument/2006/relationships/customXml" Target="../ink/ink8.xml"/><Relationship Id="rId25" Type="http://schemas.openxmlformats.org/officeDocument/2006/relationships/customXml" Target="../ink/ink12.xml"/><Relationship Id="rId33" Type="http://schemas.openxmlformats.org/officeDocument/2006/relationships/customXml" Target="../ink/ink16.xml"/><Relationship Id="rId38" Type="http://schemas.openxmlformats.org/officeDocument/2006/relationships/image" Target="../media/image45.png"/><Relationship Id="rId2" Type="http://schemas.openxmlformats.org/officeDocument/2006/relationships/image" Target="../media/image27.png"/><Relationship Id="rId16" Type="http://schemas.openxmlformats.org/officeDocument/2006/relationships/image" Target="../media/image34.png"/><Relationship Id="rId20" Type="http://schemas.openxmlformats.org/officeDocument/2006/relationships/image" Target="../media/image36.png"/><Relationship Id="rId29" Type="http://schemas.openxmlformats.org/officeDocument/2006/relationships/customXml" Target="../ink/ink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png"/><Relationship Id="rId11" Type="http://schemas.openxmlformats.org/officeDocument/2006/relationships/customXml" Target="../ink/ink5.xml"/><Relationship Id="rId24" Type="http://schemas.openxmlformats.org/officeDocument/2006/relationships/image" Target="../media/image38.png"/><Relationship Id="rId32" Type="http://schemas.openxmlformats.org/officeDocument/2006/relationships/image" Target="../media/image42.png"/><Relationship Id="rId37" Type="http://schemas.openxmlformats.org/officeDocument/2006/relationships/customXml" Target="../ink/ink18.xml"/><Relationship Id="rId40" Type="http://schemas.openxmlformats.org/officeDocument/2006/relationships/image" Target="../media/image46.png"/><Relationship Id="rId5" Type="http://schemas.openxmlformats.org/officeDocument/2006/relationships/customXml" Target="../ink/ink2.xml"/><Relationship Id="rId15" Type="http://schemas.openxmlformats.org/officeDocument/2006/relationships/customXml" Target="../ink/ink7.xml"/><Relationship Id="rId23" Type="http://schemas.openxmlformats.org/officeDocument/2006/relationships/customXml" Target="../ink/ink11.xml"/><Relationship Id="rId28" Type="http://schemas.openxmlformats.org/officeDocument/2006/relationships/image" Target="../media/image40.png"/><Relationship Id="rId36" Type="http://schemas.openxmlformats.org/officeDocument/2006/relationships/image" Target="../media/image44.png"/><Relationship Id="rId10" Type="http://schemas.openxmlformats.org/officeDocument/2006/relationships/image" Target="../media/image31.png"/><Relationship Id="rId19" Type="http://schemas.openxmlformats.org/officeDocument/2006/relationships/customXml" Target="../ink/ink9.xml"/><Relationship Id="rId31" Type="http://schemas.openxmlformats.org/officeDocument/2006/relationships/customXml" Target="../ink/ink15.xml"/><Relationship Id="rId4" Type="http://schemas.openxmlformats.org/officeDocument/2006/relationships/image" Target="../media/image28.png"/><Relationship Id="rId9" Type="http://schemas.openxmlformats.org/officeDocument/2006/relationships/customXml" Target="../ink/ink4.xml"/><Relationship Id="rId14" Type="http://schemas.openxmlformats.org/officeDocument/2006/relationships/image" Target="../media/image33.png"/><Relationship Id="rId22" Type="http://schemas.openxmlformats.org/officeDocument/2006/relationships/image" Target="../media/image37.png"/><Relationship Id="rId27" Type="http://schemas.openxmlformats.org/officeDocument/2006/relationships/customXml" Target="../ink/ink13.xml"/><Relationship Id="rId30" Type="http://schemas.openxmlformats.org/officeDocument/2006/relationships/image" Target="../media/image41.png"/><Relationship Id="rId35" Type="http://schemas.openxmlformats.org/officeDocument/2006/relationships/customXml" Target="../ink/ink17.xml"/><Relationship Id="rId8" Type="http://schemas.openxmlformats.org/officeDocument/2006/relationships/image" Target="../media/image30.png"/><Relationship Id="rId3" Type="http://schemas.openxmlformats.org/officeDocument/2006/relationships/customXml" Target="../ink/ink1.xml"/></Relationships>
</file>

<file path=ppt/slides/_rels/slide11.xml.rels><?xml version="1.0" encoding="UTF-8" standalone="yes"?>
<Relationships xmlns="http://schemas.openxmlformats.org/package/2006/relationships"><Relationship Id="rId13" Type="http://schemas.openxmlformats.org/officeDocument/2006/relationships/customXml" Target="../ink/ink25.xml"/><Relationship Id="rId18" Type="http://schemas.openxmlformats.org/officeDocument/2006/relationships/image" Target="../media/image55.png"/><Relationship Id="rId26" Type="http://schemas.openxmlformats.org/officeDocument/2006/relationships/image" Target="../media/image59.png"/><Relationship Id="rId3" Type="http://schemas.openxmlformats.org/officeDocument/2006/relationships/customXml" Target="../ink/ink20.xml"/><Relationship Id="rId21" Type="http://schemas.openxmlformats.org/officeDocument/2006/relationships/customXml" Target="../ink/ink29.xml"/><Relationship Id="rId34" Type="http://schemas.openxmlformats.org/officeDocument/2006/relationships/image" Target="../media/image63.png"/><Relationship Id="rId7" Type="http://schemas.openxmlformats.org/officeDocument/2006/relationships/customXml" Target="../ink/ink22.xml"/><Relationship Id="rId12" Type="http://schemas.openxmlformats.org/officeDocument/2006/relationships/image" Target="../media/image52.png"/><Relationship Id="rId17" Type="http://schemas.openxmlformats.org/officeDocument/2006/relationships/customXml" Target="../ink/ink27.xml"/><Relationship Id="rId25" Type="http://schemas.openxmlformats.org/officeDocument/2006/relationships/customXml" Target="../ink/ink31.xml"/><Relationship Id="rId33" Type="http://schemas.openxmlformats.org/officeDocument/2006/relationships/customXml" Target="../ink/ink35.xml"/><Relationship Id="rId2" Type="http://schemas.openxmlformats.org/officeDocument/2006/relationships/image" Target="../media/image47.png"/><Relationship Id="rId16" Type="http://schemas.openxmlformats.org/officeDocument/2006/relationships/image" Target="../media/image54.png"/><Relationship Id="rId20" Type="http://schemas.openxmlformats.org/officeDocument/2006/relationships/image" Target="../media/image56.png"/><Relationship Id="rId29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49.png"/><Relationship Id="rId11" Type="http://schemas.openxmlformats.org/officeDocument/2006/relationships/customXml" Target="../ink/ink24.xml"/><Relationship Id="rId24" Type="http://schemas.openxmlformats.org/officeDocument/2006/relationships/image" Target="../media/image58.png"/><Relationship Id="rId32" Type="http://schemas.openxmlformats.org/officeDocument/2006/relationships/image" Target="../media/image62.png"/><Relationship Id="rId5" Type="http://schemas.openxmlformats.org/officeDocument/2006/relationships/customXml" Target="../ink/ink21.xml"/><Relationship Id="rId15" Type="http://schemas.openxmlformats.org/officeDocument/2006/relationships/customXml" Target="../ink/ink26.xml"/><Relationship Id="rId23" Type="http://schemas.openxmlformats.org/officeDocument/2006/relationships/customXml" Target="../ink/ink30.xml"/><Relationship Id="rId28" Type="http://schemas.openxmlformats.org/officeDocument/2006/relationships/image" Target="../media/image60.png"/><Relationship Id="rId10" Type="http://schemas.openxmlformats.org/officeDocument/2006/relationships/image" Target="../media/image51.png"/><Relationship Id="rId19" Type="http://schemas.openxmlformats.org/officeDocument/2006/relationships/customXml" Target="../ink/ink28.xml"/><Relationship Id="rId31" Type="http://schemas.openxmlformats.org/officeDocument/2006/relationships/customXml" Target="../ink/ink34.xml"/><Relationship Id="rId4" Type="http://schemas.openxmlformats.org/officeDocument/2006/relationships/image" Target="../media/image48.png"/><Relationship Id="rId9" Type="http://schemas.openxmlformats.org/officeDocument/2006/relationships/customXml" Target="../ink/ink23.xml"/><Relationship Id="rId14" Type="http://schemas.openxmlformats.org/officeDocument/2006/relationships/image" Target="../media/image53.png"/><Relationship Id="rId22" Type="http://schemas.openxmlformats.org/officeDocument/2006/relationships/image" Target="../media/image57.png"/><Relationship Id="rId27" Type="http://schemas.openxmlformats.org/officeDocument/2006/relationships/customXml" Target="../ink/ink32.xml"/><Relationship Id="rId30" Type="http://schemas.openxmlformats.org/officeDocument/2006/relationships/image" Target="../media/image61.png"/><Relationship Id="rId8" Type="http://schemas.openxmlformats.org/officeDocument/2006/relationships/image" Target="../media/image50.png"/></Relationships>
</file>

<file path=ppt/slides/_rels/slide12.xml.rels><?xml version="1.0" encoding="UTF-8" standalone="yes"?>
<Relationships xmlns="http://schemas.openxmlformats.org/package/2006/relationships"><Relationship Id="rId13" Type="http://schemas.openxmlformats.org/officeDocument/2006/relationships/image" Target="../media/image69.png"/><Relationship Id="rId18" Type="http://schemas.openxmlformats.org/officeDocument/2006/relationships/customXml" Target="../ink/ink43.xml"/><Relationship Id="rId26" Type="http://schemas.openxmlformats.org/officeDocument/2006/relationships/customXml" Target="../ink/ink47.xml"/><Relationship Id="rId3" Type="http://schemas.openxmlformats.org/officeDocument/2006/relationships/image" Target="../media/image64.png"/><Relationship Id="rId21" Type="http://schemas.openxmlformats.org/officeDocument/2006/relationships/image" Target="../media/image73.png"/><Relationship Id="rId7" Type="http://schemas.openxmlformats.org/officeDocument/2006/relationships/image" Target="../media/image66.png"/><Relationship Id="rId12" Type="http://schemas.openxmlformats.org/officeDocument/2006/relationships/customXml" Target="../ink/ink40.xml"/><Relationship Id="rId17" Type="http://schemas.openxmlformats.org/officeDocument/2006/relationships/image" Target="../media/image71.png"/><Relationship Id="rId25" Type="http://schemas.openxmlformats.org/officeDocument/2006/relationships/image" Target="../media/image75.png"/><Relationship Id="rId33" Type="http://schemas.openxmlformats.org/officeDocument/2006/relationships/image" Target="../media/image79.png"/><Relationship Id="rId2" Type="http://schemas.openxmlformats.org/officeDocument/2006/relationships/notesSlide" Target="../notesSlides/notesSlide4.xml"/><Relationship Id="rId16" Type="http://schemas.openxmlformats.org/officeDocument/2006/relationships/customXml" Target="../ink/ink42.xml"/><Relationship Id="rId20" Type="http://schemas.openxmlformats.org/officeDocument/2006/relationships/customXml" Target="../ink/ink44.xml"/><Relationship Id="rId29" Type="http://schemas.openxmlformats.org/officeDocument/2006/relationships/image" Target="../media/image77.png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7.xml"/><Relationship Id="rId11" Type="http://schemas.openxmlformats.org/officeDocument/2006/relationships/image" Target="../media/image68.png"/><Relationship Id="rId24" Type="http://schemas.openxmlformats.org/officeDocument/2006/relationships/customXml" Target="../ink/ink46.xml"/><Relationship Id="rId32" Type="http://schemas.openxmlformats.org/officeDocument/2006/relationships/customXml" Target="../ink/ink50.xml"/><Relationship Id="rId5" Type="http://schemas.openxmlformats.org/officeDocument/2006/relationships/image" Target="../media/image65.png"/><Relationship Id="rId15" Type="http://schemas.openxmlformats.org/officeDocument/2006/relationships/image" Target="../media/image70.png"/><Relationship Id="rId23" Type="http://schemas.openxmlformats.org/officeDocument/2006/relationships/image" Target="../media/image74.png"/><Relationship Id="rId28" Type="http://schemas.openxmlformats.org/officeDocument/2006/relationships/customXml" Target="../ink/ink48.xml"/><Relationship Id="rId10" Type="http://schemas.openxmlformats.org/officeDocument/2006/relationships/customXml" Target="../ink/ink39.xml"/><Relationship Id="rId19" Type="http://schemas.openxmlformats.org/officeDocument/2006/relationships/image" Target="../media/image72.png"/><Relationship Id="rId31" Type="http://schemas.openxmlformats.org/officeDocument/2006/relationships/image" Target="../media/image78.png"/><Relationship Id="rId4" Type="http://schemas.openxmlformats.org/officeDocument/2006/relationships/customXml" Target="../ink/ink36.xml"/><Relationship Id="rId9" Type="http://schemas.openxmlformats.org/officeDocument/2006/relationships/image" Target="../media/image67.png"/><Relationship Id="rId14" Type="http://schemas.openxmlformats.org/officeDocument/2006/relationships/customXml" Target="../ink/ink41.xml"/><Relationship Id="rId22" Type="http://schemas.openxmlformats.org/officeDocument/2006/relationships/customXml" Target="../ink/ink45.xml"/><Relationship Id="rId27" Type="http://schemas.openxmlformats.org/officeDocument/2006/relationships/image" Target="../media/image76.png"/><Relationship Id="rId30" Type="http://schemas.openxmlformats.org/officeDocument/2006/relationships/customXml" Target="../ink/ink49.xml"/><Relationship Id="rId8" Type="http://schemas.openxmlformats.org/officeDocument/2006/relationships/customXml" Target="../ink/ink38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0.png"/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84.png"/><Relationship Id="rId5" Type="http://schemas.openxmlformats.org/officeDocument/2006/relationships/image" Target="../media/image83.png"/><Relationship Id="rId4" Type="http://schemas.openxmlformats.org/officeDocument/2006/relationships/image" Target="../media/image82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ctrTitle"/>
          </p:nvPr>
        </p:nvSpPr>
        <p:spPr>
          <a:xfrm>
            <a:off x="1524000" y="830263"/>
            <a:ext cx="9144000" cy="2387600"/>
          </a:xfrm>
        </p:spPr>
        <p:txBody>
          <a:bodyPr>
            <a:noAutofit/>
          </a:bodyPr>
          <a:lstStyle/>
          <a:p>
            <a:r>
              <a:rPr lang="fr-FR" dirty="0">
                <a:solidFill>
                  <a:schemeClr val="bg1"/>
                </a:solidFill>
                <a:latin typeface="Aptos Display"/>
                <a:cs typeface="Segoe UI"/>
              </a:rPr>
              <a:t>"Ok boomer ! " versus " Millenials génération " </a:t>
            </a:r>
            <a:br>
              <a:rPr lang="fr-FR" dirty="0">
                <a:solidFill>
                  <a:schemeClr val="bg1"/>
                </a:solidFill>
                <a:latin typeface="Aptos Display"/>
                <a:cs typeface="Segoe UI"/>
              </a:rPr>
            </a:br>
            <a:r>
              <a:rPr lang="fr-FR" sz="4000" i="1" dirty="0">
                <a:solidFill>
                  <a:schemeClr val="bg1"/>
                </a:solidFill>
                <a:latin typeface="Aptos Display"/>
                <a:cs typeface="Segoe UI"/>
              </a:rPr>
              <a:t>En finir avec les clichés au travail</a:t>
            </a:r>
            <a:endParaRPr lang="fr-FR" sz="4000" i="1" dirty="0">
              <a:solidFill>
                <a:schemeClr val="bg1"/>
              </a:solidFill>
            </a:endParaRPr>
          </a:p>
        </p:txBody>
      </p:sp>
      <p:sp>
        <p:nvSpPr>
          <p:cNvPr id="3" name="Sous-titre 2"/>
          <p:cNvSpPr>
            <a:spLocks noGrp="1"/>
          </p:cNvSpPr>
          <p:nvPr>
            <p:ph type="subTitle" idx="1"/>
          </p:nvPr>
        </p:nvSpPr>
        <p:spPr>
          <a:xfrm>
            <a:off x="2609850" y="6129338"/>
            <a:ext cx="9144000" cy="436562"/>
          </a:xfrm>
        </p:spPr>
        <p:txBody>
          <a:bodyPr vert="horz" lIns="91440" tIns="45720" rIns="91440" bIns="45720" rtlCol="0" anchor="t">
            <a:normAutofit/>
          </a:bodyPr>
          <a:lstStyle/>
          <a:p>
            <a:pPr algn="r"/>
            <a:r>
              <a:rPr lang="fr-FR" dirty="0">
                <a:solidFill>
                  <a:schemeClr val="bg1"/>
                </a:solidFill>
              </a:rPr>
              <a:t>Adrien Fillon 15.05.2025</a:t>
            </a:r>
          </a:p>
        </p:txBody>
      </p:sp>
      <p:pic>
        <p:nvPicPr>
          <p:cNvPr id="4" name="Image 3" descr="Une image contenant texte, Police, logo, Graphique&#10;&#10;Le contenu généré par l’IA peut être incorrect.">
            <a:extLst>
              <a:ext uri="{FF2B5EF4-FFF2-40B4-BE49-F238E27FC236}">
                <a16:creationId xmlns:a16="http://schemas.microsoft.com/office/drawing/2014/main" id="{CADD9C90-551E-6E65-9115-C5DEE742AAC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0350" y="5537200"/>
            <a:ext cx="4533900" cy="1181100"/>
          </a:xfrm>
          <a:prstGeom prst="rect">
            <a:avLst/>
          </a:prstGeom>
        </p:spPr>
      </p:pic>
      <p:pic>
        <p:nvPicPr>
          <p:cNvPr id="6" name="Image 5" descr="Une image contenant Visage humain, personne, habits, portrait&#10;&#10;Le contenu généré par l’IA peut être incorrect.">
            <a:extLst>
              <a:ext uri="{FF2B5EF4-FFF2-40B4-BE49-F238E27FC236}">
                <a16:creationId xmlns:a16="http://schemas.microsoft.com/office/drawing/2014/main" id="{595C95C8-5907-BC5F-119D-FE425D30E4E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91303" y="2025650"/>
            <a:ext cx="2543843" cy="2800350"/>
          </a:xfrm>
          <a:prstGeom prst="rect">
            <a:avLst/>
          </a:prstGeom>
        </p:spPr>
      </p:pic>
      <p:pic>
        <p:nvPicPr>
          <p:cNvPr id="7" name="Image 6" descr="Une image contenant habits, personne, Visage humain, chaussures&#10;&#10;Le contenu généré par l’IA peut être incorrect.">
            <a:extLst>
              <a:ext uri="{FF2B5EF4-FFF2-40B4-BE49-F238E27FC236}">
                <a16:creationId xmlns:a16="http://schemas.microsoft.com/office/drawing/2014/main" id="{EF88F81F-0F87-7C10-F549-03AB9C9C098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9884" y="1358900"/>
            <a:ext cx="1245982" cy="30797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40890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Image 3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0A94B0F4-AC70-20C4-AEDE-C044B909986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02080" y="640080"/>
            <a:ext cx="9387840" cy="5872480"/>
          </a:xfrm>
          <a:prstGeom prst="rect">
            <a:avLst/>
          </a:prstGeom>
        </p:spPr>
      </p:pic>
      <p:sp>
        <p:nvSpPr>
          <p:cNvPr id="8" name="ZoneTexte 7">
            <a:extLst>
              <a:ext uri="{FF2B5EF4-FFF2-40B4-BE49-F238E27FC236}">
                <a16:creationId xmlns:a16="http://schemas.microsoft.com/office/drawing/2014/main" id="{64EADA79-B789-E135-1E6D-056D05C13287}"/>
              </a:ext>
            </a:extLst>
          </p:cNvPr>
          <p:cNvSpPr txBox="1"/>
          <p:nvPr/>
        </p:nvSpPr>
        <p:spPr>
          <a:xfrm>
            <a:off x="8607985" y="5452782"/>
            <a:ext cx="2057400" cy="646331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Autrice</a:t>
            </a:r>
            <a:r>
              <a:rPr lang="en-US" dirty="0"/>
              <a:t> américaine Gertrude Stein</a:t>
            </a:r>
          </a:p>
        </p:txBody>
      </p:sp>
      <p:cxnSp>
        <p:nvCxnSpPr>
          <p:cNvPr id="9" name="Connecteur droit avec flèche 8">
            <a:extLst>
              <a:ext uri="{FF2B5EF4-FFF2-40B4-BE49-F238E27FC236}">
                <a16:creationId xmlns:a16="http://schemas.microsoft.com/office/drawing/2014/main" id="{56892B66-8F3B-5ACF-7DFE-D4F4F372F423}"/>
              </a:ext>
            </a:extLst>
          </p:cNvPr>
          <p:cNvCxnSpPr/>
          <p:nvPr/>
        </p:nvCxnSpPr>
        <p:spPr>
          <a:xfrm flipH="1" flipV="1">
            <a:off x="8258894" y="5479290"/>
            <a:ext cx="380224" cy="15125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ZoneTexte 9">
            <a:extLst>
              <a:ext uri="{FF2B5EF4-FFF2-40B4-BE49-F238E27FC236}">
                <a16:creationId xmlns:a16="http://schemas.microsoft.com/office/drawing/2014/main" id="{5A8FBD14-0174-65E2-F198-CA5C71B09E54}"/>
              </a:ext>
            </a:extLst>
          </p:cNvPr>
          <p:cNvSpPr txBox="1"/>
          <p:nvPr/>
        </p:nvSpPr>
        <p:spPr>
          <a:xfrm>
            <a:off x="1510690" y="3389032"/>
            <a:ext cx="1308100" cy="369332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Le Times</a:t>
            </a:r>
            <a:endParaRPr lang="fr-FR" dirty="0"/>
          </a:p>
        </p:txBody>
      </p: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716B113A-C4E0-5B00-10CB-44B56199DC4B}"/>
              </a:ext>
            </a:extLst>
          </p:cNvPr>
          <p:cNvCxnSpPr>
            <a:cxnSpLocks/>
          </p:cNvCxnSpPr>
          <p:nvPr/>
        </p:nvCxnSpPr>
        <p:spPr>
          <a:xfrm>
            <a:off x="2746318" y="3827145"/>
            <a:ext cx="426226" cy="286894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ZoneTexte 11">
            <a:extLst>
              <a:ext uri="{FF2B5EF4-FFF2-40B4-BE49-F238E27FC236}">
                <a16:creationId xmlns:a16="http://schemas.microsoft.com/office/drawing/2014/main" id="{97B16FB3-48D4-E0DD-FE54-C72FA213DA45}"/>
              </a:ext>
            </a:extLst>
          </p:cNvPr>
          <p:cNvSpPr txBox="1"/>
          <p:nvPr/>
        </p:nvSpPr>
        <p:spPr>
          <a:xfrm>
            <a:off x="10824135" y="4957482"/>
            <a:ext cx="1308100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Journaliste </a:t>
            </a:r>
            <a:r>
              <a:rPr lang="en-US" dirty="0" err="1"/>
              <a:t>américain</a:t>
            </a:r>
            <a:endParaRPr lang="en-US"/>
          </a:p>
          <a:p>
            <a:r>
              <a:rPr lang="en-US" dirty="0"/>
              <a:t>Tom Brokaw</a:t>
            </a:r>
            <a:endParaRPr lang="fr-FR" dirty="0" err="1"/>
          </a:p>
        </p:txBody>
      </p:sp>
      <p:cxnSp>
        <p:nvCxnSpPr>
          <p:cNvPr id="13" name="Connecteur droit avec flèche 12">
            <a:extLst>
              <a:ext uri="{FF2B5EF4-FFF2-40B4-BE49-F238E27FC236}">
                <a16:creationId xmlns:a16="http://schemas.microsoft.com/office/drawing/2014/main" id="{A1119DAB-478A-3FDC-2F60-BBB9C51B329F}"/>
              </a:ext>
            </a:extLst>
          </p:cNvPr>
          <p:cNvCxnSpPr>
            <a:cxnSpLocks/>
          </p:cNvCxnSpPr>
          <p:nvPr/>
        </p:nvCxnSpPr>
        <p:spPr>
          <a:xfrm flipH="1" flipV="1">
            <a:off x="10106743" y="4964938"/>
            <a:ext cx="685024" cy="17030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ZoneTexte 13">
            <a:extLst>
              <a:ext uri="{FF2B5EF4-FFF2-40B4-BE49-F238E27FC236}">
                <a16:creationId xmlns:a16="http://schemas.microsoft.com/office/drawing/2014/main" id="{9077CE1F-C656-0405-768A-0E063F8EEFAC}"/>
              </a:ext>
            </a:extLst>
          </p:cNvPr>
          <p:cNvSpPr txBox="1"/>
          <p:nvPr/>
        </p:nvSpPr>
        <p:spPr>
          <a:xfrm>
            <a:off x="2599882" y="1977661"/>
            <a:ext cx="1781342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Journaliste américaine</a:t>
            </a:r>
          </a:p>
          <a:p>
            <a:r>
              <a:rPr lang="en-US" dirty="0">
                <a:ea typeface="+mn-lt"/>
                <a:cs typeface="+mn-lt"/>
              </a:rPr>
              <a:t>Sylvia Porter (New York Post)</a:t>
            </a:r>
            <a:endParaRPr lang="fr-FR" dirty="0"/>
          </a:p>
        </p:txBody>
      </p:sp>
      <p:cxnSp>
        <p:nvCxnSpPr>
          <p:cNvPr id="15" name="Connecteur droit avec flèche 14">
            <a:extLst>
              <a:ext uri="{FF2B5EF4-FFF2-40B4-BE49-F238E27FC236}">
                <a16:creationId xmlns:a16="http://schemas.microsoft.com/office/drawing/2014/main" id="{36CB4AAF-401F-D003-5282-E19E49E89ED7}"/>
              </a:ext>
            </a:extLst>
          </p:cNvPr>
          <p:cNvCxnSpPr>
            <a:cxnSpLocks/>
          </p:cNvCxnSpPr>
          <p:nvPr/>
        </p:nvCxnSpPr>
        <p:spPr>
          <a:xfrm>
            <a:off x="3758974" y="3211193"/>
            <a:ext cx="534176" cy="242444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ZoneTexte 15">
            <a:extLst>
              <a:ext uri="{FF2B5EF4-FFF2-40B4-BE49-F238E27FC236}">
                <a16:creationId xmlns:a16="http://schemas.microsoft.com/office/drawing/2014/main" id="{C2124B26-B0C6-846D-1054-9D5117A57B51}"/>
              </a:ext>
            </a:extLst>
          </p:cNvPr>
          <p:cNvSpPr txBox="1"/>
          <p:nvPr/>
        </p:nvSpPr>
        <p:spPr>
          <a:xfrm>
            <a:off x="2166745" y="718355"/>
            <a:ext cx="2655636" cy="120032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Journalistes </a:t>
            </a:r>
            <a:r>
              <a:rPr lang="en-US" dirty="0" err="1"/>
              <a:t>américains</a:t>
            </a:r>
            <a:endParaRPr lang="en-US"/>
          </a:p>
          <a:p>
            <a:r>
              <a:rPr lang="en-US" dirty="0">
                <a:ea typeface="+mn-lt"/>
                <a:cs typeface="+mn-lt"/>
              </a:rPr>
              <a:t>Charles Hamblett et Jane </a:t>
            </a:r>
            <a:r>
              <a:rPr lang="en-US" dirty="0" err="1">
                <a:ea typeface="+mn-lt"/>
                <a:cs typeface="+mn-lt"/>
              </a:rPr>
              <a:t>Deverson</a:t>
            </a:r>
            <a:br>
              <a:rPr lang="en-US" dirty="0">
                <a:ea typeface="+mn-lt"/>
                <a:cs typeface="+mn-lt"/>
              </a:rPr>
            </a:br>
            <a:r>
              <a:rPr lang="en-US" dirty="0">
                <a:ea typeface="+mn-lt"/>
                <a:cs typeface="+mn-lt"/>
              </a:rPr>
              <a:t>Woman's Own magazine</a:t>
            </a:r>
            <a:endParaRPr lang="fr-FR" dirty="0">
              <a:ea typeface="+mn-lt"/>
              <a:cs typeface="+mn-lt"/>
            </a:endParaRPr>
          </a:p>
        </p:txBody>
      </p:sp>
      <p:cxnSp>
        <p:nvCxnSpPr>
          <p:cNvPr id="17" name="Connecteur droit avec flèche 16">
            <a:extLst>
              <a:ext uri="{FF2B5EF4-FFF2-40B4-BE49-F238E27FC236}">
                <a16:creationId xmlns:a16="http://schemas.microsoft.com/office/drawing/2014/main" id="{5F491F21-2AC3-C1BD-08BE-AD00BB1460CC}"/>
              </a:ext>
            </a:extLst>
          </p:cNvPr>
          <p:cNvCxnSpPr>
            <a:cxnSpLocks/>
          </p:cNvCxnSpPr>
          <p:nvPr/>
        </p:nvCxnSpPr>
        <p:spPr>
          <a:xfrm>
            <a:off x="4328468" y="1943866"/>
            <a:ext cx="1456597" cy="948296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ZoneTexte 17">
            <a:extLst>
              <a:ext uri="{FF2B5EF4-FFF2-40B4-BE49-F238E27FC236}">
                <a16:creationId xmlns:a16="http://schemas.microsoft.com/office/drawing/2014/main" id="{12519A85-34A3-CD20-6CAD-309A3CA8C8A0}"/>
              </a:ext>
            </a:extLst>
          </p:cNvPr>
          <p:cNvSpPr txBox="1"/>
          <p:nvPr/>
        </p:nvSpPr>
        <p:spPr>
          <a:xfrm>
            <a:off x="4637228" y="164901"/>
            <a:ext cx="265563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 Advertising Age : magazine </a:t>
            </a:r>
            <a:r>
              <a:rPr lang="en-US" dirty="0" err="1"/>
              <a:t>spécialisé</a:t>
            </a:r>
            <a:r>
              <a:rPr lang="en-US" dirty="0"/>
              <a:t> dans la </a:t>
            </a:r>
            <a:r>
              <a:rPr lang="en-US" dirty="0" err="1"/>
              <a:t>publicité</a:t>
            </a:r>
            <a:endParaRPr lang="fr-FR" dirty="0" err="1"/>
          </a:p>
        </p:txBody>
      </p:sp>
      <p:cxnSp>
        <p:nvCxnSpPr>
          <p:cNvPr id="19" name="Connecteur droit avec flèche 18">
            <a:extLst>
              <a:ext uri="{FF2B5EF4-FFF2-40B4-BE49-F238E27FC236}">
                <a16:creationId xmlns:a16="http://schemas.microsoft.com/office/drawing/2014/main" id="{8450C4A1-E366-7FA1-9FAE-E669C913F266}"/>
              </a:ext>
            </a:extLst>
          </p:cNvPr>
          <p:cNvCxnSpPr>
            <a:cxnSpLocks/>
          </p:cNvCxnSpPr>
          <p:nvPr/>
        </p:nvCxnSpPr>
        <p:spPr>
          <a:xfrm>
            <a:off x="5740171" y="1101654"/>
            <a:ext cx="325630" cy="1084654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ZoneTexte 19">
            <a:extLst>
              <a:ext uri="{FF2B5EF4-FFF2-40B4-BE49-F238E27FC236}">
                <a16:creationId xmlns:a16="http://schemas.microsoft.com/office/drawing/2014/main" id="{1CD23DBC-26BA-87C8-EF11-385773AEF4DA}"/>
              </a:ext>
            </a:extLst>
          </p:cNvPr>
          <p:cNvSpPr txBox="1"/>
          <p:nvPr/>
        </p:nvSpPr>
        <p:spPr>
          <a:xfrm>
            <a:off x="9457880" y="2114016"/>
            <a:ext cx="265563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/>
              <a:t>Suite </a:t>
            </a:r>
            <a:r>
              <a:rPr lang="en-US" dirty="0" err="1"/>
              <a:t>logique</a:t>
            </a:r>
            <a:r>
              <a:rPr lang="en-US" dirty="0"/>
              <a:t>. Première instance par le </a:t>
            </a:r>
            <a:r>
              <a:rPr lang="en-US" dirty="0" err="1"/>
              <a:t>rappeur</a:t>
            </a:r>
            <a:r>
              <a:rPr lang="en-US" dirty="0"/>
              <a:t> MC Lars </a:t>
            </a:r>
            <a:r>
              <a:rPr lang="en-US" dirty="0" err="1"/>
              <a:t>en</a:t>
            </a:r>
            <a:r>
              <a:rPr lang="en-US" dirty="0"/>
              <a:t> 2003</a:t>
            </a:r>
          </a:p>
        </p:txBody>
      </p:sp>
      <p:cxnSp>
        <p:nvCxnSpPr>
          <p:cNvPr id="21" name="Connecteur droit avec flèche 20">
            <a:extLst>
              <a:ext uri="{FF2B5EF4-FFF2-40B4-BE49-F238E27FC236}">
                <a16:creationId xmlns:a16="http://schemas.microsoft.com/office/drawing/2014/main" id="{26EDE910-A78B-79C1-B99C-A7094540815B}"/>
              </a:ext>
            </a:extLst>
          </p:cNvPr>
          <p:cNvCxnSpPr>
            <a:cxnSpLocks/>
          </p:cNvCxnSpPr>
          <p:nvPr/>
        </p:nvCxnSpPr>
        <p:spPr>
          <a:xfrm flipH="1" flipV="1">
            <a:off x="8792958" y="1961718"/>
            <a:ext cx="612833" cy="455388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2" name="ZoneTexte 21">
            <a:extLst>
              <a:ext uri="{FF2B5EF4-FFF2-40B4-BE49-F238E27FC236}">
                <a16:creationId xmlns:a16="http://schemas.microsoft.com/office/drawing/2014/main" id="{51DD5921-150F-2381-8201-E6F1D07E7095}"/>
              </a:ext>
            </a:extLst>
          </p:cNvPr>
          <p:cNvSpPr txBox="1"/>
          <p:nvPr/>
        </p:nvSpPr>
        <p:spPr>
          <a:xfrm>
            <a:off x="9481942" y="357405"/>
            <a:ext cx="2655636" cy="923330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dirty="0" err="1"/>
              <a:t>Agence</a:t>
            </a:r>
            <a:r>
              <a:rPr lang="en-US" dirty="0"/>
              <a:t> Marketing </a:t>
            </a:r>
            <a:r>
              <a:rPr lang="en-US" dirty="0" err="1"/>
              <a:t>australienne</a:t>
            </a:r>
            <a:r>
              <a:rPr lang="en-US" dirty="0"/>
              <a:t> </a:t>
            </a:r>
            <a:r>
              <a:rPr lang="en-US" dirty="0" err="1"/>
              <a:t>McCrindle</a:t>
            </a:r>
            <a:r>
              <a:rPr lang="en-US" dirty="0"/>
              <a:t> </a:t>
            </a:r>
            <a:r>
              <a:rPr lang="en-US" dirty="0" err="1"/>
              <a:t>en</a:t>
            </a:r>
            <a:r>
              <a:rPr lang="en-US" dirty="0"/>
              <a:t> 2015</a:t>
            </a:r>
            <a:endParaRPr lang="fr-FR" dirty="0" err="1"/>
          </a:p>
        </p:txBody>
      </p:sp>
      <p:cxnSp>
        <p:nvCxnSpPr>
          <p:cNvPr id="23" name="Connecteur droit avec flèche 22">
            <a:extLst>
              <a:ext uri="{FF2B5EF4-FFF2-40B4-BE49-F238E27FC236}">
                <a16:creationId xmlns:a16="http://schemas.microsoft.com/office/drawing/2014/main" id="{91300354-B886-3459-0482-6A708EBCF6E0}"/>
              </a:ext>
            </a:extLst>
          </p:cNvPr>
          <p:cNvCxnSpPr>
            <a:cxnSpLocks/>
          </p:cNvCxnSpPr>
          <p:nvPr/>
        </p:nvCxnSpPr>
        <p:spPr>
          <a:xfrm flipH="1">
            <a:off x="8961398" y="853000"/>
            <a:ext cx="468455" cy="194317"/>
          </a:xfrm>
          <a:prstGeom prst="straightConnector1">
            <a:avLst/>
          </a:prstGeom>
          <a:ln>
            <a:solidFill>
              <a:srgbClr val="4472C4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974451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8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4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10" grpId="0" animBg="1"/>
      <p:bldP spid="12" grpId="0" animBg="1"/>
      <p:bldP spid="14" grpId="0" animBg="1"/>
      <p:bldP spid="16" grpId="0" animBg="1"/>
      <p:bldP spid="18" grpId="0" animBg="1"/>
      <p:bldP spid="20" grpId="0" animBg="1"/>
      <p:bldP spid="2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27CACDE1-7007-4130-246A-34E152B712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rgbClr val="FFFFFF"/>
                </a:solidFill>
              </a:rPr>
              <a:t>Et les scientifiques dans tout ça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16043B-8245-BEA1-1CCC-D11DA030289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964" y="1789339"/>
            <a:ext cx="4819889" cy="1175766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rgbClr val="FFFFFF"/>
                </a:solidFill>
              </a:rPr>
              <a:t>Insee :</a:t>
            </a:r>
          </a:p>
          <a:p>
            <a:pPr marL="457200" lvl="1" indent="0" algn="ctr">
              <a:buNone/>
            </a:pPr>
            <a:r>
              <a:rPr lang="fr-FR" dirty="0">
                <a:solidFill>
                  <a:srgbClr val="FFFFFF"/>
                </a:solidFill>
              </a:rPr>
              <a:t>Age 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33987BE3-A58E-FE6E-10B0-7608B429A2F6}"/>
              </a:ext>
            </a:extLst>
          </p:cNvPr>
          <p:cNvCxnSpPr/>
          <p:nvPr/>
        </p:nvCxnSpPr>
        <p:spPr>
          <a:xfrm flipH="1">
            <a:off x="3228471" y="2667400"/>
            <a:ext cx="314025" cy="395437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3BFBE698-7CB3-8CC2-01A8-3B3525F73D2F}"/>
              </a:ext>
            </a:extLst>
          </p:cNvPr>
          <p:cNvSpPr txBox="1">
            <a:spLocks/>
          </p:cNvSpPr>
          <p:nvPr/>
        </p:nvSpPr>
        <p:spPr>
          <a:xfrm>
            <a:off x="942473" y="3357646"/>
            <a:ext cx="2895601" cy="1183023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</a:pPr>
            <a:endParaRPr lang="fr-FR" dirty="0">
              <a:solidFill>
                <a:srgbClr val="FFFFFF"/>
              </a:solidFill>
            </a:endParaRPr>
          </a:p>
        </p:txBody>
      </p:sp>
      <p:sp>
        <p:nvSpPr>
          <p:cNvPr id="7" name="ZoneTexte 6">
            <a:extLst>
              <a:ext uri="{FF2B5EF4-FFF2-40B4-BE49-F238E27FC236}">
                <a16:creationId xmlns:a16="http://schemas.microsoft.com/office/drawing/2014/main" id="{148C8FFA-1D18-217E-F615-D950F1CF5F8B}"/>
              </a:ext>
            </a:extLst>
          </p:cNvPr>
          <p:cNvSpPr txBox="1"/>
          <p:nvPr/>
        </p:nvSpPr>
        <p:spPr>
          <a:xfrm>
            <a:off x="1387641" y="3089307"/>
            <a:ext cx="2743200" cy="36576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Pyramide des âges</a:t>
            </a:r>
          </a:p>
        </p:txBody>
      </p:sp>
      <p:pic>
        <p:nvPicPr>
          <p:cNvPr id="8" name="Image 7" descr="Une image contenant texte, capture d’écran, diagramme, carte&#10;&#10;Le contenu généré par l’IA peut être incorrect.">
            <a:extLst>
              <a:ext uri="{FF2B5EF4-FFF2-40B4-BE49-F238E27FC236}">
                <a16:creationId xmlns:a16="http://schemas.microsoft.com/office/drawing/2014/main" id="{E14E111E-34B2-95F3-8467-9ADB88C7269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2779" y="3515476"/>
            <a:ext cx="3243012" cy="3131720"/>
          </a:xfrm>
          <a:prstGeom prst="rect">
            <a:avLst/>
          </a:prstGeom>
        </p:spPr>
      </p:pic>
      <p:cxnSp>
        <p:nvCxnSpPr>
          <p:cNvPr id="10" name="Connecteur droit avec flèche 9">
            <a:extLst>
              <a:ext uri="{FF2B5EF4-FFF2-40B4-BE49-F238E27FC236}">
                <a16:creationId xmlns:a16="http://schemas.microsoft.com/office/drawing/2014/main" id="{08ECAD5F-454E-2A48-4DB9-B32BCA6AE7FF}"/>
              </a:ext>
            </a:extLst>
          </p:cNvPr>
          <p:cNvCxnSpPr>
            <a:cxnSpLocks/>
          </p:cNvCxnSpPr>
          <p:nvPr/>
        </p:nvCxnSpPr>
        <p:spPr>
          <a:xfrm flipH="1">
            <a:off x="5506449" y="2643337"/>
            <a:ext cx="1204" cy="716278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eur droit avec flèche 10">
            <a:extLst>
              <a:ext uri="{FF2B5EF4-FFF2-40B4-BE49-F238E27FC236}">
                <a16:creationId xmlns:a16="http://schemas.microsoft.com/office/drawing/2014/main" id="{AFAC8CF1-5035-7B77-7E2B-2F0650885C8A}"/>
              </a:ext>
            </a:extLst>
          </p:cNvPr>
          <p:cNvCxnSpPr>
            <a:cxnSpLocks/>
          </p:cNvCxnSpPr>
          <p:nvPr/>
        </p:nvCxnSpPr>
        <p:spPr>
          <a:xfrm>
            <a:off x="7609170" y="2659379"/>
            <a:ext cx="303596" cy="603985"/>
          </a:xfrm>
          <a:prstGeom prst="straightConnector1">
            <a:avLst/>
          </a:prstGeom>
          <a:ln w="57150">
            <a:solidFill>
              <a:schemeClr val="accent2">
                <a:lumMod val="75000"/>
              </a:schemeClr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12" name="Image 11" descr="Une image contenant texte, ligne, Tracé, diagramme&#10;&#10;Le contenu généré par l’IA peut être incorrect.">
            <a:extLst>
              <a:ext uri="{FF2B5EF4-FFF2-40B4-BE49-F238E27FC236}">
                <a16:creationId xmlns:a16="http://schemas.microsoft.com/office/drawing/2014/main" id="{9723C2BB-A222-86AB-EFD5-8C459EC935E6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7318" y="3514475"/>
            <a:ext cx="2907131" cy="2788820"/>
          </a:xfrm>
          <a:prstGeom prst="rect">
            <a:avLst/>
          </a:prstGeom>
        </p:spPr>
      </p:pic>
      <p:sp>
        <p:nvSpPr>
          <p:cNvPr id="13" name="Rectangle 12">
            <a:extLst>
              <a:ext uri="{FF2B5EF4-FFF2-40B4-BE49-F238E27FC236}">
                <a16:creationId xmlns:a16="http://schemas.microsoft.com/office/drawing/2014/main" id="{901E088F-6DA6-D2B3-7C5B-84B9AC81C11B}"/>
              </a:ext>
            </a:extLst>
          </p:cNvPr>
          <p:cNvSpPr/>
          <p:nvPr/>
        </p:nvSpPr>
        <p:spPr>
          <a:xfrm>
            <a:off x="5399771" y="4099960"/>
            <a:ext cx="259882" cy="1280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895DD541-1797-BA94-7FE5-3AE15A7B2BA9}"/>
              </a:ext>
            </a:extLst>
          </p:cNvPr>
          <p:cNvSpPr/>
          <p:nvPr/>
        </p:nvSpPr>
        <p:spPr>
          <a:xfrm>
            <a:off x="6105622" y="4019749"/>
            <a:ext cx="75399" cy="1280159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56010F0E-9B9B-9FD4-C613-943EBB92E1FB}"/>
              </a:ext>
            </a:extLst>
          </p:cNvPr>
          <p:cNvSpPr/>
          <p:nvPr/>
        </p:nvSpPr>
        <p:spPr>
          <a:xfrm>
            <a:off x="5961243" y="3947559"/>
            <a:ext cx="324051" cy="149672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18" name="Image 1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0F48727-3FCD-35FB-2D2C-1470079F0FC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21191" y="3563604"/>
            <a:ext cx="5008145" cy="2353678"/>
          </a:xfrm>
          <a:prstGeom prst="rect">
            <a:avLst/>
          </a:prstGeom>
        </p:spPr>
      </p:pic>
      <p:sp>
        <p:nvSpPr>
          <p:cNvPr id="5" name="ZoneTexte 4">
            <a:extLst>
              <a:ext uri="{FF2B5EF4-FFF2-40B4-BE49-F238E27FC236}">
                <a16:creationId xmlns:a16="http://schemas.microsoft.com/office/drawing/2014/main" id="{609645A3-5C5D-0F4D-7903-ECE2AA3C46FC}"/>
              </a:ext>
            </a:extLst>
          </p:cNvPr>
          <p:cNvSpPr txBox="1"/>
          <p:nvPr/>
        </p:nvSpPr>
        <p:spPr>
          <a:xfrm>
            <a:off x="4216400" y="2169886"/>
            <a:ext cx="2743200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 dirty="0">
                <a:solidFill>
                  <a:srgbClr val="FFFFFF"/>
                </a:solidFill>
              </a:rPr>
              <a:t> -  Période </a:t>
            </a:r>
          </a:p>
        </p:txBody>
      </p:sp>
      <p:sp>
        <p:nvSpPr>
          <p:cNvPr id="9" name="ZoneTexte 8">
            <a:extLst>
              <a:ext uri="{FF2B5EF4-FFF2-40B4-BE49-F238E27FC236}">
                <a16:creationId xmlns:a16="http://schemas.microsoft.com/office/drawing/2014/main" id="{025D109B-ECB4-BDA4-1F05-FE45CC60A466}"/>
              </a:ext>
            </a:extLst>
          </p:cNvPr>
          <p:cNvSpPr txBox="1"/>
          <p:nvPr/>
        </p:nvSpPr>
        <p:spPr>
          <a:xfrm>
            <a:off x="6567714" y="2169886"/>
            <a:ext cx="2743200" cy="457200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fr-FR" sz="2400">
                <a:solidFill>
                  <a:srgbClr val="FFFFFF"/>
                </a:solidFill>
              </a:rPr>
              <a:t>-  Cohorte</a:t>
            </a:r>
            <a:r>
              <a:rPr lang="fr-FR" sz="2400"/>
              <a:t>​</a:t>
            </a:r>
            <a:endParaRPr lang="fr-FR"/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A0FB26C3-92CD-789A-3CD3-32A155C0E823}"/>
              </a:ext>
            </a:extLst>
          </p:cNvPr>
          <p:cNvSpPr/>
          <p:nvPr/>
        </p:nvSpPr>
        <p:spPr>
          <a:xfrm>
            <a:off x="5504042" y="4020130"/>
            <a:ext cx="403879" cy="1496727"/>
          </a:xfrm>
          <a:prstGeom prst="rect">
            <a:avLst/>
          </a:prstGeom>
          <a:noFill/>
          <a:ln w="28575">
            <a:solidFill>
              <a:schemeClr val="accent2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6597116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0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6" fill="hold">
                      <p:stCondLst>
                        <p:cond delay="indefinite"/>
                      </p:stCondLst>
                      <p:childTnLst>
                        <p:par>
                          <p:cTn id="57" fill="hold">
                            <p:stCondLst>
                              <p:cond delay="0"/>
                            </p:stCondLst>
                            <p:childTnLst>
                              <p:par>
                                <p:cTn id="5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0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7" grpId="0"/>
      <p:bldP spid="13" grpId="0" animBg="1"/>
      <p:bldP spid="16" grpId="0" animBg="1"/>
      <p:bldP spid="17" grpId="0" animBg="1"/>
      <p:bldP spid="5" grpId="0"/>
      <p:bldP spid="9" grpId="0"/>
      <p:bldP spid="15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diagramme, texte, ligne, Tracé&#10;&#10;Le contenu généré par l’IA peut être incorrect.">
            <a:extLst>
              <a:ext uri="{FF2B5EF4-FFF2-40B4-BE49-F238E27FC236}">
                <a16:creationId xmlns:a16="http://schemas.microsoft.com/office/drawing/2014/main" id="{CAB573A4-4CBE-158C-C073-3D7EBC3AA1F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84772" y="1424572"/>
            <a:ext cx="7222455" cy="4351338"/>
          </a:xfrm>
        </p:spPr>
      </p:pic>
    </p:spTree>
    <p:extLst>
      <p:ext uri="{BB962C8B-B14F-4D97-AF65-F5344CB8AC3E}">
        <p14:creationId xmlns:p14="http://schemas.microsoft.com/office/powerpoint/2010/main" val="310497117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DCBFCD3A-ABD2-8546-01A3-89AED23694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Et la génération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3BEA404F-E17A-6AC4-981C-3DEED8F150F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Utilisé dans les médias, le journalisme,</a:t>
            </a:r>
          </a:p>
          <a:p>
            <a:r>
              <a:rPr lang="fr-FR" dirty="0">
                <a:solidFill>
                  <a:schemeClr val="bg1"/>
                </a:solidFill>
              </a:rPr>
              <a:t>Utilisé dans le marketing,</a:t>
            </a:r>
          </a:p>
          <a:p>
            <a:r>
              <a:rPr lang="fr-FR" dirty="0">
                <a:solidFill>
                  <a:schemeClr val="bg1"/>
                </a:solidFill>
              </a:rPr>
              <a:t>Mais n'est pas utilisé par les chercheurs en démographie, sociologues ou économistes,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Beaucoup repris dans le milieu du travail,</a:t>
            </a:r>
          </a:p>
          <a:p>
            <a:r>
              <a:rPr lang="fr-FR" dirty="0">
                <a:solidFill>
                  <a:schemeClr val="bg1"/>
                </a:solidFill>
              </a:rPr>
              <a:t>Véhiculant des stéréotypes liés à l'âge.</a:t>
            </a:r>
          </a:p>
        </p:txBody>
      </p:sp>
    </p:spTree>
    <p:extLst>
      <p:ext uri="{BB962C8B-B14F-4D97-AF65-F5344CB8AC3E}">
        <p14:creationId xmlns:p14="http://schemas.microsoft.com/office/powerpoint/2010/main" val="1019846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97D4FE7A-27BE-06FA-3BD5-CED4E66BEA0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243138" y="2093787"/>
            <a:ext cx="5264819" cy="1208172"/>
          </a:xfrm>
        </p:spPr>
      </p:pic>
      <p:pic>
        <p:nvPicPr>
          <p:cNvPr id="5" name="Image 4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50F160F9-B8C3-7C4D-E7BB-69AE306E881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6647" y="3517231"/>
            <a:ext cx="5273843" cy="970548"/>
          </a:xfrm>
          <a:prstGeom prst="rect">
            <a:avLst/>
          </a:prstGeom>
        </p:spPr>
      </p:pic>
      <p:pic>
        <p:nvPicPr>
          <p:cNvPr id="6" name="Image 5" descr="Une image contenant texte, capture d’écran, Police, ligne&#10;&#10;Le contenu généré par l’IA peut être incorrect.">
            <a:extLst>
              <a:ext uri="{FF2B5EF4-FFF2-40B4-BE49-F238E27FC236}">
                <a16:creationId xmlns:a16="http://schemas.microsoft.com/office/drawing/2014/main" id="{4A1A7924-31CE-4F47-D8AA-C071872FE8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515978" y="178218"/>
            <a:ext cx="6550192" cy="999123"/>
          </a:xfrm>
          <a:prstGeom prst="rect">
            <a:avLst/>
          </a:prstGeom>
        </p:spPr>
      </p:pic>
      <p:pic>
        <p:nvPicPr>
          <p:cNvPr id="7" name="Image 6" descr="Une image contenant texte, Police, capture d’écran, ligne&#10;&#10;Le contenu généré par l’IA peut être incorrect.">
            <a:extLst>
              <a:ext uri="{FF2B5EF4-FFF2-40B4-BE49-F238E27FC236}">
                <a16:creationId xmlns:a16="http://schemas.microsoft.com/office/drawing/2014/main" id="{F8367E05-E079-5FDB-2B4F-F86EEDFBC490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15226" y="1310941"/>
            <a:ext cx="6551696" cy="506329"/>
          </a:xfrm>
          <a:prstGeom prst="rect">
            <a:avLst/>
          </a:prstGeom>
        </p:spPr>
      </p:pic>
      <p:pic>
        <p:nvPicPr>
          <p:cNvPr id="8" name="Image 7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DF283E41-947E-9246-A9E5-0B7467A3B2FC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47021" y="2592054"/>
            <a:ext cx="4812632" cy="1842336"/>
          </a:xfrm>
          <a:prstGeom prst="rect">
            <a:avLst/>
          </a:prstGeom>
        </p:spPr>
      </p:pic>
      <p:pic>
        <p:nvPicPr>
          <p:cNvPr id="9" name="Image 8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A50CD5D0-6616-18C1-AF46-08F0A970FE21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243261" y="4581023"/>
            <a:ext cx="4820153" cy="1690438"/>
          </a:xfrm>
          <a:prstGeom prst="rect">
            <a:avLst/>
          </a:prstGeom>
        </p:spPr>
      </p:pic>
      <p:pic>
        <p:nvPicPr>
          <p:cNvPr id="10" name="Image 9" descr="Une image contenant texte, Police, capture d’écran&#10;&#10;Le contenu généré par l’IA peut être incorrect.">
            <a:extLst>
              <a:ext uri="{FF2B5EF4-FFF2-40B4-BE49-F238E27FC236}">
                <a16:creationId xmlns:a16="http://schemas.microsoft.com/office/drawing/2014/main" id="{538ECEB9-5D76-CC22-93FB-14E42006CD87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408823" y="495300"/>
            <a:ext cx="7267575" cy="1600200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2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1" name="Image 10" descr="Une image contenant texte, Police, capture d’écran, blanc&#10;&#10;Le contenu généré par l’IA peut être incorrect.">
            <a:extLst>
              <a:ext uri="{FF2B5EF4-FFF2-40B4-BE49-F238E27FC236}">
                <a16:creationId xmlns:a16="http://schemas.microsoft.com/office/drawing/2014/main" id="{D8F5B34C-AC1E-59B0-CE6C-4FDCD79472F3}"/>
              </a:ext>
            </a:extLst>
      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854366" y="2267701"/>
            <a:ext cx="6210300" cy="12477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2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2" name="Image 11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428BBC25-F006-8AE1-17A4-FB4E30C36984}"/>
              </a:ext>
            </a:extLst>
      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410077" y="3235242"/>
            <a:ext cx="4553954" cy="3411455"/>
          </a:xfrm>
          <a:prstGeom prst="rect">
            <a:avLst/>
          </a:prstGeom>
          <a:solidFill>
            <a:srgbClr val="FFFFFF">
              <a:shade val="85000"/>
            </a:srgbClr>
          </a:solidFill>
          <a:ln w="190500" cap="rnd">
            <a:solidFill>
              <a:schemeClr val="tx2"/>
            </a:solidFill>
          </a:ln>
          <a:effectLst>
            <a:outerShdw blurRad="50000" algn="tl" rotWithShape="0">
              <a:srgbClr val="000000">
                <a:alpha val="41000"/>
              </a:srgbClr>
            </a:outerShdw>
          </a:effectLst>
          <a:scene3d>
            <a:camera prst="orthographicFront"/>
            <a:lightRig rig="twoPt" dir="t">
              <a:rot lat="0" lon="0" rev="7800000"/>
            </a:lightRig>
          </a:scene3d>
          <a:sp3d contourW="6350">
            <a:bevelT w="50800" h="16510"/>
            <a:contourClr>
              <a:srgbClr val="C0C0C0"/>
            </a:contourClr>
          </a:sp3d>
        </p:spPr>
      </p:pic>
      <p:pic>
        <p:nvPicPr>
          <p:cNvPr id="13" name="Image 12" descr="Une image contenant texte, Police, algèbre, reçu&#10;&#10;Le contenu généré par l’IA peut être incorrect.">
            <a:extLst>
              <a:ext uri="{FF2B5EF4-FFF2-40B4-BE49-F238E27FC236}">
                <a16:creationId xmlns:a16="http://schemas.microsoft.com/office/drawing/2014/main" id="{59E90DFE-B55D-447C-F092-F3B800603E3D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263063" y="4148389"/>
            <a:ext cx="6630904" cy="975561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2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4" name="Image 13" descr="Une image contenant texte, capture d’écran, Police&#10;&#10;Le contenu généré par l’IA peut être incorrect.">
            <a:extLst>
              <a:ext uri="{FF2B5EF4-FFF2-40B4-BE49-F238E27FC236}">
                <a16:creationId xmlns:a16="http://schemas.microsoft.com/office/drawing/2014/main" id="{6AA9CD65-571D-114C-1C1D-C3D19CB11B31}"/>
              </a:ext>
            </a:extLst>
      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5259054" y="5343775"/>
            <a:ext cx="6181725" cy="1400175"/>
          </a:xfrm>
          <a:prstGeom prst="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chemeClr val="tx2"/>
            </a:solidFill>
            <a:miter lim="800000"/>
          </a:ln>
          <a:effectLst>
            <a:outerShdw blurRad="55000" dist="18000" dir="5400000" algn="tl" rotWithShape="0">
              <a:srgbClr val="000000">
                <a:alpha val="40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</p:spTree>
    <p:extLst>
      <p:ext uri="{BB962C8B-B14F-4D97-AF65-F5344CB8AC3E}">
        <p14:creationId xmlns:p14="http://schemas.microsoft.com/office/powerpoint/2010/main" val="48308702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8050DA-33D1-6F8B-2DF4-9DE04F14DC8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1F1FF9A8-1D88-260F-F73B-98A3AE7D48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Un point commun entre tous ces articles ?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1951F0A-B0E7-ECC2-EC5B-B544E8E66D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Il n'y a aucune source scientifique</a:t>
            </a:r>
          </a:p>
          <a:p>
            <a:endParaRPr lang="fr-FR" dirty="0">
              <a:solidFill>
                <a:schemeClr val="bg1"/>
              </a:solidFill>
            </a:endParaRPr>
          </a:p>
          <a:p>
            <a:endParaRPr lang="fr-FR" dirty="0">
              <a:solidFill>
                <a:schemeClr val="bg1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Qu'en dit donc la science ?</a:t>
            </a:r>
          </a:p>
        </p:txBody>
      </p:sp>
    </p:spTree>
    <p:extLst>
      <p:ext uri="{BB962C8B-B14F-4D97-AF65-F5344CB8AC3E}">
        <p14:creationId xmlns:p14="http://schemas.microsoft.com/office/powerpoint/2010/main" val="159671576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83C07ED9-58B3-CD0B-A2D1-1DECC55088BE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5580" y="357772"/>
            <a:ext cx="5037788" cy="6140032"/>
          </a:xfrm>
        </p:spPr>
      </p:pic>
      <p:pic>
        <p:nvPicPr>
          <p:cNvPr id="7" name="Graphique 6" descr="Homme scientifique avec un remplissage uni">
            <a:extLst>
              <a:ext uri="{FF2B5EF4-FFF2-40B4-BE49-F238E27FC236}">
                <a16:creationId xmlns:a16="http://schemas.microsoft.com/office/drawing/2014/main" id="{5EB31C3D-E1E0-3378-EBE0-201BA28A6D6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147011" y="268705"/>
            <a:ext cx="914400" cy="914400"/>
          </a:xfrm>
          <a:prstGeom prst="rect">
            <a:avLst/>
          </a:prstGeom>
        </p:spPr>
      </p:pic>
      <p:pic>
        <p:nvPicPr>
          <p:cNvPr id="8" name="Graphique 7" descr="Femme scientifique avec un remplissage uni">
            <a:extLst>
              <a:ext uri="{FF2B5EF4-FFF2-40B4-BE49-F238E27FC236}">
                <a16:creationId xmlns:a16="http://schemas.microsoft.com/office/drawing/2014/main" id="{625CCC67-94C2-EDAB-43C8-700A2144A3E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87254" y="1253790"/>
            <a:ext cx="914400" cy="914400"/>
          </a:xfrm>
          <a:prstGeom prst="rect">
            <a:avLst/>
          </a:prstGeom>
        </p:spPr>
      </p:pic>
      <p:pic>
        <p:nvPicPr>
          <p:cNvPr id="9" name="Graphique 8" descr="Livre ouvert avec un remplissage uni">
            <a:extLst>
              <a:ext uri="{FF2B5EF4-FFF2-40B4-BE49-F238E27FC236}">
                <a16:creationId xmlns:a16="http://schemas.microsoft.com/office/drawing/2014/main" id="{9AC03A15-2054-1DDD-06D1-81071CDE0917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88757" y="2225842"/>
            <a:ext cx="914400" cy="914400"/>
          </a:xfrm>
          <a:prstGeom prst="rect">
            <a:avLst/>
          </a:prstGeom>
        </p:spPr>
      </p:pic>
      <p:pic>
        <p:nvPicPr>
          <p:cNvPr id="10" name="Graphique 9" descr="Homme scientifique avec un remplissage uni">
            <a:extLst>
              <a:ext uri="{FF2B5EF4-FFF2-40B4-BE49-F238E27FC236}">
                <a16:creationId xmlns:a16="http://schemas.microsoft.com/office/drawing/2014/main" id="{ED08A6A7-655A-4DBE-8002-1CF5DEF62BA3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882189" y="814136"/>
            <a:ext cx="914400" cy="914400"/>
          </a:xfrm>
          <a:prstGeom prst="rect">
            <a:avLst/>
          </a:prstGeom>
        </p:spPr>
      </p:pic>
      <p:pic>
        <p:nvPicPr>
          <p:cNvPr id="11" name="Graphique 10" descr="Femme scientifique avec un remplissage uni">
            <a:extLst>
              <a:ext uri="{FF2B5EF4-FFF2-40B4-BE49-F238E27FC236}">
                <a16:creationId xmlns:a16="http://schemas.microsoft.com/office/drawing/2014/main" id="{D2D64830-42DF-38D8-09E1-06F0A4FB62C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2308557" y="660232"/>
            <a:ext cx="914400" cy="914400"/>
          </a:xfrm>
          <a:prstGeom prst="rect">
            <a:avLst/>
          </a:prstGeom>
        </p:spPr>
      </p:pic>
      <p:pic>
        <p:nvPicPr>
          <p:cNvPr id="12" name="Graphique 11" descr="Homme scientifique avec un remplissage uni">
            <a:extLst>
              <a:ext uri="{FF2B5EF4-FFF2-40B4-BE49-F238E27FC236}">
                <a16:creationId xmlns:a16="http://schemas.microsoft.com/office/drawing/2014/main" id="{408FBBD7-09BB-5DC6-7A9A-BB4652F552A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152273" y="204536"/>
            <a:ext cx="914400" cy="914400"/>
          </a:xfrm>
          <a:prstGeom prst="rect">
            <a:avLst/>
          </a:prstGeom>
        </p:spPr>
      </p:pic>
      <p:pic>
        <p:nvPicPr>
          <p:cNvPr id="13" name="Graphique 12" descr="Femme scientifique avec un remplissage uni">
            <a:extLst>
              <a:ext uri="{FF2B5EF4-FFF2-40B4-BE49-F238E27FC236}">
                <a16:creationId xmlns:a16="http://schemas.microsoft.com/office/drawing/2014/main" id="{9EE111D1-C17D-DE4F-8195-C154F2FF21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95084" y="812633"/>
            <a:ext cx="914400" cy="914400"/>
          </a:xfrm>
          <a:prstGeom prst="rect">
            <a:avLst/>
          </a:prstGeom>
        </p:spPr>
      </p:pic>
      <p:pic>
        <p:nvPicPr>
          <p:cNvPr id="14" name="Graphique 13" descr="Homme scientifique avec un remplissage uni">
            <a:extLst>
              <a:ext uri="{FF2B5EF4-FFF2-40B4-BE49-F238E27FC236}">
                <a16:creationId xmlns:a16="http://schemas.microsoft.com/office/drawing/2014/main" id="{2C2BD433-8A25-46E4-3711-5D322E1C8A4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5710989" y="814135"/>
            <a:ext cx="914400" cy="914400"/>
          </a:xfrm>
          <a:prstGeom prst="rect">
            <a:avLst/>
          </a:prstGeom>
        </p:spPr>
      </p:pic>
      <p:pic>
        <p:nvPicPr>
          <p:cNvPr id="15" name="Graphique 14" descr="Femme scientifique avec un remplissage uni">
            <a:extLst>
              <a:ext uri="{FF2B5EF4-FFF2-40B4-BE49-F238E27FC236}">
                <a16:creationId xmlns:a16="http://schemas.microsoft.com/office/drawing/2014/main" id="{67BD18AF-D8EF-429F-6D93-7732B49B4102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5893969" y="2352674"/>
            <a:ext cx="914400" cy="914400"/>
          </a:xfrm>
          <a:prstGeom prst="rect">
            <a:avLst/>
          </a:prstGeom>
        </p:spPr>
      </p:pic>
      <p:pic>
        <p:nvPicPr>
          <p:cNvPr id="16" name="Graphique 15" descr="Livre ouvert avec un remplissage uni">
            <a:extLst>
              <a:ext uri="{FF2B5EF4-FFF2-40B4-BE49-F238E27FC236}">
                <a16:creationId xmlns:a16="http://schemas.microsoft.com/office/drawing/2014/main" id="{82A52469-69CD-1520-550B-7BB99DAA278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275346" y="1712494"/>
            <a:ext cx="914400" cy="914400"/>
          </a:xfrm>
          <a:prstGeom prst="rect">
            <a:avLst/>
          </a:prstGeom>
        </p:spPr>
      </p:pic>
      <p:pic>
        <p:nvPicPr>
          <p:cNvPr id="17" name="Graphique 16" descr="Livre ouvert avec un remplissage uni">
            <a:extLst>
              <a:ext uri="{FF2B5EF4-FFF2-40B4-BE49-F238E27FC236}">
                <a16:creationId xmlns:a16="http://schemas.microsoft.com/office/drawing/2014/main" id="{A6DBEFA6-57EE-1786-22EA-1E7F845DED6C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189745" y="1463840"/>
            <a:ext cx="914400" cy="914400"/>
          </a:xfrm>
          <a:prstGeom prst="rect">
            <a:avLst/>
          </a:prstGeom>
        </p:spPr>
      </p:pic>
      <p:pic>
        <p:nvPicPr>
          <p:cNvPr id="19" name="Graphique 18" descr="Livre ouvert avec un remplissage uni">
            <a:extLst>
              <a:ext uri="{FF2B5EF4-FFF2-40B4-BE49-F238E27FC236}">
                <a16:creationId xmlns:a16="http://schemas.microsoft.com/office/drawing/2014/main" id="{809CABF4-DD43-772E-D210-F1E5B28EE17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047998" y="1006640"/>
            <a:ext cx="914400" cy="914400"/>
          </a:xfrm>
          <a:prstGeom prst="rect">
            <a:avLst/>
          </a:prstGeom>
        </p:spPr>
      </p:pic>
      <p:pic>
        <p:nvPicPr>
          <p:cNvPr id="20" name="Graphique 19" descr="Livre ouvert avec un remplissage uni">
            <a:extLst>
              <a:ext uri="{FF2B5EF4-FFF2-40B4-BE49-F238E27FC236}">
                <a16:creationId xmlns:a16="http://schemas.microsoft.com/office/drawing/2014/main" id="{13AC8714-848A-CB1C-A020-4C7B4F7BE29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882186" y="1768639"/>
            <a:ext cx="914400" cy="914400"/>
          </a:xfrm>
          <a:prstGeom prst="rect">
            <a:avLst/>
          </a:prstGeom>
        </p:spPr>
      </p:pic>
      <p:pic>
        <p:nvPicPr>
          <p:cNvPr id="21" name="Graphique 20" descr="Livre ouvert avec un remplissage uni">
            <a:extLst>
              <a:ext uri="{FF2B5EF4-FFF2-40B4-BE49-F238E27FC236}">
                <a16:creationId xmlns:a16="http://schemas.microsoft.com/office/drawing/2014/main" id="{59C0C866-65FB-1924-BDFF-78A42BC510B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740439" y="1648324"/>
            <a:ext cx="914400" cy="914400"/>
          </a:xfrm>
          <a:prstGeom prst="rect">
            <a:avLst/>
          </a:prstGeom>
        </p:spPr>
      </p:pic>
      <p:pic>
        <p:nvPicPr>
          <p:cNvPr id="22" name="Graphique 21" descr="Livre ouvert avec un remplissage uni">
            <a:extLst>
              <a:ext uri="{FF2B5EF4-FFF2-40B4-BE49-F238E27FC236}">
                <a16:creationId xmlns:a16="http://schemas.microsoft.com/office/drawing/2014/main" id="{041A9BC7-DCAE-DC20-EA87-495AC497964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887448" y="3204407"/>
            <a:ext cx="914400" cy="914400"/>
          </a:xfrm>
          <a:prstGeom prst="rect">
            <a:avLst/>
          </a:prstGeom>
        </p:spPr>
      </p:pic>
      <p:pic>
        <p:nvPicPr>
          <p:cNvPr id="23" name="Graphique 22" descr="Livre ouvert avec un remplissage uni">
            <a:extLst>
              <a:ext uri="{FF2B5EF4-FFF2-40B4-BE49-F238E27FC236}">
                <a16:creationId xmlns:a16="http://schemas.microsoft.com/office/drawing/2014/main" id="{8D80B261-791D-44AC-6285-31EB5EAF8B2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5710985" y="1648323"/>
            <a:ext cx="914400" cy="914400"/>
          </a:xfrm>
          <a:prstGeom prst="rect">
            <a:avLst/>
          </a:prstGeom>
        </p:spPr>
      </p:pic>
      <p:pic>
        <p:nvPicPr>
          <p:cNvPr id="24" name="Graphique 23" descr="Livre ouvert avec un remplissage uni">
            <a:extLst>
              <a:ext uri="{FF2B5EF4-FFF2-40B4-BE49-F238E27FC236}">
                <a16:creationId xmlns:a16="http://schemas.microsoft.com/office/drawing/2014/main" id="{B94A93EE-1E0C-F7A5-4F8E-F935E78D0E73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74229" y="4608093"/>
            <a:ext cx="914400" cy="914400"/>
          </a:xfrm>
          <a:prstGeom prst="rect">
            <a:avLst/>
          </a:prstGeom>
        </p:spPr>
      </p:pic>
      <p:pic>
        <p:nvPicPr>
          <p:cNvPr id="25" name="Graphique 24" descr="Livre ouvert avec un remplissage uni">
            <a:extLst>
              <a:ext uri="{FF2B5EF4-FFF2-40B4-BE49-F238E27FC236}">
                <a16:creationId xmlns:a16="http://schemas.microsoft.com/office/drawing/2014/main" id="{1923A51E-7E9B-81C8-5CD2-E49A67F81E55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24461" y="3573378"/>
            <a:ext cx="914400" cy="914400"/>
          </a:xfrm>
          <a:prstGeom prst="rect">
            <a:avLst/>
          </a:prstGeom>
        </p:spPr>
      </p:pic>
      <p:pic>
        <p:nvPicPr>
          <p:cNvPr id="26" name="Graphique 25" descr="Livre ouvert avec un remplissage uni">
            <a:extLst>
              <a:ext uri="{FF2B5EF4-FFF2-40B4-BE49-F238E27FC236}">
                <a16:creationId xmlns:a16="http://schemas.microsoft.com/office/drawing/2014/main" id="{E6602B28-EC95-23E8-6DEA-6FD087B7A68D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152272" y="4920915"/>
            <a:ext cx="914400" cy="914400"/>
          </a:xfrm>
          <a:prstGeom prst="rect">
            <a:avLst/>
          </a:prstGeom>
        </p:spPr>
      </p:pic>
      <p:pic>
        <p:nvPicPr>
          <p:cNvPr id="27" name="Graphique 26" descr="Livre ouvert avec un remplissage uni">
            <a:extLst>
              <a:ext uri="{FF2B5EF4-FFF2-40B4-BE49-F238E27FC236}">
                <a16:creationId xmlns:a16="http://schemas.microsoft.com/office/drawing/2014/main" id="{0B3C4659-15A5-6707-6CE1-EC42F579EC2B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66671" y="4656220"/>
            <a:ext cx="914400" cy="914400"/>
          </a:xfrm>
          <a:prstGeom prst="rect">
            <a:avLst/>
          </a:prstGeom>
        </p:spPr>
      </p:pic>
      <p:pic>
        <p:nvPicPr>
          <p:cNvPr id="28" name="Graphique 27" descr="Livre ouvert avec un remplissage uni">
            <a:extLst>
              <a:ext uri="{FF2B5EF4-FFF2-40B4-BE49-F238E27FC236}">
                <a16:creationId xmlns:a16="http://schemas.microsoft.com/office/drawing/2014/main" id="{D6F07C0F-0122-C59C-8482-A867C2B8D638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066671" y="4006514"/>
            <a:ext cx="914400" cy="914400"/>
          </a:xfrm>
          <a:prstGeom prst="rect">
            <a:avLst/>
          </a:prstGeom>
        </p:spPr>
      </p:pic>
      <p:pic>
        <p:nvPicPr>
          <p:cNvPr id="29" name="Graphique 28" descr="Livre ouvert avec un remplissage uni">
            <a:extLst>
              <a:ext uri="{FF2B5EF4-FFF2-40B4-BE49-F238E27FC236}">
                <a16:creationId xmlns:a16="http://schemas.microsoft.com/office/drawing/2014/main" id="{5DB5862A-C3E3-5F61-9CD4-B460F60C89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3224460" y="4263187"/>
            <a:ext cx="914400" cy="914400"/>
          </a:xfrm>
          <a:prstGeom prst="rect">
            <a:avLst/>
          </a:prstGeom>
        </p:spPr>
      </p:pic>
      <p:pic>
        <p:nvPicPr>
          <p:cNvPr id="30" name="Graphique 29" descr="Livre ouvert avec un remplissage uni">
            <a:extLst>
              <a:ext uri="{FF2B5EF4-FFF2-40B4-BE49-F238E27FC236}">
                <a16:creationId xmlns:a16="http://schemas.microsoft.com/office/drawing/2014/main" id="{488EFD7C-7E40-451B-316C-3B33278842E4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2310060" y="4030576"/>
            <a:ext cx="914400" cy="914400"/>
          </a:xfrm>
          <a:prstGeom prst="rect">
            <a:avLst/>
          </a:prstGeom>
        </p:spPr>
      </p:pic>
      <p:cxnSp>
        <p:nvCxnSpPr>
          <p:cNvPr id="31" name="Connecteur droit avec flèche 30">
            <a:extLst>
              <a:ext uri="{FF2B5EF4-FFF2-40B4-BE49-F238E27FC236}">
                <a16:creationId xmlns:a16="http://schemas.microsoft.com/office/drawing/2014/main" id="{94F1D6DB-D697-6827-C9CC-780ED44E7B52}"/>
              </a:ext>
            </a:extLst>
          </p:cNvPr>
          <p:cNvCxnSpPr/>
          <p:nvPr/>
        </p:nvCxnSpPr>
        <p:spPr>
          <a:xfrm>
            <a:off x="1003834" y="2990649"/>
            <a:ext cx="1158239" cy="876299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eur droit avec flèche 31">
            <a:extLst>
              <a:ext uri="{FF2B5EF4-FFF2-40B4-BE49-F238E27FC236}">
                <a16:creationId xmlns:a16="http://schemas.microsoft.com/office/drawing/2014/main" id="{D1F1B65F-A481-0C2F-7E5D-ACD311412C01}"/>
              </a:ext>
            </a:extLst>
          </p:cNvPr>
          <p:cNvCxnSpPr>
            <a:cxnSpLocks/>
          </p:cNvCxnSpPr>
          <p:nvPr/>
        </p:nvCxnSpPr>
        <p:spPr>
          <a:xfrm>
            <a:off x="1862086" y="2589595"/>
            <a:ext cx="845418" cy="1044741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eur droit avec flèche 32">
            <a:extLst>
              <a:ext uri="{FF2B5EF4-FFF2-40B4-BE49-F238E27FC236}">
                <a16:creationId xmlns:a16="http://schemas.microsoft.com/office/drawing/2014/main" id="{726096D6-F570-16E7-0129-51D725FE99D1}"/>
              </a:ext>
            </a:extLst>
          </p:cNvPr>
          <p:cNvCxnSpPr>
            <a:cxnSpLocks/>
          </p:cNvCxnSpPr>
          <p:nvPr/>
        </p:nvCxnSpPr>
        <p:spPr>
          <a:xfrm>
            <a:off x="2680232" y="2244689"/>
            <a:ext cx="564682" cy="1100888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4" name="Connecteur droit avec flèche 33">
            <a:extLst>
              <a:ext uri="{FF2B5EF4-FFF2-40B4-BE49-F238E27FC236}">
                <a16:creationId xmlns:a16="http://schemas.microsoft.com/office/drawing/2014/main" id="{A1BC6535-534B-78CE-FEE4-33CBEDB61F1C}"/>
              </a:ext>
            </a:extLst>
          </p:cNvPr>
          <p:cNvCxnSpPr>
            <a:cxnSpLocks/>
          </p:cNvCxnSpPr>
          <p:nvPr/>
        </p:nvCxnSpPr>
        <p:spPr>
          <a:xfrm>
            <a:off x="3394105" y="1843635"/>
            <a:ext cx="171651" cy="129339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5" name="Connecteur droit avec flèche 34">
            <a:extLst>
              <a:ext uri="{FF2B5EF4-FFF2-40B4-BE49-F238E27FC236}">
                <a16:creationId xmlns:a16="http://schemas.microsoft.com/office/drawing/2014/main" id="{CF2368A3-6FDC-655E-C4F9-4F409F7246E8}"/>
              </a:ext>
            </a:extLst>
          </p:cNvPr>
          <p:cNvCxnSpPr>
            <a:cxnSpLocks/>
          </p:cNvCxnSpPr>
          <p:nvPr/>
        </p:nvCxnSpPr>
        <p:spPr>
          <a:xfrm flipH="1">
            <a:off x="4151293" y="2573550"/>
            <a:ext cx="229401" cy="1076825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Connecteur droit avec flèche 35">
            <a:extLst>
              <a:ext uri="{FF2B5EF4-FFF2-40B4-BE49-F238E27FC236}">
                <a16:creationId xmlns:a16="http://schemas.microsoft.com/office/drawing/2014/main" id="{61D1F165-AB25-F3F2-0A84-76A9017967EA}"/>
              </a:ext>
            </a:extLst>
          </p:cNvPr>
          <p:cNvCxnSpPr>
            <a:cxnSpLocks/>
          </p:cNvCxnSpPr>
          <p:nvPr/>
        </p:nvCxnSpPr>
        <p:spPr>
          <a:xfrm flipH="1">
            <a:off x="4432030" y="2509381"/>
            <a:ext cx="750770" cy="1373603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7" name="Connecteur droit avec flèche 36">
            <a:extLst>
              <a:ext uri="{FF2B5EF4-FFF2-40B4-BE49-F238E27FC236}">
                <a16:creationId xmlns:a16="http://schemas.microsoft.com/office/drawing/2014/main" id="{B1A1742E-21AB-8E88-5F20-5493D03D157D}"/>
              </a:ext>
            </a:extLst>
          </p:cNvPr>
          <p:cNvCxnSpPr>
            <a:cxnSpLocks/>
          </p:cNvCxnSpPr>
          <p:nvPr/>
        </p:nvCxnSpPr>
        <p:spPr>
          <a:xfrm flipH="1">
            <a:off x="4921313" y="2661780"/>
            <a:ext cx="822959" cy="1325477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8" name="Connecteur droit avec flèche 37">
            <a:extLst>
              <a:ext uri="{FF2B5EF4-FFF2-40B4-BE49-F238E27FC236}">
                <a16:creationId xmlns:a16="http://schemas.microsoft.com/office/drawing/2014/main" id="{F877663D-6E05-E07D-FDC7-0E958BF7CC67}"/>
              </a:ext>
            </a:extLst>
          </p:cNvPr>
          <p:cNvCxnSpPr>
            <a:cxnSpLocks/>
          </p:cNvCxnSpPr>
          <p:nvPr/>
        </p:nvCxnSpPr>
        <p:spPr>
          <a:xfrm flipH="1">
            <a:off x="5097778" y="3929112"/>
            <a:ext cx="678581" cy="76400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1080160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8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2" fill="hold">
                      <p:stCondLst>
                        <p:cond delay="indefinite"/>
                      </p:stCondLst>
                      <p:childTnLst>
                        <p:par>
                          <p:cTn id="63" fill="hold">
                            <p:stCondLst>
                              <p:cond delay="0"/>
                            </p:stCondLst>
                            <p:childTnLst>
                              <p:par>
                                <p:cTn id="6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5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8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1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4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7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0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5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8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6EBB1C9-61B8-81F6-F773-A3A6D18E5AC4}"/>
              </a:ext>
            </a:extLst>
          </p:cNvPr>
          <p:cNvSpPr>
            <a:spLocks noGrp="1"/>
          </p:cNvSpPr>
          <p:nvPr>
            <p:ph type="title"/>
          </p:nvPr>
        </p:nvSpPr>
        <p:spPr>
          <a:noFill/>
          <a:ln>
            <a:solidFill>
              <a:schemeClr val="bg1"/>
            </a:solidFill>
          </a:ln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Description des articles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63AB9AE0-48FA-9F6E-FB76-4B9C508BB8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Un total de 143 articles ont étudié les générations au travail</a:t>
            </a:r>
          </a:p>
          <a:p>
            <a:r>
              <a:rPr lang="fr-FR" dirty="0">
                <a:solidFill>
                  <a:schemeClr val="bg1"/>
                </a:solidFill>
              </a:rPr>
              <a:t>Un total de 158 000 participants</a:t>
            </a:r>
          </a:p>
          <a:p>
            <a:r>
              <a:rPr lang="fr-FR" dirty="0">
                <a:solidFill>
                  <a:schemeClr val="bg1"/>
                </a:solidFill>
              </a:rPr>
              <a:t>Les domaines les plus étudiés :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Satisfaction au travail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Engagement au travail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Valeurs de travail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Intention de démissionner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Équilibre vie pro/perso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Stress et Burnout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</a:rPr>
              <a:t>Motivation</a:t>
            </a:r>
          </a:p>
        </p:txBody>
      </p:sp>
      <p:cxnSp>
        <p:nvCxnSpPr>
          <p:cNvPr id="4" name="Connecteur droit avec flèche 3">
            <a:extLst>
              <a:ext uri="{FF2B5EF4-FFF2-40B4-BE49-F238E27FC236}">
                <a16:creationId xmlns:a16="http://schemas.microsoft.com/office/drawing/2014/main" id="{7782FAA1-CFA7-6ECB-C6B3-F1C125443A13}"/>
              </a:ext>
            </a:extLst>
          </p:cNvPr>
          <p:cNvCxnSpPr/>
          <p:nvPr/>
        </p:nvCxnSpPr>
        <p:spPr>
          <a:xfrm flipV="1">
            <a:off x="4049027" y="4231505"/>
            <a:ext cx="2456847" cy="35694"/>
          </a:xfrm>
          <a:prstGeom prst="straightConnector1">
            <a:avLst/>
          </a:prstGeom>
          <a:ln w="57150">
            <a:solidFill>
              <a:schemeClr val="bg1"/>
            </a:solidFill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ZoneTexte 4">
            <a:extLst>
              <a:ext uri="{FF2B5EF4-FFF2-40B4-BE49-F238E27FC236}">
                <a16:creationId xmlns:a16="http://schemas.microsoft.com/office/drawing/2014/main" id="{6138C76C-74A6-2DE5-2662-DA76C64E7917}"/>
              </a:ext>
            </a:extLst>
          </p:cNvPr>
          <p:cNvSpPr txBox="1"/>
          <p:nvPr/>
        </p:nvSpPr>
        <p:spPr>
          <a:xfrm>
            <a:off x="6505074" y="3272590"/>
            <a:ext cx="5285873" cy="2067746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marL="228600" lvl="1" indent="-228600">
              <a:lnSpc>
                <a:spcPts val="2175"/>
              </a:lnSpc>
              <a:buFont typeface="Courier New,monospace"/>
              <a:buChar char="o"/>
            </a:pPr>
            <a:r>
              <a:rPr lang="fr-FR" sz="2000" dirty="0">
                <a:solidFill>
                  <a:srgbClr val="FFFFFF"/>
                </a:solidFill>
                <a:cs typeface="Arial"/>
              </a:rPr>
              <a:t>Valeurs intrinsèques : autonomie, apprentissage, amélioration de soi</a:t>
            </a:r>
            <a:endParaRPr lang="fr-FR" dirty="0"/>
          </a:p>
          <a:p>
            <a:pPr marL="228600" lvl="1" indent="-228600">
              <a:lnSpc>
                <a:spcPts val="2175"/>
              </a:lnSpc>
              <a:buFont typeface="Courier New,monospace"/>
              <a:buChar char="o"/>
            </a:pPr>
            <a:r>
              <a:rPr lang="fr-FR" sz="2000">
                <a:solidFill>
                  <a:srgbClr val="FFFFFF"/>
                </a:solidFill>
                <a:cs typeface="Arial"/>
              </a:rPr>
              <a:t>Valeurs </a:t>
            </a:r>
            <a:r>
              <a:rPr lang="fr-FR" sz="2000" dirty="0">
                <a:solidFill>
                  <a:srgbClr val="FFFFFF"/>
                </a:solidFill>
                <a:cs typeface="Arial"/>
              </a:rPr>
              <a:t>extrinsèques: salaires, bénéfices, sécurité retours positifs </a:t>
            </a:r>
            <a:endParaRPr lang="fr-FR">
              <a:solidFill>
                <a:srgbClr val="000000"/>
              </a:solidFill>
              <a:cs typeface="Arial"/>
            </a:endParaRPr>
          </a:p>
          <a:p>
            <a:pPr marL="228600" lvl="1" indent="-228600">
              <a:lnSpc>
                <a:spcPts val="2175"/>
              </a:lnSpc>
              <a:buFont typeface="Courier New,monospace"/>
              <a:buChar char="o"/>
            </a:pPr>
            <a:r>
              <a:rPr lang="fr-FR" sz="2000" dirty="0">
                <a:solidFill>
                  <a:srgbClr val="FFFFFF"/>
                </a:solidFill>
                <a:cs typeface="Arial"/>
              </a:rPr>
              <a:t>Valeur sociale : relation au collègues, contribution à la société </a:t>
            </a:r>
            <a:endParaRPr lang="fr-FR" dirty="0">
              <a:solidFill>
                <a:srgbClr val="000000"/>
              </a:solidFill>
              <a:cs typeface="Arial"/>
            </a:endParaRPr>
          </a:p>
          <a:p>
            <a:pPr marL="228600" lvl="1" indent="-228600">
              <a:lnSpc>
                <a:spcPts val="2175"/>
              </a:lnSpc>
              <a:buFont typeface="Courier New,monospace"/>
              <a:buChar char="o"/>
            </a:pPr>
            <a:r>
              <a:rPr lang="fr-FR" sz="2000" dirty="0">
                <a:solidFill>
                  <a:srgbClr val="FFFFFF"/>
                </a:solidFill>
                <a:cs typeface="Arial"/>
              </a:rPr>
              <a:t>Prestige et statut : autorité, influence...</a:t>
            </a:r>
            <a:endParaRPr lang="fr-FR" sz="2000" dirty="0">
              <a:cs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16034722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5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Police, écriture manuscrite, noir et blanc&#10;&#10;Le contenu généré par l’IA peut être incorrect.">
            <a:extLst>
              <a:ext uri="{FF2B5EF4-FFF2-40B4-BE49-F238E27FC236}">
                <a16:creationId xmlns:a16="http://schemas.microsoft.com/office/drawing/2014/main" id="{51E6FA61-FDA0-EB67-4B63-18601677CBE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125095" y="130175"/>
            <a:ext cx="5319509" cy="673258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7" name="Encre 6">
                <a:extLst>
                  <a:ext uri="{FF2B5EF4-FFF2-40B4-BE49-F238E27FC236}">
                    <a16:creationId xmlns:a16="http://schemas.microsoft.com/office/drawing/2014/main" id="{118F25B0-BB4B-DE09-CC8B-0C471A485565}"/>
                  </a:ext>
                </a:extLst>
              </p14:cNvPr>
              <p14:cNvContentPartPr/>
              <p14:nvPr/>
            </p14:nvContentPartPr>
            <p14:xfrm>
              <a:off x="3427496" y="972803"/>
              <a:ext cx="1426864" cy="64502"/>
            </p14:xfrm>
          </p:contentPart>
        </mc:Choice>
        <mc:Fallback xmlns="">
          <p:pic>
            <p:nvPicPr>
              <p:cNvPr id="7" name="Encre 6">
                <a:extLst>
                  <a:ext uri="{FF2B5EF4-FFF2-40B4-BE49-F238E27FC236}">
                    <a16:creationId xmlns:a16="http://schemas.microsoft.com/office/drawing/2014/main" id="{118F25B0-BB4B-DE09-CC8B-0C471A485565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373516" y="865658"/>
                <a:ext cx="1534464" cy="27915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8" name="Encre 7">
                <a:extLst>
                  <a:ext uri="{FF2B5EF4-FFF2-40B4-BE49-F238E27FC236}">
                    <a16:creationId xmlns:a16="http://schemas.microsoft.com/office/drawing/2014/main" id="{696B027A-88E5-CC90-4084-CEF836EB9353}"/>
                  </a:ext>
                </a:extLst>
              </p14:cNvPr>
              <p14:cNvContentPartPr/>
              <p14:nvPr/>
            </p14:nvContentPartPr>
            <p14:xfrm>
              <a:off x="7943349" y="1574382"/>
              <a:ext cx="191538" cy="16376"/>
            </p14:xfrm>
          </p:contentPart>
        </mc:Choice>
        <mc:Fallback xmlns="">
          <p:pic>
            <p:nvPicPr>
              <p:cNvPr id="8" name="Encre 7">
                <a:extLst>
                  <a:ext uri="{FF2B5EF4-FFF2-40B4-BE49-F238E27FC236}">
                    <a16:creationId xmlns:a16="http://schemas.microsoft.com/office/drawing/2014/main" id="{696B027A-88E5-CC90-4084-CEF836EB935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7889445" y="1467582"/>
                <a:ext cx="298986" cy="2296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FBDF3C6F-D6CD-62F9-BA7B-B7CAFF70595C}"/>
                  </a:ext>
                </a:extLst>
              </p14:cNvPr>
              <p14:cNvContentPartPr/>
              <p14:nvPr/>
            </p14:nvContentPartPr>
            <p14:xfrm>
              <a:off x="7919286" y="756234"/>
              <a:ext cx="352028" cy="40455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FBDF3C6F-D6CD-62F9-BA7B-B7CAFF70595C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65709" y="649189"/>
                <a:ext cx="459542" cy="25490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E8B90884-D33A-E266-45D4-010F740E824E}"/>
                  </a:ext>
                </a:extLst>
              </p14:cNvPr>
              <p14:cNvContentPartPr/>
              <p14:nvPr/>
            </p14:nvContentPartPr>
            <p14:xfrm>
              <a:off x="7887202" y="908635"/>
              <a:ext cx="344123" cy="7910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E8B90884-D33A-E266-45D4-010F740E824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7833264" y="805805"/>
                <a:ext cx="451639" cy="21391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8F6328DB-0990-B534-27EE-455C8321F5B6}"/>
                  </a:ext>
                </a:extLst>
              </p14:cNvPr>
              <p14:cNvContentPartPr/>
              <p14:nvPr/>
            </p14:nvContentPartPr>
            <p14:xfrm>
              <a:off x="7935328" y="2817645"/>
              <a:ext cx="231718" cy="7619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8F6328DB-0990-B534-27EE-455C8321F5B6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7881440" y="531945"/>
                <a:ext cx="339135" cy="4571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3ACF59BA-C1E6-35EF-19F1-5C602A8E6146}"/>
                  </a:ext>
                </a:extLst>
              </p14:cNvPr>
              <p14:cNvContentPartPr/>
              <p14:nvPr/>
            </p14:nvContentPartPr>
            <p14:xfrm>
              <a:off x="3467601" y="2336381"/>
              <a:ext cx="1523107" cy="47397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3ACF59BA-C1E6-35EF-19F1-5C602A8E6146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413616" y="2229470"/>
                <a:ext cx="1630718" cy="2608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8ADAA1DB-1993-E1DF-7CB1-F0149DD3733C}"/>
                  </a:ext>
                </a:extLst>
              </p14:cNvPr>
              <p14:cNvContentPartPr/>
              <p14:nvPr/>
            </p14:nvContentPartPr>
            <p14:xfrm>
              <a:off x="3467601" y="3475372"/>
              <a:ext cx="905487" cy="16389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8ADAA1DB-1993-E1DF-7CB1-F0149DD3733C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3413617" y="3370761"/>
                <a:ext cx="1013095" cy="22526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6EFC3517-AC33-5E51-DB4F-BB54682EEDE1}"/>
                  </a:ext>
                </a:extLst>
              </p14:cNvPr>
              <p14:cNvContentPartPr/>
              <p14:nvPr/>
            </p14:nvContentPartPr>
            <p14:xfrm>
              <a:off x="3539790" y="3716002"/>
              <a:ext cx="769141" cy="48457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6EFC3517-AC33-5E51-DB4F-BB54682EEDE1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503815" y="3645098"/>
                <a:ext cx="840731" cy="1906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4A2E1BDB-AB87-496A-72CD-F21A6E6938CA}"/>
                  </a:ext>
                </a:extLst>
              </p14:cNvPr>
              <p14:cNvContentPartPr/>
              <p14:nvPr/>
            </p14:nvContentPartPr>
            <p14:xfrm>
              <a:off x="7959390" y="3707982"/>
              <a:ext cx="191611" cy="7619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4A2E1BDB-AB87-496A-72CD-F21A6E6938CA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7923800" y="2191801"/>
                <a:ext cx="263151" cy="30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7FB9DB1F-A91E-296D-15FE-48118D6ACF0D}"/>
                  </a:ext>
                </a:extLst>
              </p14:cNvPr>
              <p14:cNvContentPartPr/>
              <p14:nvPr/>
            </p14:nvContentPartPr>
            <p14:xfrm>
              <a:off x="3435516" y="4245393"/>
              <a:ext cx="1258413" cy="56036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7FB9DB1F-A91E-296D-15FE-48118D6ACF0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3399890" y="4174366"/>
                <a:ext cx="1330024" cy="19844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94113CC9-2404-D0A0-8079-283270A97B63}"/>
                  </a:ext>
                </a:extLst>
              </p14:cNvPr>
              <p14:cNvContentPartPr/>
              <p14:nvPr/>
            </p14:nvContentPartPr>
            <p14:xfrm>
              <a:off x="3547811" y="4606340"/>
              <a:ext cx="737045" cy="7619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94113CC9-2404-D0A0-8079-283270A97B63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512182" y="3082540"/>
                <a:ext cx="808662" cy="30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6C4C4E42-4BAF-0662-C09A-A39C7087F3B0}"/>
                  </a:ext>
                </a:extLst>
              </p14:cNvPr>
              <p14:cNvContentPartPr/>
              <p14:nvPr/>
            </p14:nvContentPartPr>
            <p14:xfrm>
              <a:off x="7919285" y="4614361"/>
              <a:ext cx="215459" cy="8237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6C4C4E42-4BAF-0662-C09A-A39C7087F3B0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7883734" y="4546063"/>
                <a:ext cx="286920" cy="14517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BC52E201-A383-8425-915A-711016A98EC2}"/>
                  </a:ext>
                </a:extLst>
              </p14:cNvPr>
              <p14:cNvContentPartPr/>
              <p14:nvPr/>
            </p14:nvContentPartPr>
            <p14:xfrm>
              <a:off x="3451559" y="5240003"/>
              <a:ext cx="915199" cy="38413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BC52E201-A383-8425-915A-711016A98EC2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3415930" y="5168868"/>
                <a:ext cx="986817" cy="18032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5D5583E8-DBF8-5250-0638-394A8E97DE71}"/>
                  </a:ext>
                </a:extLst>
              </p14:cNvPr>
              <p14:cNvContentPartPr/>
              <p14:nvPr/>
            </p14:nvContentPartPr>
            <p14:xfrm>
              <a:off x="3547812" y="5496676"/>
              <a:ext cx="761838" cy="31647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5D5583E8-DBF8-5250-0638-394A8E97DE71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512185" y="5425559"/>
                <a:ext cx="833451" cy="17352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013D095B-7346-E04C-42C4-BC6945C5E796}"/>
                  </a:ext>
                </a:extLst>
              </p14:cNvPr>
              <p14:cNvContentPartPr/>
              <p14:nvPr/>
            </p14:nvContentPartPr>
            <p14:xfrm>
              <a:off x="7967412" y="5520391"/>
              <a:ext cx="175570" cy="8370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013D095B-7346-E04C-42C4-BC6945C5E796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7931867" y="5450990"/>
                <a:ext cx="247019" cy="147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02500567-9DF3-2A5F-F30D-A47C686BA2F4}"/>
                  </a:ext>
                </a:extLst>
              </p14:cNvPr>
              <p14:cNvContentPartPr/>
              <p14:nvPr/>
            </p14:nvContentPartPr>
            <p14:xfrm>
              <a:off x="3451560" y="6250655"/>
              <a:ext cx="688918" cy="24403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02500567-9DF3-2A5F-F30D-A47C686BA2F4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3415945" y="6179922"/>
                <a:ext cx="760508" cy="16551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5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A562D507-9E2F-787A-A122-9D406BE12F94}"/>
                  </a:ext>
                </a:extLst>
              </p14:cNvPr>
              <p14:cNvContentPartPr/>
              <p14:nvPr/>
            </p14:nvContentPartPr>
            <p14:xfrm>
              <a:off x="7919285" y="6739940"/>
              <a:ext cx="231380" cy="32422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A562D507-9E2F-787A-A122-9D406BE12F94}"/>
                  </a:ext>
                </a:extLst>
              </p:cNvPr>
              <p:cNvPicPr/>
              <p:nvPr/>
            </p:nvPicPr>
            <p:blipFill>
              <a:blip r:embed="rId36"/>
              <a:stretch>
                <a:fillRect/>
              </a:stretch>
            </p:blipFill>
            <p:spPr>
              <a:xfrm>
                <a:off x="7883716" y="6668683"/>
                <a:ext cx="302878" cy="1745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7">
            <p14:nvContentPartPr>
              <p14:cNvPr id="25" name="Encre 24">
                <a:extLst>
                  <a:ext uri="{FF2B5EF4-FFF2-40B4-BE49-F238E27FC236}">
                    <a16:creationId xmlns:a16="http://schemas.microsoft.com/office/drawing/2014/main" id="{479A6942-2C7D-A49D-25D9-298FF0E0779E}"/>
                  </a:ext>
                </a:extLst>
              </p14:cNvPr>
              <p14:cNvContentPartPr/>
              <p14:nvPr/>
            </p14:nvContentPartPr>
            <p14:xfrm>
              <a:off x="3571874" y="6739590"/>
              <a:ext cx="672659" cy="8587"/>
            </p14:xfrm>
          </p:contentPart>
        </mc:Choice>
        <mc:Fallback xmlns="">
          <p:pic>
            <p:nvPicPr>
              <p:cNvPr id="25" name="Encre 24">
                <a:extLst>
                  <a:ext uri="{FF2B5EF4-FFF2-40B4-BE49-F238E27FC236}">
                    <a16:creationId xmlns:a16="http://schemas.microsoft.com/office/drawing/2014/main" id="{479A6942-2C7D-A49D-25D9-298FF0E0779E}"/>
                  </a:ext>
                </a:extLst>
              </p:cNvPr>
              <p:cNvPicPr/>
              <p:nvPr/>
            </p:nvPicPr>
            <p:blipFill>
              <a:blip r:embed="rId38"/>
              <a:stretch>
                <a:fillRect/>
              </a:stretch>
            </p:blipFill>
            <p:spPr>
              <a:xfrm>
                <a:off x="3535884" y="6670894"/>
                <a:ext cx="744280" cy="14563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9">
            <p14:nvContentPartPr>
              <p14:cNvPr id="26" name="Encre 25">
                <a:extLst>
                  <a:ext uri="{FF2B5EF4-FFF2-40B4-BE49-F238E27FC236}">
                    <a16:creationId xmlns:a16="http://schemas.microsoft.com/office/drawing/2014/main" id="{AAC9CF41-26F0-FD55-8C51-BA0887E18EF4}"/>
                  </a:ext>
                </a:extLst>
              </p14:cNvPr>
              <p14:cNvContentPartPr/>
              <p14:nvPr/>
            </p14:nvContentPartPr>
            <p14:xfrm>
              <a:off x="3563854" y="2785225"/>
              <a:ext cx="720792" cy="32419"/>
            </p14:xfrm>
          </p:contentPart>
        </mc:Choice>
        <mc:Fallback xmlns="">
          <p:pic>
            <p:nvPicPr>
              <p:cNvPr id="26" name="Encre 25">
                <a:extLst>
                  <a:ext uri="{FF2B5EF4-FFF2-40B4-BE49-F238E27FC236}">
                    <a16:creationId xmlns:a16="http://schemas.microsoft.com/office/drawing/2014/main" id="{AAC9CF41-26F0-FD55-8C51-BA0887E18EF4}"/>
                  </a:ext>
                </a:extLst>
              </p:cNvPr>
              <p:cNvPicPr/>
              <p:nvPr/>
            </p:nvPicPr>
            <p:blipFill>
              <a:blip r:embed="rId40"/>
              <a:stretch>
                <a:fillRect/>
              </a:stretch>
            </p:blipFill>
            <p:spPr>
              <a:xfrm>
                <a:off x="3528228" y="2714331"/>
                <a:ext cx="792403" cy="174564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65800619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B2E33A8-F559-4AAE-A380-68E6D59879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Espace réservé du contenu 7" descr="Une image contenant texte, Police, noir et blanc, nombre&#10;&#10;Le contenu généré par l’IA peut être incorrect.">
            <a:extLst>
              <a:ext uri="{FF2B5EF4-FFF2-40B4-BE49-F238E27FC236}">
                <a16:creationId xmlns:a16="http://schemas.microsoft.com/office/drawing/2014/main" id="{9A7923D6-806D-A942-E6E7-94341564E1A2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601292" y="85725"/>
            <a:ext cx="4983066" cy="6694488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3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A2BE3381-E2C3-0872-9294-0F25B6A2E5C9}"/>
                  </a:ext>
                </a:extLst>
              </p14:cNvPr>
              <p14:cNvContentPartPr/>
              <p14:nvPr/>
            </p14:nvContentPartPr>
            <p14:xfrm>
              <a:off x="3724274" y="555708"/>
              <a:ext cx="680897" cy="8370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A2BE3381-E2C3-0872-9294-0F25B6A2E5C9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3688646" y="485958"/>
                <a:ext cx="752514" cy="147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9A0701C2-0B94-FDDF-894E-5DBE6EDDD021}"/>
                  </a:ext>
                </a:extLst>
              </p14:cNvPr>
              <p14:cNvContentPartPr/>
              <p14:nvPr/>
            </p14:nvContentPartPr>
            <p14:xfrm>
              <a:off x="3796465" y="1140895"/>
              <a:ext cx="753816" cy="31691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9A0701C2-0B94-FDDF-894E-5DBE6EDDD021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3760483" y="1069679"/>
                <a:ext cx="825420" cy="1737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FB3CBFFC-45A3-23D9-512B-35DF34520125}"/>
                  </a:ext>
                </a:extLst>
              </p14:cNvPr>
              <p14:cNvContentPartPr/>
              <p14:nvPr/>
            </p14:nvContentPartPr>
            <p14:xfrm>
              <a:off x="8288254" y="1157287"/>
              <a:ext cx="207654" cy="7619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FB3CBFFC-45A3-23D9-512B-35DF3452012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8252687" y="-366513"/>
                <a:ext cx="279147" cy="30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2E3DA49E-BA68-BB8C-5B8F-B445785A25FE}"/>
                  </a:ext>
                </a:extLst>
              </p14:cNvPr>
              <p14:cNvContentPartPr/>
              <p14:nvPr/>
            </p14:nvContentPartPr>
            <p14:xfrm>
              <a:off x="3716254" y="2055645"/>
              <a:ext cx="881424" cy="56496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2E3DA49E-BA68-BB8C-5B8F-B445785A25FE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3680623" y="1984131"/>
                <a:ext cx="953046" cy="199166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1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01F22830-1F59-C783-743B-D62441676B39}"/>
                  </a:ext>
                </a:extLst>
              </p14:cNvPr>
              <p14:cNvContentPartPr/>
              <p14:nvPr/>
            </p14:nvContentPartPr>
            <p14:xfrm>
              <a:off x="3788443" y="2352087"/>
              <a:ext cx="777183" cy="40442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01F22830-1F59-C783-743B-D62441676B39}"/>
                  </a:ext>
                </a:extLst>
              </p:cNvPr>
              <p:cNvPicPr/>
              <p:nvPr/>
            </p:nvPicPr>
            <p:blipFill>
              <a:blip r:embed="rId12"/>
              <a:stretch>
                <a:fillRect/>
              </a:stretch>
            </p:blipFill>
            <p:spPr>
              <a:xfrm>
                <a:off x="3752462" y="2280866"/>
                <a:ext cx="848785" cy="183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3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836A6A75-B563-67A8-9691-A879BEE5090D}"/>
                  </a:ext>
                </a:extLst>
              </p14:cNvPr>
              <p14:cNvContentPartPr/>
              <p14:nvPr/>
            </p14:nvContentPartPr>
            <p14:xfrm>
              <a:off x="3893826" y="2432417"/>
              <a:ext cx="672659" cy="8238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836A6A75-B563-67A8-9691-A879BEE5090D}"/>
                  </a:ext>
                </a:extLst>
              </p:cNvPr>
              <p:cNvPicPr/>
              <p:nvPr/>
            </p:nvPicPr>
            <p:blipFill>
              <a:blip r:embed="rId14"/>
              <a:stretch>
                <a:fillRect/>
              </a:stretch>
            </p:blipFill>
            <p:spPr>
              <a:xfrm>
                <a:off x="3857836" y="2364110"/>
                <a:ext cx="744280" cy="14519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5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69FEAD22-3B7E-24FA-FF7C-D067D05DBDB2}"/>
                  </a:ext>
                </a:extLst>
              </p14:cNvPr>
              <p14:cNvContentPartPr/>
              <p14:nvPr/>
            </p14:nvContentPartPr>
            <p14:xfrm>
              <a:off x="8240128" y="2376138"/>
              <a:ext cx="255704" cy="8370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69FEAD22-3B7E-24FA-FF7C-D067D05DBDB2}"/>
                  </a:ext>
                </a:extLst>
              </p:cNvPr>
              <p:cNvPicPr/>
              <p:nvPr/>
            </p:nvPicPr>
            <p:blipFill>
              <a:blip r:embed="rId16"/>
              <a:stretch>
                <a:fillRect/>
              </a:stretch>
            </p:blipFill>
            <p:spPr>
              <a:xfrm>
                <a:off x="8204524" y="2306388"/>
                <a:ext cx="327272" cy="14752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7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37126F2C-EFF7-1D70-A15B-50A2EC5F3ED0}"/>
                  </a:ext>
                </a:extLst>
              </p14:cNvPr>
              <p14:cNvContentPartPr/>
              <p14:nvPr/>
            </p14:nvContentPartPr>
            <p14:xfrm>
              <a:off x="3724274" y="2729073"/>
              <a:ext cx="1258413" cy="40445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37126F2C-EFF7-1D70-A15B-50A2EC5F3ED0}"/>
                  </a:ext>
                </a:extLst>
              </p:cNvPr>
              <p:cNvPicPr/>
              <p:nvPr/>
            </p:nvPicPr>
            <p:blipFill>
              <a:blip r:embed="rId18"/>
              <a:stretch>
                <a:fillRect/>
              </a:stretch>
            </p:blipFill>
            <p:spPr>
              <a:xfrm>
                <a:off x="3688648" y="2657847"/>
                <a:ext cx="1330024" cy="183255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9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DDF32DB9-1E19-5BC7-29C1-27C0DF47C383}"/>
                  </a:ext>
                </a:extLst>
              </p14:cNvPr>
              <p14:cNvContentPartPr/>
              <p14:nvPr/>
            </p14:nvContentPartPr>
            <p14:xfrm>
              <a:off x="3788444" y="3178716"/>
              <a:ext cx="777162" cy="39982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DDF32DB9-1E19-5BC7-29C1-27C0DF47C383}"/>
                  </a:ext>
                </a:extLst>
              </p:cNvPr>
              <p:cNvPicPr/>
              <p:nvPr/>
            </p:nvPicPr>
            <p:blipFill>
              <a:blip r:embed="rId20"/>
              <a:stretch>
                <a:fillRect/>
              </a:stretch>
            </p:blipFill>
            <p:spPr>
              <a:xfrm>
                <a:off x="3752464" y="3107677"/>
                <a:ext cx="848762" cy="18241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1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65A6C6F3-4C7E-42F8-629E-82F405D2029D}"/>
                  </a:ext>
                </a:extLst>
              </p14:cNvPr>
              <p14:cNvContentPartPr/>
              <p14:nvPr/>
            </p14:nvContentPartPr>
            <p14:xfrm>
              <a:off x="8264190" y="3202655"/>
              <a:ext cx="256521" cy="15303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65A6C6F3-4C7E-42F8-629E-82F405D2029D}"/>
                  </a:ext>
                </a:extLst>
              </p:cNvPr>
              <p:cNvPicPr/>
              <p:nvPr/>
            </p:nvPicPr>
            <p:blipFill>
              <a:blip r:embed="rId22"/>
              <a:stretch>
                <a:fillRect/>
              </a:stretch>
            </p:blipFill>
            <p:spPr>
              <a:xfrm>
                <a:off x="8228263" y="3133096"/>
                <a:ext cx="328016" cy="1540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3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7472A937-B237-F422-C9E5-DD5C4748D18B}"/>
                  </a:ext>
                </a:extLst>
              </p14:cNvPr>
              <p14:cNvContentPartPr/>
              <p14:nvPr/>
            </p14:nvContentPartPr>
            <p14:xfrm>
              <a:off x="3764380" y="4349666"/>
              <a:ext cx="897336" cy="48461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7472A937-B237-F422-C9E5-DD5C4748D18B}"/>
                  </a:ext>
                </a:extLst>
              </p:cNvPr>
              <p:cNvPicPr/>
              <p:nvPr/>
            </p:nvPicPr>
            <p:blipFill>
              <a:blip r:embed="rId24"/>
              <a:stretch>
                <a:fillRect/>
              </a:stretch>
            </p:blipFill>
            <p:spPr>
              <a:xfrm>
                <a:off x="3728760" y="4278756"/>
                <a:ext cx="968936" cy="19063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5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90CDA6C0-FD8E-EF7C-D43F-4E8F30A0AFD5}"/>
                  </a:ext>
                </a:extLst>
              </p14:cNvPr>
              <p14:cNvContentPartPr/>
              <p14:nvPr/>
            </p14:nvContentPartPr>
            <p14:xfrm>
              <a:off x="3780422" y="4926836"/>
              <a:ext cx="769141" cy="24752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90CDA6C0-FD8E-EF7C-D43F-4E8F30A0AFD5}"/>
                  </a:ext>
                </a:extLst>
              </p:cNvPr>
              <p:cNvPicPr/>
              <p:nvPr/>
            </p:nvPicPr>
            <p:blipFill>
              <a:blip r:embed="rId26"/>
              <a:stretch>
                <a:fillRect/>
              </a:stretch>
            </p:blipFill>
            <p:spPr>
              <a:xfrm>
                <a:off x="3744807" y="4856470"/>
                <a:ext cx="840731" cy="165838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7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0D64C46A-7BDF-6F8F-AACE-C31B3B27A189}"/>
                  </a:ext>
                </a:extLst>
              </p14:cNvPr>
              <p14:cNvContentPartPr/>
              <p14:nvPr/>
            </p14:nvContentPartPr>
            <p14:xfrm>
              <a:off x="8304296" y="4919161"/>
              <a:ext cx="231719" cy="7619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0D64C46A-7BDF-6F8F-AACE-C31B3B27A189}"/>
                  </a:ext>
                </a:extLst>
              </p:cNvPr>
              <p:cNvPicPr/>
              <p:nvPr/>
            </p:nvPicPr>
            <p:blipFill>
              <a:blip r:embed="rId28"/>
              <a:stretch>
                <a:fillRect/>
              </a:stretch>
            </p:blipFill>
            <p:spPr>
              <a:xfrm>
                <a:off x="8268371" y="3395361"/>
                <a:ext cx="303211" cy="30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9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0D55AED6-2A95-0469-B453-67E4B1F318A9}"/>
                  </a:ext>
                </a:extLst>
              </p14:cNvPr>
              <p14:cNvContentPartPr/>
              <p14:nvPr/>
            </p14:nvContentPartPr>
            <p14:xfrm>
              <a:off x="3772402" y="5865296"/>
              <a:ext cx="922258" cy="8720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0D55AED6-2A95-0469-B453-67E4B1F318A9}"/>
                  </a:ext>
                </a:extLst>
              </p:cNvPr>
              <p:cNvPicPr/>
              <p:nvPr/>
            </p:nvPicPr>
            <p:blipFill>
              <a:blip r:embed="rId30"/>
              <a:stretch>
                <a:fillRect/>
              </a:stretch>
            </p:blipFill>
            <p:spPr>
              <a:xfrm>
                <a:off x="3736778" y="5795536"/>
                <a:ext cx="993865" cy="14789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1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7AFDF0F4-96B6-F525-9DAA-3BF2B60D44D8}"/>
                  </a:ext>
                </a:extLst>
              </p14:cNvPr>
              <p14:cNvContentPartPr/>
              <p14:nvPr/>
            </p14:nvContentPartPr>
            <p14:xfrm>
              <a:off x="3764379" y="6402706"/>
              <a:ext cx="857355" cy="16391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7AFDF0F4-96B6-F525-9DAA-3BF2B60D44D8}"/>
                  </a:ext>
                </a:extLst>
              </p:cNvPr>
              <p:cNvPicPr/>
              <p:nvPr/>
            </p:nvPicPr>
            <p:blipFill>
              <a:blip r:embed="rId32"/>
              <a:stretch>
                <a:fillRect/>
              </a:stretch>
            </p:blipFill>
            <p:spPr>
              <a:xfrm>
                <a:off x="3728761" y="6332957"/>
                <a:ext cx="928951" cy="1555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3">
            <p14:nvContentPartPr>
              <p14:cNvPr id="24" name="Encre 23">
                <a:extLst>
                  <a:ext uri="{FF2B5EF4-FFF2-40B4-BE49-F238E27FC236}">
                    <a16:creationId xmlns:a16="http://schemas.microsoft.com/office/drawing/2014/main" id="{F81BF3E7-626D-B52F-1234-5277FF4B7E2B}"/>
                  </a:ext>
                </a:extLst>
              </p14:cNvPr>
              <p14:cNvContentPartPr/>
              <p14:nvPr/>
            </p14:nvContentPartPr>
            <p14:xfrm>
              <a:off x="8240128" y="6411077"/>
              <a:ext cx="311840" cy="40193"/>
            </p14:xfrm>
          </p:contentPart>
        </mc:Choice>
        <mc:Fallback xmlns="">
          <p:pic>
            <p:nvPicPr>
              <p:cNvPr id="24" name="Encre 23">
                <a:extLst>
                  <a:ext uri="{FF2B5EF4-FFF2-40B4-BE49-F238E27FC236}">
                    <a16:creationId xmlns:a16="http://schemas.microsoft.com/office/drawing/2014/main" id="{F81BF3E7-626D-B52F-1234-5277FF4B7E2B}"/>
                  </a:ext>
                </a:extLst>
              </p:cNvPr>
              <p:cNvPicPr/>
              <p:nvPr/>
            </p:nvPicPr>
            <p:blipFill>
              <a:blip r:embed="rId34"/>
              <a:stretch>
                <a:fillRect/>
              </a:stretch>
            </p:blipFill>
            <p:spPr>
              <a:xfrm>
                <a:off x="8204520" y="6339939"/>
                <a:ext cx="383416" cy="182113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3807233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B13B1A04-A09F-3A21-5BD3-52E723D1DD3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fr-FR"/>
          </a:p>
        </p:txBody>
      </p:sp>
      <p:pic>
        <p:nvPicPr>
          <p:cNvPr id="8" name="Espace réservé du contenu 7" descr="Une image contenant texte, Police, écriture manuscrite, nombre&#10;&#10;Le contenu généré par l’IA peut être incorrect.">
            <a:extLst>
              <a:ext uri="{FF2B5EF4-FFF2-40B4-BE49-F238E27FC236}">
                <a16:creationId xmlns:a16="http://schemas.microsoft.com/office/drawing/2014/main" id="{BF2516C1-CFFF-F374-6A6E-591EB7CBFF8A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860851" y="133184"/>
            <a:ext cx="6470297" cy="6597231"/>
          </a:xfrm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4">
            <p14:nvContentPartPr>
              <p14:cNvPr id="9" name="Encre 8">
                <a:extLst>
                  <a:ext uri="{FF2B5EF4-FFF2-40B4-BE49-F238E27FC236}">
                    <a16:creationId xmlns:a16="http://schemas.microsoft.com/office/drawing/2014/main" id="{B0EEFBA2-2E42-0695-CD6A-F1ABCEC3D102}"/>
                  </a:ext>
                </a:extLst>
              </p14:cNvPr>
              <p14:cNvContentPartPr/>
              <p14:nvPr/>
            </p14:nvContentPartPr>
            <p14:xfrm>
              <a:off x="2995251" y="242515"/>
              <a:ext cx="1474981" cy="40477"/>
            </p14:xfrm>
          </p:contentPart>
        </mc:Choice>
        <mc:Fallback xmlns="">
          <p:pic>
            <p:nvPicPr>
              <p:cNvPr id="9" name="Encre 8">
                <a:extLst>
                  <a:ext uri="{FF2B5EF4-FFF2-40B4-BE49-F238E27FC236}">
                    <a16:creationId xmlns:a16="http://schemas.microsoft.com/office/drawing/2014/main" id="{B0EEFBA2-2E42-0695-CD6A-F1ABCEC3D1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959258" y="171232"/>
                <a:ext cx="1546606" cy="183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" name="Encre 9">
                <a:extLst>
                  <a:ext uri="{FF2B5EF4-FFF2-40B4-BE49-F238E27FC236}">
                    <a16:creationId xmlns:a16="http://schemas.microsoft.com/office/drawing/2014/main" id="{AC9AB44E-5538-4DCD-930B-D24B05495F3D}"/>
                  </a:ext>
                </a:extLst>
              </p14:cNvPr>
              <p14:cNvContentPartPr/>
              <p14:nvPr/>
            </p14:nvContentPartPr>
            <p14:xfrm>
              <a:off x="3027462" y="700087"/>
              <a:ext cx="937444" cy="40442"/>
            </p14:xfrm>
          </p:contentPart>
        </mc:Choice>
        <mc:Fallback xmlns="">
          <p:pic>
            <p:nvPicPr>
              <p:cNvPr id="10" name="Encre 9">
                <a:extLst>
                  <a:ext uri="{FF2B5EF4-FFF2-40B4-BE49-F238E27FC236}">
                    <a16:creationId xmlns:a16="http://schemas.microsoft.com/office/drawing/2014/main" id="{AC9AB44E-5538-4DCD-930B-D24B05495F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91476" y="628866"/>
                <a:ext cx="1009057" cy="18324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8">
            <p14:nvContentPartPr>
              <p14:cNvPr id="11" name="Encre 10">
                <a:extLst>
                  <a:ext uri="{FF2B5EF4-FFF2-40B4-BE49-F238E27FC236}">
                    <a16:creationId xmlns:a16="http://schemas.microsoft.com/office/drawing/2014/main" id="{D8DAE1E3-0530-74AA-433F-01245BA4E46F}"/>
                  </a:ext>
                </a:extLst>
              </p14:cNvPr>
              <p14:cNvContentPartPr/>
              <p14:nvPr/>
            </p14:nvContentPartPr>
            <p14:xfrm>
              <a:off x="8777538" y="668003"/>
              <a:ext cx="303703" cy="24267"/>
            </p14:xfrm>
          </p:contentPart>
        </mc:Choice>
        <mc:Fallback xmlns="">
          <p:pic>
            <p:nvPicPr>
              <p:cNvPr id="11" name="Encre 10">
                <a:extLst>
                  <a:ext uri="{FF2B5EF4-FFF2-40B4-BE49-F238E27FC236}">
                    <a16:creationId xmlns:a16="http://schemas.microsoft.com/office/drawing/2014/main" id="{D8DAE1E3-0530-74AA-433F-01245BA4E46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8741956" y="596629"/>
                <a:ext cx="375226" cy="166657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2" name="Encre 11">
                <a:extLst>
                  <a:ext uri="{FF2B5EF4-FFF2-40B4-BE49-F238E27FC236}">
                    <a16:creationId xmlns:a16="http://schemas.microsoft.com/office/drawing/2014/main" id="{600177D5-FCF9-BC70-72C4-A8C89F1F67E8}"/>
                  </a:ext>
                </a:extLst>
              </p14:cNvPr>
              <p14:cNvContentPartPr/>
              <p14:nvPr/>
            </p14:nvContentPartPr>
            <p14:xfrm>
              <a:off x="2918217" y="1250362"/>
              <a:ext cx="1046689" cy="43632"/>
            </p14:xfrm>
          </p:contentPart>
        </mc:Choice>
        <mc:Fallback xmlns="">
          <p:pic>
            <p:nvPicPr>
              <p:cNvPr id="12" name="Encre 11">
                <a:extLst>
                  <a:ext uri="{FF2B5EF4-FFF2-40B4-BE49-F238E27FC236}">
                    <a16:creationId xmlns:a16="http://schemas.microsoft.com/office/drawing/2014/main" id="{600177D5-FCF9-BC70-72C4-A8C89F1F67E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882584" y="1178834"/>
                <a:ext cx="1118316" cy="18633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2">
            <p14:nvContentPartPr>
              <p14:cNvPr id="13" name="Encre 12">
                <a:extLst>
                  <a:ext uri="{FF2B5EF4-FFF2-40B4-BE49-F238E27FC236}">
                    <a16:creationId xmlns:a16="http://schemas.microsoft.com/office/drawing/2014/main" id="{B7D6CC59-C2E9-A38D-2532-DE0CC4681D80}"/>
                  </a:ext>
                </a:extLst>
              </p14:cNvPr>
              <p14:cNvContentPartPr/>
              <p14:nvPr/>
            </p14:nvContentPartPr>
            <p14:xfrm>
              <a:off x="2955284" y="1894846"/>
              <a:ext cx="1033685" cy="16769"/>
            </p14:xfrm>
          </p:contentPart>
        </mc:Choice>
        <mc:Fallback xmlns="">
          <p:pic>
            <p:nvPicPr>
              <p:cNvPr id="13" name="Encre 12">
                <a:extLst>
                  <a:ext uri="{FF2B5EF4-FFF2-40B4-BE49-F238E27FC236}">
                    <a16:creationId xmlns:a16="http://schemas.microsoft.com/office/drawing/2014/main" id="{B7D6CC59-C2E9-A38D-2532-DE0CC4681D80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919292" y="1824975"/>
                <a:ext cx="1105309" cy="156161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4">
            <p14:nvContentPartPr>
              <p14:cNvPr id="14" name="Encre 13">
                <a:extLst>
                  <a:ext uri="{FF2B5EF4-FFF2-40B4-BE49-F238E27FC236}">
                    <a16:creationId xmlns:a16="http://schemas.microsoft.com/office/drawing/2014/main" id="{98DC1711-E01C-358D-312F-1ABB2D39615A}"/>
                  </a:ext>
                </a:extLst>
              </p14:cNvPr>
              <p14:cNvContentPartPr/>
              <p14:nvPr/>
            </p14:nvContentPartPr>
            <p14:xfrm>
              <a:off x="8729412" y="1887203"/>
              <a:ext cx="303908" cy="7619"/>
            </p14:xfrm>
          </p:contentPart>
        </mc:Choice>
        <mc:Fallback xmlns="">
          <p:pic>
            <p:nvPicPr>
              <p:cNvPr id="14" name="Encre 13">
                <a:extLst>
                  <a:ext uri="{FF2B5EF4-FFF2-40B4-BE49-F238E27FC236}">
                    <a16:creationId xmlns:a16="http://schemas.microsoft.com/office/drawing/2014/main" id="{98DC1711-E01C-358D-312F-1ABB2D39615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8693806" y="371022"/>
                <a:ext cx="375479" cy="30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6">
            <p14:nvContentPartPr>
              <p14:cNvPr id="15" name="Encre 14">
                <a:extLst>
                  <a:ext uri="{FF2B5EF4-FFF2-40B4-BE49-F238E27FC236}">
                    <a16:creationId xmlns:a16="http://schemas.microsoft.com/office/drawing/2014/main" id="{9B6CAE50-6678-B509-B6A3-98258CBBA781}"/>
                  </a:ext>
                </a:extLst>
              </p14:cNvPr>
              <p14:cNvContentPartPr/>
              <p14:nvPr/>
            </p14:nvContentPartPr>
            <p14:xfrm>
              <a:off x="2939304" y="3314551"/>
              <a:ext cx="592465" cy="45752"/>
            </p14:xfrm>
          </p:contentPart>
        </mc:Choice>
        <mc:Fallback xmlns="">
          <p:pic>
            <p:nvPicPr>
              <p:cNvPr id="15" name="Encre 14">
                <a:extLst>
                  <a:ext uri="{FF2B5EF4-FFF2-40B4-BE49-F238E27FC236}">
                    <a16:creationId xmlns:a16="http://schemas.microsoft.com/office/drawing/2014/main" id="{9B6CAE50-6678-B509-B6A3-98258CBBA781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2903691" y="3243421"/>
                <a:ext cx="664050" cy="18837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8">
            <p14:nvContentPartPr>
              <p14:cNvPr id="16" name="Encre 15">
                <a:extLst>
                  <a:ext uri="{FF2B5EF4-FFF2-40B4-BE49-F238E27FC236}">
                    <a16:creationId xmlns:a16="http://schemas.microsoft.com/office/drawing/2014/main" id="{04B2B560-2830-7674-C892-E795FDA74CA6}"/>
                  </a:ext>
                </a:extLst>
              </p14:cNvPr>
              <p14:cNvContentPartPr/>
              <p14:nvPr/>
            </p14:nvContentPartPr>
            <p14:xfrm>
              <a:off x="2971551" y="3819914"/>
              <a:ext cx="1049502" cy="56848"/>
            </p14:xfrm>
          </p:contentPart>
        </mc:Choice>
        <mc:Fallback xmlns="">
          <p:pic>
            <p:nvPicPr>
              <p:cNvPr id="16" name="Encre 15">
                <a:extLst>
                  <a:ext uri="{FF2B5EF4-FFF2-40B4-BE49-F238E27FC236}">
                    <a16:creationId xmlns:a16="http://schemas.microsoft.com/office/drawing/2014/main" id="{04B2B560-2830-7674-C892-E795FDA74CA6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935920" y="3748407"/>
                <a:ext cx="1121124" cy="199504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0">
            <p14:nvContentPartPr>
              <p14:cNvPr id="17" name="Encre 16">
                <a:extLst>
                  <a:ext uri="{FF2B5EF4-FFF2-40B4-BE49-F238E27FC236}">
                    <a16:creationId xmlns:a16="http://schemas.microsoft.com/office/drawing/2014/main" id="{F6FFC627-59EA-9471-D730-EAB10A0B58AB}"/>
                  </a:ext>
                </a:extLst>
              </p14:cNvPr>
              <p14:cNvContentPartPr/>
              <p14:nvPr/>
            </p14:nvContentPartPr>
            <p14:xfrm>
              <a:off x="8753475" y="3771667"/>
              <a:ext cx="319950" cy="16525"/>
            </p14:xfrm>
          </p:contentPart>
        </mc:Choice>
        <mc:Fallback xmlns="">
          <p:pic>
            <p:nvPicPr>
              <p:cNvPr id="17" name="Encre 16">
                <a:extLst>
                  <a:ext uri="{FF2B5EF4-FFF2-40B4-BE49-F238E27FC236}">
                    <a16:creationId xmlns:a16="http://schemas.microsoft.com/office/drawing/2014/main" id="{F6FFC627-59EA-9471-D730-EAB10A0B58AB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8717526" y="3701699"/>
                <a:ext cx="391489" cy="15681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2">
            <p14:nvContentPartPr>
              <p14:cNvPr id="18" name="Encre 17">
                <a:extLst>
                  <a:ext uri="{FF2B5EF4-FFF2-40B4-BE49-F238E27FC236}">
                    <a16:creationId xmlns:a16="http://schemas.microsoft.com/office/drawing/2014/main" id="{21255419-EE51-9EDB-2B56-7DD8CEAEA2BC}"/>
                  </a:ext>
                </a:extLst>
              </p14:cNvPr>
              <p14:cNvContentPartPr/>
              <p14:nvPr/>
            </p14:nvContentPartPr>
            <p14:xfrm>
              <a:off x="2954699" y="4389771"/>
              <a:ext cx="569049" cy="40449"/>
            </p14:xfrm>
          </p:contentPart>
        </mc:Choice>
        <mc:Fallback xmlns="">
          <p:pic>
            <p:nvPicPr>
              <p:cNvPr id="18" name="Encre 17">
                <a:extLst>
                  <a:ext uri="{FF2B5EF4-FFF2-40B4-BE49-F238E27FC236}">
                    <a16:creationId xmlns:a16="http://schemas.microsoft.com/office/drawing/2014/main" id="{21255419-EE51-9EDB-2B56-7DD8CEAEA2BC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918729" y="4318180"/>
                <a:ext cx="640630" cy="18327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4">
            <p14:nvContentPartPr>
              <p14:cNvPr id="19" name="Encre 18">
                <a:extLst>
                  <a:ext uri="{FF2B5EF4-FFF2-40B4-BE49-F238E27FC236}">
                    <a16:creationId xmlns:a16="http://schemas.microsoft.com/office/drawing/2014/main" id="{47ADD115-5592-E2C3-8155-124D25183693}"/>
                  </a:ext>
                </a:extLst>
              </p14:cNvPr>
              <p14:cNvContentPartPr/>
              <p14:nvPr/>
            </p14:nvContentPartPr>
            <p14:xfrm>
              <a:off x="2937514" y="5145341"/>
              <a:ext cx="1051456" cy="30494"/>
            </p14:xfrm>
          </p:contentPart>
        </mc:Choice>
        <mc:Fallback xmlns="">
          <p:pic>
            <p:nvPicPr>
              <p:cNvPr id="19" name="Encre 18">
                <a:extLst>
                  <a:ext uri="{FF2B5EF4-FFF2-40B4-BE49-F238E27FC236}">
                    <a16:creationId xmlns:a16="http://schemas.microsoft.com/office/drawing/2014/main" id="{47ADD115-5592-E2C3-8155-124D25183693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901890" y="5074779"/>
                <a:ext cx="1123064" cy="171972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6">
            <p14:nvContentPartPr>
              <p14:cNvPr id="20" name="Encre 19">
                <a:extLst>
                  <a:ext uri="{FF2B5EF4-FFF2-40B4-BE49-F238E27FC236}">
                    <a16:creationId xmlns:a16="http://schemas.microsoft.com/office/drawing/2014/main" id="{0DF3719C-9E57-3368-9E13-795276C00C81}"/>
                  </a:ext>
                </a:extLst>
              </p14:cNvPr>
              <p14:cNvContentPartPr/>
              <p14:nvPr/>
            </p14:nvContentPartPr>
            <p14:xfrm>
              <a:off x="8769517" y="5119688"/>
              <a:ext cx="287866" cy="7619"/>
            </p14:xfrm>
          </p:contentPart>
        </mc:Choice>
        <mc:Fallback xmlns="">
          <p:pic>
            <p:nvPicPr>
              <p:cNvPr id="20" name="Encre 19">
                <a:extLst>
                  <a:ext uri="{FF2B5EF4-FFF2-40B4-BE49-F238E27FC236}">
                    <a16:creationId xmlns:a16="http://schemas.microsoft.com/office/drawing/2014/main" id="{0DF3719C-9E57-3368-9E13-795276C00C81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8733938" y="3595888"/>
                <a:ext cx="359383" cy="3047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28">
            <p14:nvContentPartPr>
              <p14:cNvPr id="21" name="Encre 20">
                <a:extLst>
                  <a:ext uri="{FF2B5EF4-FFF2-40B4-BE49-F238E27FC236}">
                    <a16:creationId xmlns:a16="http://schemas.microsoft.com/office/drawing/2014/main" id="{20ADE49F-4A4C-42AC-53A4-E6F761605F9B}"/>
                  </a:ext>
                </a:extLst>
              </p14:cNvPr>
              <p14:cNvContentPartPr/>
              <p14:nvPr/>
            </p14:nvContentPartPr>
            <p14:xfrm>
              <a:off x="2976095" y="5737308"/>
              <a:ext cx="282958" cy="16464"/>
            </p14:xfrm>
          </p:contentPart>
        </mc:Choice>
        <mc:Fallback xmlns="">
          <p:pic>
            <p:nvPicPr>
              <p:cNvPr id="21" name="Encre 20">
                <a:extLst>
                  <a:ext uri="{FF2B5EF4-FFF2-40B4-BE49-F238E27FC236}">
                    <a16:creationId xmlns:a16="http://schemas.microsoft.com/office/drawing/2014/main" id="{20ADE49F-4A4C-42AC-53A4-E6F761605F9B}"/>
                  </a:ext>
                </a:extLst>
              </p:cNvPr>
              <p:cNvPicPr/>
              <p:nvPr/>
            </p:nvPicPr>
            <p:blipFill>
              <a:blip r:embed="rId29"/>
              <a:stretch>
                <a:fillRect/>
              </a:stretch>
            </p:blipFill>
            <p:spPr>
              <a:xfrm>
                <a:off x="2940501" y="5667599"/>
                <a:ext cx="354506" cy="156233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0">
            <p14:nvContentPartPr>
              <p14:cNvPr id="22" name="Encre 21">
                <a:extLst>
                  <a:ext uri="{FF2B5EF4-FFF2-40B4-BE49-F238E27FC236}">
                    <a16:creationId xmlns:a16="http://schemas.microsoft.com/office/drawing/2014/main" id="{366865BC-93BB-D2AA-6A50-91279B9D328A}"/>
                  </a:ext>
                </a:extLst>
              </p14:cNvPr>
              <p14:cNvContentPartPr/>
              <p14:nvPr/>
            </p14:nvContentPartPr>
            <p14:xfrm>
              <a:off x="2919948" y="6138026"/>
              <a:ext cx="1044958" cy="16726"/>
            </p14:xfrm>
          </p:contentPart>
        </mc:Choice>
        <mc:Fallback xmlns="">
          <p:pic>
            <p:nvPicPr>
              <p:cNvPr id="22" name="Encre 21">
                <a:extLst>
                  <a:ext uri="{FF2B5EF4-FFF2-40B4-BE49-F238E27FC236}">
                    <a16:creationId xmlns:a16="http://schemas.microsoft.com/office/drawing/2014/main" id="{366865BC-93BB-D2AA-6A50-91279B9D328A}"/>
                  </a:ext>
                </a:extLst>
              </p:cNvPr>
              <p:cNvPicPr/>
              <p:nvPr/>
            </p:nvPicPr>
            <p:blipFill>
              <a:blip r:embed="rId31"/>
              <a:stretch>
                <a:fillRect/>
              </a:stretch>
            </p:blipFill>
            <p:spPr>
              <a:xfrm>
                <a:off x="2884324" y="6066852"/>
                <a:ext cx="1116565" cy="158719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32">
            <p14:nvContentPartPr>
              <p14:cNvPr id="23" name="Encre 22">
                <a:extLst>
                  <a:ext uri="{FF2B5EF4-FFF2-40B4-BE49-F238E27FC236}">
                    <a16:creationId xmlns:a16="http://schemas.microsoft.com/office/drawing/2014/main" id="{E8933D13-000E-04AD-7E69-AAC3E30F12C0}"/>
                  </a:ext>
                </a:extLst>
              </p14:cNvPr>
              <p14:cNvContentPartPr/>
              <p14:nvPr/>
            </p14:nvContentPartPr>
            <p14:xfrm>
              <a:off x="8713370" y="6178117"/>
              <a:ext cx="368076" cy="8720"/>
            </p14:xfrm>
          </p:contentPart>
        </mc:Choice>
        <mc:Fallback xmlns="">
          <p:pic>
            <p:nvPicPr>
              <p:cNvPr id="23" name="Encre 22">
                <a:extLst>
                  <a:ext uri="{FF2B5EF4-FFF2-40B4-BE49-F238E27FC236}">
                    <a16:creationId xmlns:a16="http://schemas.microsoft.com/office/drawing/2014/main" id="{E8933D13-000E-04AD-7E69-AAC3E30F12C0}"/>
                  </a:ext>
                </a:extLst>
              </p:cNvPr>
              <p:cNvPicPr/>
              <p:nvPr/>
            </p:nvPicPr>
            <p:blipFill>
              <a:blip r:embed="rId33"/>
              <a:stretch>
                <a:fillRect/>
              </a:stretch>
            </p:blipFill>
            <p:spPr>
              <a:xfrm>
                <a:off x="8677750" y="6108706"/>
                <a:ext cx="439676" cy="147891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2631374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3A36FF61-76D1-E5A1-7782-B0DF2D79A15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Résultat de la méta-analyse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27666A1E-F508-4450-A585-F3FD935D05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 fontScale="92500" lnSpcReduction="20000"/>
          </a:bodyPr>
          <a:lstStyle/>
          <a:p>
            <a:r>
              <a:rPr lang="fr-FR" dirty="0">
                <a:solidFill>
                  <a:schemeClr val="bg1"/>
                </a:solidFill>
              </a:rPr>
              <a:t>Aucune différence entre les générations boomer et Y</a:t>
            </a:r>
          </a:p>
          <a:p>
            <a:r>
              <a:rPr lang="fr-FR" dirty="0">
                <a:solidFill>
                  <a:schemeClr val="bg1"/>
                </a:solidFill>
              </a:rPr>
              <a:t>Sur aucune des dimensions étudiées dans la littérature scientifique</a:t>
            </a:r>
          </a:p>
          <a:p>
            <a:r>
              <a:rPr lang="fr-FR" dirty="0">
                <a:solidFill>
                  <a:schemeClr val="bg1"/>
                </a:solidFill>
              </a:rPr>
              <a:t>Pourtant, quand on lit la discussion des articles qui n'ont pas trouvé d'effet générationnel, 82% proposent des recommandations basées sur la génération</a:t>
            </a:r>
          </a:p>
          <a:p>
            <a:r>
              <a:rPr lang="fr-FR" dirty="0">
                <a:solidFill>
                  <a:schemeClr val="bg1"/>
                </a:solidFill>
              </a:rPr>
              <a:t>La majorité des recommandations portent sur 4 thèmes : 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Les managers doivent mieux reconnaitre et comprendre les besoins et préférences spécifiques des générations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 Le système de ressources humaines doit être ajusté  aux besoins de chaque génération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Les entreprises doivent adopter des formations générationnelles et intergénérationnelles</a:t>
            </a:r>
          </a:p>
          <a:p>
            <a:pPr lvl="1">
              <a:buFont typeface="Courier New" panose="020B0604020202020204" pitchFamily="34" charset="0"/>
              <a:buChar char="o"/>
            </a:pP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Les managers doivent ajuster leur style de leadership pour motiver des générations différentes</a:t>
            </a:r>
            <a:endParaRPr lang="fr-FR" dirty="0">
              <a:solidFill>
                <a:schemeClr val="bg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1893796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EB78A2E-EBD3-E51D-8940-4441D1ACF3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Espace réservé du contenu 3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7CD0A3C2-2267-3E3D-4284-976AF06F375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6805580" y="357772"/>
            <a:ext cx="5037788" cy="6140032"/>
          </a:xfrm>
        </p:spPr>
      </p:pic>
      <p:sp>
        <p:nvSpPr>
          <p:cNvPr id="2" name="Rectangle 1">
            <a:extLst>
              <a:ext uri="{FF2B5EF4-FFF2-40B4-BE49-F238E27FC236}">
                <a16:creationId xmlns:a16="http://schemas.microsoft.com/office/drawing/2014/main" id="{A64FEFD6-94D8-76CC-437B-FCAE8A96D3CC}"/>
              </a:ext>
            </a:extLst>
          </p:cNvPr>
          <p:cNvSpPr/>
          <p:nvPr/>
        </p:nvSpPr>
        <p:spPr>
          <a:xfrm>
            <a:off x="6995159" y="1889759"/>
            <a:ext cx="1341119" cy="335279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pic>
        <p:nvPicPr>
          <p:cNvPr id="3" name="Image 2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04F21779-FA7E-422D-3A1D-B130B04B685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6210" y="623887"/>
            <a:ext cx="5432760" cy="5618247"/>
          </a:xfrm>
          <a:prstGeom prst="rect">
            <a:avLst/>
          </a:prstGeom>
        </p:spPr>
      </p:pic>
      <p:sp>
        <p:nvSpPr>
          <p:cNvPr id="5" name="Rectangle 4">
            <a:extLst>
              <a:ext uri="{FF2B5EF4-FFF2-40B4-BE49-F238E27FC236}">
                <a16:creationId xmlns:a16="http://schemas.microsoft.com/office/drawing/2014/main" id="{13B6CD64-32A6-3944-D89D-DF7B533C2DC0}"/>
              </a:ext>
            </a:extLst>
          </p:cNvPr>
          <p:cNvSpPr/>
          <p:nvPr/>
        </p:nvSpPr>
        <p:spPr>
          <a:xfrm>
            <a:off x="794884" y="2852283"/>
            <a:ext cx="1341119" cy="198922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3365119-F0B8-53AB-65E4-B2EF2E65FEC2}"/>
              </a:ext>
            </a:extLst>
          </p:cNvPr>
          <p:cNvSpPr/>
          <p:nvPr/>
        </p:nvSpPr>
        <p:spPr>
          <a:xfrm>
            <a:off x="3457873" y="3237293"/>
            <a:ext cx="2536255" cy="752374"/>
          </a:xfrm>
          <a:prstGeom prst="rect">
            <a:avLst/>
          </a:prstGeom>
          <a:noFill/>
          <a:ln w="571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339881408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86C8C54E-659A-CB72-FB24-0E63B53BDE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On sait qu'il n'existe pas d'effet générationnel depuis 2012</a:t>
            </a:r>
          </a:p>
          <a:p>
            <a:r>
              <a:rPr lang="fr-FR" dirty="0">
                <a:solidFill>
                  <a:schemeClr val="bg1"/>
                </a:solidFill>
              </a:rPr>
              <a:t>Pourtant les chercheurs continuent d'explorer les effets générationnels</a:t>
            </a:r>
          </a:p>
          <a:p>
            <a:r>
              <a:rPr lang="fr-FR" dirty="0">
                <a:solidFill>
                  <a:schemeClr val="bg1"/>
                </a:solidFill>
              </a:rPr>
              <a:t>Ils continuent de ne rien trouver</a:t>
            </a:r>
          </a:p>
          <a:p>
            <a:r>
              <a:rPr lang="fr-FR" dirty="0">
                <a:solidFill>
                  <a:schemeClr val="bg1"/>
                </a:solidFill>
              </a:rPr>
              <a:t>Mais font quand même des recommandations pour les chercheurs, les médias, et le grand public, sur des effets générationnels</a:t>
            </a:r>
          </a:p>
        </p:txBody>
      </p:sp>
    </p:spTree>
    <p:extLst>
      <p:ext uri="{BB962C8B-B14F-4D97-AF65-F5344CB8AC3E}">
        <p14:creationId xmlns:p14="http://schemas.microsoft.com/office/powerpoint/2010/main" val="662795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01211560-D262-6ABB-C694-3FD476A0CA7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23825"/>
            <a:ext cx="10515600" cy="1325563"/>
          </a:xfrm>
        </p:spPr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Les recommandations des méta-analystes</a:t>
            </a:r>
          </a:p>
        </p:txBody>
      </p:sp>
      <p:sp>
        <p:nvSpPr>
          <p:cNvPr id="6" name="Espace réservé du contenu 2">
            <a:extLst>
              <a:ext uri="{FF2B5EF4-FFF2-40B4-BE49-F238E27FC236}">
                <a16:creationId xmlns:a16="http://schemas.microsoft.com/office/drawing/2014/main" id="{B3ADBAC7-0E8E-F480-C3D5-A0A3CF3D601B}"/>
              </a:ext>
            </a:extLst>
          </p:cNvPr>
          <p:cNvSpPr txBox="1">
            <a:spLocks/>
          </p:cNvSpPr>
          <p:nvPr/>
        </p:nvSpPr>
        <p:spPr>
          <a:xfrm>
            <a:off x="838200" y="2530474"/>
            <a:ext cx="3276600" cy="8143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200" dirty="0">
                <a:solidFill>
                  <a:schemeClr val="bg1"/>
                </a:solidFill>
              </a:rPr>
              <a:t>Identifier les différences individuelles au travail</a:t>
            </a:r>
          </a:p>
        </p:txBody>
      </p:sp>
      <p:sp>
        <p:nvSpPr>
          <p:cNvPr id="7" name="Espace réservé du contenu 2">
            <a:extLst>
              <a:ext uri="{FF2B5EF4-FFF2-40B4-BE49-F238E27FC236}">
                <a16:creationId xmlns:a16="http://schemas.microsoft.com/office/drawing/2014/main" id="{1EA9BE29-4992-9D3E-C515-E03C37BC0802}"/>
              </a:ext>
            </a:extLst>
          </p:cNvPr>
          <p:cNvSpPr txBox="1">
            <a:spLocks/>
          </p:cNvSpPr>
          <p:nvPr/>
        </p:nvSpPr>
        <p:spPr>
          <a:xfrm>
            <a:off x="4800599" y="2130424"/>
            <a:ext cx="3276600" cy="16081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Permet d'ajuster les pratiques managériales et préférences sans se baser sur des stéréotypes et des généralisations</a:t>
            </a:r>
          </a:p>
        </p:txBody>
      </p:sp>
      <p:sp>
        <p:nvSpPr>
          <p:cNvPr id="8" name="Espace réservé du contenu 2">
            <a:extLst>
              <a:ext uri="{FF2B5EF4-FFF2-40B4-BE49-F238E27FC236}">
                <a16:creationId xmlns:a16="http://schemas.microsoft.com/office/drawing/2014/main" id="{EBF50B5C-BEBE-7AC5-C8DA-12FF6B35CD67}"/>
              </a:ext>
            </a:extLst>
          </p:cNvPr>
          <p:cNvSpPr txBox="1">
            <a:spLocks/>
          </p:cNvSpPr>
          <p:nvPr/>
        </p:nvSpPr>
        <p:spPr>
          <a:xfrm>
            <a:off x="8343898" y="2130424"/>
            <a:ext cx="3276600" cy="160813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77500" lnSpcReduction="2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Les différences basées sur les stéréotypes de générations sont fausses, inefficaces et, sous certaines conditions, illégales</a:t>
            </a:r>
          </a:p>
        </p:txBody>
      </p:sp>
      <p:sp>
        <p:nvSpPr>
          <p:cNvPr id="9" name="Espace réservé du contenu 2">
            <a:extLst>
              <a:ext uri="{FF2B5EF4-FFF2-40B4-BE49-F238E27FC236}">
                <a16:creationId xmlns:a16="http://schemas.microsoft.com/office/drawing/2014/main" id="{3705AD83-CAD6-583F-2A57-B0BC6904EE32}"/>
              </a:ext>
            </a:extLst>
          </p:cNvPr>
          <p:cNvSpPr txBox="1">
            <a:spLocks/>
          </p:cNvSpPr>
          <p:nvPr/>
        </p:nvSpPr>
        <p:spPr>
          <a:xfrm>
            <a:off x="920749" y="1517649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Recommandations</a:t>
            </a:r>
            <a:endParaRPr lang="fr-FR" dirty="0"/>
          </a:p>
        </p:txBody>
      </p:sp>
      <p:sp>
        <p:nvSpPr>
          <p:cNvPr id="10" name="Espace réservé du contenu 2">
            <a:extLst>
              <a:ext uri="{FF2B5EF4-FFF2-40B4-BE49-F238E27FC236}">
                <a16:creationId xmlns:a16="http://schemas.microsoft.com/office/drawing/2014/main" id="{F6AFF78E-4009-D3C4-F67B-94D3C71F1149}"/>
              </a:ext>
            </a:extLst>
          </p:cNvPr>
          <p:cNvSpPr txBox="1">
            <a:spLocks/>
          </p:cNvSpPr>
          <p:nvPr/>
        </p:nvSpPr>
        <p:spPr>
          <a:xfrm>
            <a:off x="4800598" y="1517649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Bénéfices</a:t>
            </a:r>
            <a:endParaRPr lang="fr-FR" dirty="0"/>
          </a:p>
        </p:txBody>
      </p:sp>
      <p:sp>
        <p:nvSpPr>
          <p:cNvPr id="11" name="Espace réservé du contenu 2">
            <a:extLst>
              <a:ext uri="{FF2B5EF4-FFF2-40B4-BE49-F238E27FC236}">
                <a16:creationId xmlns:a16="http://schemas.microsoft.com/office/drawing/2014/main" id="{F43212E9-F4A8-6C29-E116-B1326400DACF}"/>
              </a:ext>
            </a:extLst>
          </p:cNvPr>
          <p:cNvSpPr txBox="1">
            <a:spLocks/>
          </p:cNvSpPr>
          <p:nvPr/>
        </p:nvSpPr>
        <p:spPr>
          <a:xfrm>
            <a:off x="8343898" y="1517649"/>
            <a:ext cx="3276600" cy="534988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25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dirty="0">
                <a:solidFill>
                  <a:schemeClr val="bg1"/>
                </a:solidFill>
              </a:rPr>
              <a:t>Risque si non adopté</a:t>
            </a:r>
          </a:p>
        </p:txBody>
      </p:sp>
      <p:sp>
        <p:nvSpPr>
          <p:cNvPr id="12" name="Espace réservé du contenu 2">
            <a:extLst>
              <a:ext uri="{FF2B5EF4-FFF2-40B4-BE49-F238E27FC236}">
                <a16:creationId xmlns:a16="http://schemas.microsoft.com/office/drawing/2014/main" id="{B7A71D0C-6839-914B-E07C-CB8DCFC2656E}"/>
              </a:ext>
            </a:extLst>
          </p:cNvPr>
          <p:cNvSpPr txBox="1">
            <a:spLocks/>
          </p:cNvSpPr>
          <p:nvPr/>
        </p:nvSpPr>
        <p:spPr>
          <a:xfrm>
            <a:off x="920749" y="4711698"/>
            <a:ext cx="3276600" cy="1182688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200" dirty="0">
                <a:solidFill>
                  <a:schemeClr val="bg1"/>
                </a:solidFill>
              </a:rPr>
              <a:t>Identifier les changements dans les contextes de travail</a:t>
            </a:r>
            <a:endParaRPr lang="fr-FR">
              <a:solidFill>
                <a:schemeClr val="bg1"/>
              </a:solidFill>
            </a:endParaRPr>
          </a:p>
        </p:txBody>
      </p:sp>
      <p:sp>
        <p:nvSpPr>
          <p:cNvPr id="14" name="Espace réservé du contenu 2">
            <a:extLst>
              <a:ext uri="{FF2B5EF4-FFF2-40B4-BE49-F238E27FC236}">
                <a16:creationId xmlns:a16="http://schemas.microsoft.com/office/drawing/2014/main" id="{00F93828-96E4-B2A9-5BC9-A48CD7676616}"/>
              </a:ext>
            </a:extLst>
          </p:cNvPr>
          <p:cNvSpPr txBox="1">
            <a:spLocks/>
          </p:cNvSpPr>
          <p:nvPr/>
        </p:nvSpPr>
        <p:spPr>
          <a:xfrm>
            <a:off x="4800598" y="4365623"/>
            <a:ext cx="3276600" cy="18748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200" dirty="0">
                <a:solidFill>
                  <a:schemeClr val="bg1"/>
                </a:solidFill>
              </a:rPr>
              <a:t>Accepter que les besoins et préférences des travailleurs changent avec le temps, peu importe leur âge ou date de naissance</a:t>
            </a:r>
          </a:p>
        </p:txBody>
      </p:sp>
      <p:sp>
        <p:nvSpPr>
          <p:cNvPr id="15" name="Espace réservé du contenu 2">
            <a:extLst>
              <a:ext uri="{FF2B5EF4-FFF2-40B4-BE49-F238E27FC236}">
                <a16:creationId xmlns:a16="http://schemas.microsoft.com/office/drawing/2014/main" id="{BD670F1C-74D2-CF0D-F6BA-28086FFC5278}"/>
              </a:ext>
            </a:extLst>
          </p:cNvPr>
          <p:cNvSpPr txBox="1">
            <a:spLocks/>
          </p:cNvSpPr>
          <p:nvPr/>
        </p:nvSpPr>
        <p:spPr>
          <a:xfrm>
            <a:off x="8343898" y="3997323"/>
            <a:ext cx="3276600" cy="2611438"/>
          </a:xfrm>
          <a:prstGeom prst="rect">
            <a:avLst/>
          </a:prstGeom>
        </p:spPr>
        <p:txBody>
          <a:bodyPr vert="horz" lIns="91440" tIns="45720" rIns="91440" bIns="45720" rtlCol="0" anchor="t">
            <a:normAutofit lnSpcReduction="10000"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ctr">
              <a:buNone/>
            </a:pPr>
            <a:r>
              <a:rPr lang="fr-FR" sz="2200" dirty="0">
                <a:solidFill>
                  <a:schemeClr val="bg1"/>
                </a:solidFill>
              </a:rPr>
              <a:t>Les traitements des employés basés sur des caractéristiques générationnelles et pas leur besoin spécifique sont perçues comme injuste et une manière paresseuse de s'occuper d'un troupeau de mouton </a:t>
            </a:r>
            <a:endParaRPr lang="fr-FR" sz="2200"/>
          </a:p>
        </p:txBody>
      </p:sp>
    </p:spTree>
    <p:extLst>
      <p:ext uri="{BB962C8B-B14F-4D97-AF65-F5344CB8AC3E}">
        <p14:creationId xmlns:p14="http://schemas.microsoft.com/office/powerpoint/2010/main" val="30923322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/>
      <p:bldP spid="7" grpId="0"/>
      <p:bldP spid="8" grpId="0"/>
      <p:bldP spid="9" grpId="0"/>
      <p:bldP spid="10" grpId="0"/>
      <p:bldP spid="11" grpId="0"/>
      <p:bldP spid="12" grpId="0"/>
      <p:bldP spid="14" grpId="0"/>
      <p:bldP spid="15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4993653E-3583-F34A-DBA9-68D1B3CB2D4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Déconstruire les stéréotypes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A5AB10EE-D26D-275E-1385-84202D46584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46221" y="1825625"/>
            <a:ext cx="3473116" cy="4351338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Digital native mais pas </a:t>
            </a:r>
            <a:r>
              <a:rPr lang="fr-FR" dirty="0" err="1">
                <a:solidFill>
                  <a:schemeClr val="bg1"/>
                </a:solidFill>
              </a:rPr>
              <a:t>numeric</a:t>
            </a:r>
            <a:r>
              <a:rPr lang="fr-FR" dirty="0">
                <a:solidFill>
                  <a:schemeClr val="bg1"/>
                </a:solidFill>
              </a:rPr>
              <a:t> native</a:t>
            </a:r>
          </a:p>
        </p:txBody>
      </p:sp>
      <p:pic>
        <p:nvPicPr>
          <p:cNvPr id="4" name="Image 3" descr="Une image contenant texte, capture d’écran, Police, nombre&#10;&#10;Le contenu généré par l’IA peut être incorrect.">
            <a:extLst>
              <a:ext uri="{FF2B5EF4-FFF2-40B4-BE49-F238E27FC236}">
                <a16:creationId xmlns:a16="http://schemas.microsoft.com/office/drawing/2014/main" id="{3295AB3A-D59F-EC3A-6870-E92885343FF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74881" y="362703"/>
            <a:ext cx="4614112" cy="3012408"/>
          </a:xfrm>
          <a:prstGeom prst="rect">
            <a:avLst/>
          </a:prstGeom>
        </p:spPr>
      </p:pic>
      <p:pic>
        <p:nvPicPr>
          <p:cNvPr id="5" name="Image 4" descr="Une image contenant texte, capture d’écran, Police, document&#10;&#10;Le contenu généré par l’IA peut être incorrect.">
            <a:extLst>
              <a:ext uri="{FF2B5EF4-FFF2-40B4-BE49-F238E27FC236}">
                <a16:creationId xmlns:a16="http://schemas.microsoft.com/office/drawing/2014/main" id="{1C1BD744-C3FA-9252-FA04-08889A0C210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7741" y="2993858"/>
            <a:ext cx="3944854" cy="2915653"/>
          </a:xfrm>
          <a:prstGeom prst="rect">
            <a:avLst/>
          </a:prstGeom>
        </p:spPr>
      </p:pic>
      <p:pic>
        <p:nvPicPr>
          <p:cNvPr id="6" name="Image 5" descr="Une image contenant texte, Police, capture d’écran, lettre&#10;&#10;Le contenu généré par l’IA peut être incorrect.">
            <a:extLst>
              <a:ext uri="{FF2B5EF4-FFF2-40B4-BE49-F238E27FC236}">
                <a16:creationId xmlns:a16="http://schemas.microsoft.com/office/drawing/2014/main" id="{D371FBE2-6991-5290-88C1-5ACEE6D2D02A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408320" y="3430755"/>
            <a:ext cx="4626644" cy="3293144"/>
          </a:xfrm>
          <a:prstGeom prst="rect">
            <a:avLst/>
          </a:prstGeom>
        </p:spPr>
      </p:pic>
      <p:pic>
        <p:nvPicPr>
          <p:cNvPr id="7" name="Image 6" descr="Millennials stand out for their technology use | Pew Research Center">
            <a:extLst>
              <a:ext uri="{FF2B5EF4-FFF2-40B4-BE49-F238E27FC236}">
                <a16:creationId xmlns:a16="http://schemas.microsoft.com/office/drawing/2014/main" id="{B0371F6D-D575-F16F-B999-BE54DB53ECE9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68571" y="2018405"/>
            <a:ext cx="5413827" cy="34743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6290103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99166183-5892-6968-094A-682AEFF18D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D0E2652-09E0-E035-200A-7EFF05867CA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Tout le monde veut du respect</a:t>
            </a:r>
          </a:p>
          <a:p>
            <a:r>
              <a:rPr lang="fr-FR" dirty="0">
                <a:solidFill>
                  <a:schemeClr val="bg1"/>
                </a:solidFill>
              </a:rPr>
              <a:t>Tout le monde veut de l'autonomie et de la reconnaissance pour son travail</a:t>
            </a:r>
          </a:p>
          <a:p>
            <a:r>
              <a:rPr lang="fr-FR" dirty="0">
                <a:solidFill>
                  <a:schemeClr val="bg1"/>
                </a:solidFill>
              </a:rPr>
              <a:t>Tout le monde sait qu'il doit être compétitif sur le marché du travail</a:t>
            </a:r>
          </a:p>
          <a:p>
            <a:r>
              <a:rPr lang="fr-FR" dirty="0">
                <a:solidFill>
                  <a:schemeClr val="bg1"/>
                </a:solidFill>
              </a:rPr>
              <a:t>Tout le monde aime apprendre</a:t>
            </a:r>
          </a:p>
          <a:p>
            <a:r>
              <a:rPr lang="fr-FR" dirty="0">
                <a:solidFill>
                  <a:schemeClr val="bg1"/>
                </a:solidFill>
              </a:rPr>
              <a:t>Tout le monde aime avoir un bon salaire</a:t>
            </a:r>
          </a:p>
          <a:p>
            <a:r>
              <a:rPr lang="fr-FR" dirty="0">
                <a:solidFill>
                  <a:schemeClr val="bg1"/>
                </a:solidFill>
              </a:rPr>
              <a:t>Personne n'aime changer si ça n'a aucun intérêt pour eux</a:t>
            </a:r>
          </a:p>
        </p:txBody>
      </p:sp>
    </p:spTree>
    <p:extLst>
      <p:ext uri="{BB962C8B-B14F-4D97-AF65-F5344CB8AC3E}">
        <p14:creationId xmlns:p14="http://schemas.microsoft.com/office/powerpoint/2010/main" val="379970749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C658DC7-72B4-203B-507D-4CB33BC129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A5E8D15D-DF5A-9BDA-85C6-A7D43F93064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FE9C11E2-2E69-0ED9-6C85-24219A2A1F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Les générations sont des mythes créés par des journalistes et des agences marketing pour cibler des audiences</a:t>
            </a:r>
          </a:p>
          <a:p>
            <a:r>
              <a:rPr lang="fr-FR" dirty="0">
                <a:solidFill>
                  <a:schemeClr val="bg1"/>
                </a:solidFill>
              </a:rPr>
              <a:t>Marketing générationnel, marketing transgénérationnel, marketing intergénérationnel, </a:t>
            </a:r>
            <a:r>
              <a:rPr lang="fr-FR" dirty="0">
                <a:solidFill>
                  <a:schemeClr val="bg1"/>
                </a:solidFill>
                <a:ea typeface="+mn-lt"/>
                <a:cs typeface="+mn-lt"/>
              </a:rPr>
              <a:t>diversité générationnelle,</a:t>
            </a:r>
            <a:r>
              <a:rPr lang="fr-FR" dirty="0">
                <a:solidFill>
                  <a:schemeClr val="bg1"/>
                </a:solidFill>
              </a:rPr>
              <a:t> choc des générations, fracture générationnelle.</a:t>
            </a:r>
          </a:p>
          <a:p>
            <a:r>
              <a:rPr lang="fr-FR" dirty="0">
                <a:solidFill>
                  <a:schemeClr val="bg1"/>
                </a:solidFill>
              </a:rPr>
              <a:t>Ce sont des termes servant à vendre (de la formation, de l'information, de la segmentation)</a:t>
            </a:r>
          </a:p>
        </p:txBody>
      </p:sp>
    </p:spTree>
    <p:extLst>
      <p:ext uri="{BB962C8B-B14F-4D97-AF65-F5344CB8AC3E}">
        <p14:creationId xmlns:p14="http://schemas.microsoft.com/office/powerpoint/2010/main" val="31466035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9C9C21E-BE17-0FDE-3B36-EE4C162B95D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>
            <a:extLst>
              <a:ext uri="{FF2B5EF4-FFF2-40B4-BE49-F238E27FC236}">
                <a16:creationId xmlns:a16="http://schemas.microsoft.com/office/drawing/2014/main" id="{823120E5-E9F4-2128-0754-50639B54FF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fr-FR" dirty="0">
                <a:solidFill>
                  <a:schemeClr val="bg1"/>
                </a:solidFill>
              </a:rPr>
              <a:t>Conclusion</a:t>
            </a:r>
          </a:p>
        </p:txBody>
      </p:sp>
      <p:sp>
        <p:nvSpPr>
          <p:cNvPr id="3" name="Espace réservé du contenu 2">
            <a:extLst>
              <a:ext uri="{FF2B5EF4-FFF2-40B4-BE49-F238E27FC236}">
                <a16:creationId xmlns:a16="http://schemas.microsoft.com/office/drawing/2014/main" id="{4AA1221B-80FA-E108-0C49-F3DCE7191C3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fr-FR" dirty="0">
                <a:solidFill>
                  <a:schemeClr val="bg1"/>
                </a:solidFill>
              </a:rPr>
              <a:t>La question est : qu'attends la personne devant moi de son travail et de moi</a:t>
            </a:r>
            <a:endParaRPr lang="fr-FR" dirty="0">
              <a:solidFill>
                <a:srgbClr val="000000"/>
              </a:solidFill>
            </a:endParaRPr>
          </a:p>
          <a:p>
            <a:r>
              <a:rPr lang="fr-FR" dirty="0">
                <a:solidFill>
                  <a:schemeClr val="bg1"/>
                </a:solidFill>
              </a:rPr>
              <a:t>Peu importe son âge</a:t>
            </a:r>
          </a:p>
          <a:p>
            <a:r>
              <a:rPr lang="fr-FR" dirty="0">
                <a:solidFill>
                  <a:schemeClr val="bg1"/>
                </a:solidFill>
              </a:rPr>
              <a:t>Peu importe sa génération</a:t>
            </a:r>
          </a:p>
          <a:p>
            <a:r>
              <a:rPr lang="fr-FR" dirty="0">
                <a:solidFill>
                  <a:schemeClr val="bg1"/>
                </a:solidFill>
              </a:rPr>
              <a:t>Car il y a beaucoup plus de différences entre chaque personne que de différences définies par leurs âges. L'âge n'est qu'une petite différence parmi une multitude d'autres.</a:t>
            </a:r>
          </a:p>
        </p:txBody>
      </p:sp>
    </p:spTree>
    <p:extLst>
      <p:ext uri="{BB962C8B-B14F-4D97-AF65-F5344CB8AC3E}">
        <p14:creationId xmlns:p14="http://schemas.microsoft.com/office/powerpoint/2010/main" val="7836699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ptos" panose="020B000402020202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1038</Words>
  <Application>Microsoft Office PowerPoint</Application>
  <PresentationFormat>Grand écran</PresentationFormat>
  <Paragraphs>112</Paragraphs>
  <Slides>20</Slides>
  <Notes>6</Notes>
  <HiddenSlides>0</HiddenSlides>
  <MMClips>0</MMClips>
  <ScaleCrop>false</ScaleCrop>
  <HeadingPairs>
    <vt:vector size="6" baseType="variant">
      <vt:variant>
        <vt:lpstr>Polices utilisées</vt:lpstr>
      </vt:variant>
      <vt:variant>
        <vt:i4>6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20</vt:i4>
      </vt:variant>
    </vt:vector>
  </HeadingPairs>
  <TitlesOfParts>
    <vt:vector size="27" baseType="lpstr">
      <vt:lpstr>Aptos</vt:lpstr>
      <vt:lpstr>Aptos Display</vt:lpstr>
      <vt:lpstr>Arial</vt:lpstr>
      <vt:lpstr>Calibri</vt:lpstr>
      <vt:lpstr>Courier New</vt:lpstr>
      <vt:lpstr>Courier New,monospace</vt:lpstr>
      <vt:lpstr>Thème Office</vt:lpstr>
      <vt:lpstr>"Ok boomer ! " versus " Millenials génération "  En finir avec les clichés au travail</vt:lpstr>
      <vt:lpstr>Présentation PowerPoint</vt:lpstr>
      <vt:lpstr>Et les scientifiques dans tout ça ?</vt:lpstr>
      <vt:lpstr>Présentation PowerPoint</vt:lpstr>
      <vt:lpstr>Et la génération ?</vt:lpstr>
      <vt:lpstr>Présentation PowerPoint</vt:lpstr>
      <vt:lpstr>Un point commun entre tous ces articles ?</vt:lpstr>
      <vt:lpstr>Présentation PowerPoint</vt:lpstr>
      <vt:lpstr>Description des articles</vt:lpstr>
      <vt:lpstr>Présentation PowerPoint</vt:lpstr>
      <vt:lpstr>Présentation PowerPoint</vt:lpstr>
      <vt:lpstr>Présentation PowerPoint</vt:lpstr>
      <vt:lpstr>Résultat de la méta-analyse</vt:lpstr>
      <vt:lpstr>Présentation PowerPoint</vt:lpstr>
      <vt:lpstr>Présentation PowerPoint</vt:lpstr>
      <vt:lpstr>Les recommandations des méta-analystes</vt:lpstr>
      <vt:lpstr>Déconstruire les stéréotypes</vt:lpstr>
      <vt:lpstr>Conclusion</vt:lpstr>
      <vt:lpstr>Conclusion</vt:lpstr>
      <vt:lpstr>Conclusion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adrien fillon</cp:lastModifiedBy>
  <cp:revision>713</cp:revision>
  <dcterms:created xsi:type="dcterms:W3CDTF">2025-04-25T10:09:59Z</dcterms:created>
  <dcterms:modified xsi:type="dcterms:W3CDTF">2025-05-14T15:59:02Z</dcterms:modified>
</cp:coreProperties>
</file>